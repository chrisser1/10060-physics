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customXml/itemProps37.xml" ContentType="application/vnd.openxmlformats-officedocument.customXmlProperties+xml"/>
  <Override PartName="/customXml/itemProps38.xml" ContentType="application/vnd.openxmlformats-officedocument.customXmlProperties+xml"/>
  <Override PartName="/customXml/itemProps39.xml" ContentType="application/vnd.openxmlformats-officedocument.customXmlProperties+xml"/>
  <Override PartName="/customXml/itemProps40.xml" ContentType="application/vnd.openxmlformats-officedocument.customXmlProperties+xml"/>
  <Override PartName="/customXml/itemProps41.xml" ContentType="application/vnd.openxmlformats-officedocument.customXmlProperties+xml"/>
  <Override PartName="/customXml/itemProps42.xml" ContentType="application/vnd.openxmlformats-officedocument.customXmlProperties+xml"/>
  <Override PartName="/customXml/itemProps43.xml" ContentType="application/vnd.openxmlformats-officedocument.customXmlProperties+xml"/>
  <Override PartName="/customXml/itemProps44.xml" ContentType="application/vnd.openxmlformats-officedocument.customXmlProperties+xml"/>
  <Override PartName="/customXml/itemProps45.xml" ContentType="application/vnd.openxmlformats-officedocument.customXmlProperties+xml"/>
  <Override PartName="/customXml/itemProps46.xml" ContentType="application/vnd.openxmlformats-officedocument.customXmlProperties+xml"/>
  <Override PartName="/customXml/itemProps47.xml" ContentType="application/vnd.openxmlformats-officedocument.customXmlProperties+xml"/>
  <Override PartName="/customXml/itemProps48.xml" ContentType="application/vnd.openxmlformats-officedocument.customXmlProperties+xml"/>
  <Override PartName="/customXml/itemProps49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notesSlides/notesSlide2.xml" ContentType="application/vnd.openxmlformats-officedocument.presentationml.notesSlide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6.xml" ContentType="application/vnd.openxmlformats-officedocument.presentationml.tags+xml"/>
  <Override PartName="/ppt/tags/tag967.xml" ContentType="application/vnd.openxmlformats-officedocument.presentationml.tags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0.xml" ContentType="application/vnd.openxmlformats-officedocument.presentationml.tags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tags/tag979.xml" ContentType="application/vnd.openxmlformats-officedocument.presentationml.tags+xml"/>
  <Override PartName="/ppt/tags/tag980.xml" ContentType="application/vnd.openxmlformats-officedocument.presentationml.tags+xml"/>
  <Override PartName="/ppt/tags/tag981.xml" ContentType="application/vnd.openxmlformats-officedocument.presentationml.tags+xml"/>
  <Override PartName="/ppt/tags/tag982.xml" ContentType="application/vnd.openxmlformats-officedocument.presentationml.tags+xml"/>
  <Override PartName="/ppt/tags/tag983.xml" ContentType="application/vnd.openxmlformats-officedocument.presentationml.tags+xml"/>
  <Override PartName="/ppt/tags/tag984.xml" ContentType="application/vnd.openxmlformats-officedocument.presentationml.tags+xml"/>
  <Override PartName="/ppt/tags/tag985.xml" ContentType="application/vnd.openxmlformats-officedocument.presentationml.tags+xml"/>
  <Override PartName="/ppt/tags/tag986.xml" ContentType="application/vnd.openxmlformats-officedocument.presentationml.tags+xml"/>
  <Override PartName="/ppt/tags/tag987.xml" ContentType="application/vnd.openxmlformats-officedocument.presentationml.tags+xml"/>
  <Override PartName="/ppt/tags/tag988.xml" ContentType="application/vnd.openxmlformats-officedocument.presentationml.tags+xml"/>
  <Override PartName="/ppt/tags/tag989.xml" ContentType="application/vnd.openxmlformats-officedocument.presentationml.tags+xml"/>
  <Override PartName="/ppt/tags/tag990.xml" ContentType="application/vnd.openxmlformats-officedocument.presentationml.tags+xml"/>
  <Override PartName="/ppt/tags/tag991.xml" ContentType="application/vnd.openxmlformats-officedocument.presentationml.tags+xml"/>
  <Override PartName="/ppt/tags/tag992.xml" ContentType="application/vnd.openxmlformats-officedocument.presentationml.tags+xml"/>
  <Override PartName="/ppt/tags/tag993.xml" ContentType="application/vnd.openxmlformats-officedocument.presentationml.tags+xml"/>
  <Override PartName="/ppt/tags/tag994.xml" ContentType="application/vnd.openxmlformats-officedocument.presentationml.tags+xml"/>
  <Override PartName="/ppt/tags/tag995.xml" ContentType="application/vnd.openxmlformats-officedocument.presentationml.tags+xml"/>
  <Override PartName="/ppt/tags/tag996.xml" ContentType="application/vnd.openxmlformats-officedocument.presentationml.tags+xml"/>
  <Override PartName="/ppt/tags/tag997.xml" ContentType="application/vnd.openxmlformats-officedocument.presentationml.tags+xml"/>
  <Override PartName="/ppt/tags/tag998.xml" ContentType="application/vnd.openxmlformats-officedocument.presentationml.tags+xml"/>
  <Override PartName="/ppt/tags/tag999.xml" ContentType="application/vnd.openxmlformats-officedocument.presentationml.tags+xml"/>
  <Override PartName="/ppt/tags/tag1000.xml" ContentType="application/vnd.openxmlformats-officedocument.presentationml.tags+xml"/>
  <Override PartName="/ppt/tags/tag1001.xml" ContentType="application/vnd.openxmlformats-officedocument.presentationml.tags+xml"/>
  <Override PartName="/ppt/tags/tag1002.xml" ContentType="application/vnd.openxmlformats-officedocument.presentationml.tags+xml"/>
  <Override PartName="/ppt/tags/tag1003.xml" ContentType="application/vnd.openxmlformats-officedocument.presentationml.tags+xml"/>
  <Override PartName="/ppt/tags/tag1004.xml" ContentType="application/vnd.openxmlformats-officedocument.presentationml.tags+xml"/>
  <Override PartName="/ppt/tags/tag1005.xml" ContentType="application/vnd.openxmlformats-officedocument.presentationml.tags+xml"/>
  <Override PartName="/ppt/tags/tag1006.xml" ContentType="application/vnd.openxmlformats-officedocument.presentationml.tags+xml"/>
  <Override PartName="/ppt/tags/tag1007.xml" ContentType="application/vnd.openxmlformats-officedocument.presentationml.tags+xml"/>
  <Override PartName="/ppt/tags/tag1008.xml" ContentType="application/vnd.openxmlformats-officedocument.presentationml.tags+xml"/>
  <Override PartName="/ppt/tags/tag1009.xml" ContentType="application/vnd.openxmlformats-officedocument.presentationml.tags+xml"/>
  <Override PartName="/ppt/tags/tag1010.xml" ContentType="application/vnd.openxmlformats-officedocument.presentationml.tags+xml"/>
  <Override PartName="/ppt/tags/tag1011.xml" ContentType="application/vnd.openxmlformats-officedocument.presentationml.tags+xml"/>
  <Override PartName="/ppt/tags/tag1012.xml" ContentType="application/vnd.openxmlformats-officedocument.presentationml.tags+xml"/>
  <Override PartName="/ppt/tags/tag1013.xml" ContentType="application/vnd.openxmlformats-officedocument.presentationml.tags+xml"/>
  <Override PartName="/ppt/tags/tag1014.xml" ContentType="application/vnd.openxmlformats-officedocument.presentationml.tags+xml"/>
  <Override PartName="/ppt/tags/tag1015.xml" ContentType="application/vnd.openxmlformats-officedocument.presentationml.tags+xml"/>
  <Override PartName="/ppt/tags/tag1016.xml" ContentType="application/vnd.openxmlformats-officedocument.presentationml.tags+xml"/>
  <Override PartName="/ppt/tags/tag1017.xml" ContentType="application/vnd.openxmlformats-officedocument.presentationml.tags+xml"/>
  <Override PartName="/ppt/tags/tag1018.xml" ContentType="application/vnd.openxmlformats-officedocument.presentationml.tags+xml"/>
  <Override PartName="/ppt/tags/tag1019.xml" ContentType="application/vnd.openxmlformats-officedocument.presentationml.tags+xml"/>
  <Override PartName="/ppt/tags/tag1020.xml" ContentType="application/vnd.openxmlformats-officedocument.presentationml.tags+xml"/>
  <Override PartName="/ppt/tags/tag1021.xml" ContentType="application/vnd.openxmlformats-officedocument.presentationml.tags+xml"/>
  <Override PartName="/ppt/tags/tag1022.xml" ContentType="application/vnd.openxmlformats-officedocument.presentationml.tags+xml"/>
  <Override PartName="/ppt/tags/tag1023.xml" ContentType="application/vnd.openxmlformats-officedocument.presentationml.tags+xml"/>
  <Override PartName="/ppt/tags/tag1024.xml" ContentType="application/vnd.openxmlformats-officedocument.presentationml.tags+xml"/>
  <Override PartName="/ppt/tags/tag1025.xml" ContentType="application/vnd.openxmlformats-officedocument.presentationml.tags+xml"/>
  <Override PartName="/ppt/tags/tag1026.xml" ContentType="application/vnd.openxmlformats-officedocument.presentationml.tags+xml"/>
  <Override PartName="/ppt/tags/tag1027.xml" ContentType="application/vnd.openxmlformats-officedocument.presentationml.tags+xml"/>
  <Override PartName="/ppt/tags/tag1028.xml" ContentType="application/vnd.openxmlformats-officedocument.presentationml.tags+xml"/>
  <Override PartName="/ppt/tags/tag1029.xml" ContentType="application/vnd.openxmlformats-officedocument.presentationml.tags+xml"/>
  <Override PartName="/ppt/tags/tag1030.xml" ContentType="application/vnd.openxmlformats-officedocument.presentationml.tags+xml"/>
  <Override PartName="/ppt/tags/tag1031.xml" ContentType="application/vnd.openxmlformats-officedocument.presentationml.tags+xml"/>
  <Override PartName="/ppt/tags/tag1032.xml" ContentType="application/vnd.openxmlformats-officedocument.presentationml.tags+xml"/>
  <Override PartName="/ppt/tags/tag1033.xml" ContentType="application/vnd.openxmlformats-officedocument.presentationml.tags+xml"/>
  <Override PartName="/ppt/tags/tag1034.xml" ContentType="application/vnd.openxmlformats-officedocument.presentationml.tags+xml"/>
  <Override PartName="/ppt/tags/tag1035.xml" ContentType="application/vnd.openxmlformats-officedocument.presentationml.tags+xml"/>
  <Override PartName="/ppt/tags/tag1036.xml" ContentType="application/vnd.openxmlformats-officedocument.presentationml.tags+xml"/>
  <Override PartName="/ppt/tags/tag1037.xml" ContentType="application/vnd.openxmlformats-officedocument.presentationml.tags+xml"/>
  <Override PartName="/ppt/tags/tag1038.xml" ContentType="application/vnd.openxmlformats-officedocument.presentationml.tags+xml"/>
  <Override PartName="/ppt/tags/tag1039.xml" ContentType="application/vnd.openxmlformats-officedocument.presentationml.tags+xml"/>
  <Override PartName="/ppt/tags/tag1040.xml" ContentType="application/vnd.openxmlformats-officedocument.presentationml.tags+xml"/>
  <Override PartName="/ppt/tags/tag1041.xml" ContentType="application/vnd.openxmlformats-officedocument.presentationml.tags+xml"/>
  <Override PartName="/ppt/tags/tag1042.xml" ContentType="application/vnd.openxmlformats-officedocument.presentationml.tags+xml"/>
  <Override PartName="/ppt/tags/tag1043.xml" ContentType="application/vnd.openxmlformats-officedocument.presentationml.tags+xml"/>
  <Override PartName="/ppt/tags/tag1044.xml" ContentType="application/vnd.openxmlformats-officedocument.presentationml.tags+xml"/>
  <Override PartName="/ppt/tags/tag1045.xml" ContentType="application/vnd.openxmlformats-officedocument.presentationml.tags+xml"/>
  <Override PartName="/ppt/tags/tag1046.xml" ContentType="application/vnd.openxmlformats-officedocument.presentationml.tags+xml"/>
  <Override PartName="/ppt/tags/tag1047.xml" ContentType="application/vnd.openxmlformats-officedocument.presentationml.tags+xml"/>
  <Override PartName="/ppt/tags/tag1048.xml" ContentType="application/vnd.openxmlformats-officedocument.presentationml.tags+xml"/>
  <Override PartName="/ppt/tags/tag1049.xml" ContentType="application/vnd.openxmlformats-officedocument.presentationml.tags+xml"/>
  <Override PartName="/ppt/tags/tag1050.xml" ContentType="application/vnd.openxmlformats-officedocument.presentationml.tags+xml"/>
  <Override PartName="/ppt/tags/tag1051.xml" ContentType="application/vnd.openxmlformats-officedocument.presentationml.tags+xml"/>
  <Override PartName="/ppt/tags/tag1052.xml" ContentType="application/vnd.openxmlformats-officedocument.presentationml.tags+xml"/>
  <Override PartName="/ppt/tags/tag1053.xml" ContentType="application/vnd.openxmlformats-officedocument.presentationml.tags+xml"/>
  <Override PartName="/ppt/tags/tag1054.xml" ContentType="application/vnd.openxmlformats-officedocument.presentationml.tags+xml"/>
  <Override PartName="/ppt/tags/tag1055.xml" ContentType="application/vnd.openxmlformats-officedocument.presentationml.tags+xml"/>
  <Override PartName="/ppt/tags/tag1056.xml" ContentType="application/vnd.openxmlformats-officedocument.presentationml.tags+xml"/>
  <Override PartName="/ppt/tags/tag1057.xml" ContentType="application/vnd.openxmlformats-officedocument.presentationml.tags+xml"/>
  <Override PartName="/ppt/tags/tag1058.xml" ContentType="application/vnd.openxmlformats-officedocument.presentationml.tags+xml"/>
  <Override PartName="/ppt/tags/tag1059.xml" ContentType="application/vnd.openxmlformats-officedocument.presentationml.tags+xml"/>
  <Override PartName="/ppt/tags/tag1060.xml" ContentType="application/vnd.openxmlformats-officedocument.presentationml.tags+xml"/>
  <Override PartName="/ppt/tags/tag1061.xml" ContentType="application/vnd.openxmlformats-officedocument.presentationml.tags+xml"/>
  <Override PartName="/ppt/tags/tag1062.xml" ContentType="application/vnd.openxmlformats-officedocument.presentationml.tags+xml"/>
  <Override PartName="/ppt/tags/tag1063.xml" ContentType="application/vnd.openxmlformats-officedocument.presentationml.tags+xml"/>
  <Override PartName="/ppt/tags/tag1064.xml" ContentType="application/vnd.openxmlformats-officedocument.presentationml.tags+xml"/>
  <Override PartName="/ppt/tags/tag1065.xml" ContentType="application/vnd.openxmlformats-officedocument.presentationml.tags+xml"/>
  <Override PartName="/ppt/tags/tag1066.xml" ContentType="application/vnd.openxmlformats-officedocument.presentationml.tags+xml"/>
  <Override PartName="/ppt/tags/tag1067.xml" ContentType="application/vnd.openxmlformats-officedocument.presentationml.tags+xml"/>
  <Override PartName="/ppt/tags/tag1068.xml" ContentType="application/vnd.openxmlformats-officedocument.presentationml.tags+xml"/>
  <Override PartName="/ppt/tags/tag1069.xml" ContentType="application/vnd.openxmlformats-officedocument.presentationml.tags+xml"/>
  <Override PartName="/ppt/tags/tag1070.xml" ContentType="application/vnd.openxmlformats-officedocument.presentationml.tags+xml"/>
  <Override PartName="/ppt/tags/tag1071.xml" ContentType="application/vnd.openxmlformats-officedocument.presentationml.tags+xml"/>
  <Override PartName="/ppt/tags/tag1072.xml" ContentType="application/vnd.openxmlformats-officedocument.presentationml.tags+xml"/>
  <Override PartName="/ppt/tags/tag1073.xml" ContentType="application/vnd.openxmlformats-officedocument.presentationml.tags+xml"/>
  <Override PartName="/ppt/tags/tag1074.xml" ContentType="application/vnd.openxmlformats-officedocument.presentationml.tags+xml"/>
  <Override PartName="/ppt/tags/tag1075.xml" ContentType="application/vnd.openxmlformats-officedocument.presentationml.tags+xml"/>
  <Override PartName="/ppt/tags/tag1076.xml" ContentType="application/vnd.openxmlformats-officedocument.presentationml.tags+xml"/>
  <Override PartName="/ppt/tags/tag1077.xml" ContentType="application/vnd.openxmlformats-officedocument.presentationml.tags+xml"/>
  <Override PartName="/ppt/tags/tag1078.xml" ContentType="application/vnd.openxmlformats-officedocument.presentationml.tags+xml"/>
  <Override PartName="/ppt/tags/tag1079.xml" ContentType="application/vnd.openxmlformats-officedocument.presentationml.tags+xml"/>
  <Override PartName="/ppt/tags/tag1080.xml" ContentType="application/vnd.openxmlformats-officedocument.presentationml.tags+xml"/>
  <Override PartName="/ppt/tags/tag1081.xml" ContentType="application/vnd.openxmlformats-officedocument.presentationml.tags+xml"/>
  <Override PartName="/ppt/tags/tag1082.xml" ContentType="application/vnd.openxmlformats-officedocument.presentationml.tags+xml"/>
  <Override PartName="/ppt/tags/tag1083.xml" ContentType="application/vnd.openxmlformats-officedocument.presentationml.tags+xml"/>
  <Override PartName="/ppt/tags/tag1084.xml" ContentType="application/vnd.openxmlformats-officedocument.presentationml.tags+xml"/>
  <Override PartName="/ppt/tags/tag1085.xml" ContentType="application/vnd.openxmlformats-officedocument.presentationml.tags+xml"/>
  <Override PartName="/ppt/tags/tag1086.xml" ContentType="application/vnd.openxmlformats-officedocument.presentationml.tags+xml"/>
  <Override PartName="/ppt/tags/tag1087.xml" ContentType="application/vnd.openxmlformats-officedocument.presentationml.tags+xml"/>
  <Override PartName="/ppt/tags/tag1088.xml" ContentType="application/vnd.openxmlformats-officedocument.presentationml.tags+xml"/>
  <Override PartName="/ppt/tags/tag1089.xml" ContentType="application/vnd.openxmlformats-officedocument.presentationml.tags+xml"/>
  <Override PartName="/ppt/tags/tag1090.xml" ContentType="application/vnd.openxmlformats-officedocument.presentationml.tags+xml"/>
  <Override PartName="/ppt/tags/tag1091.xml" ContentType="application/vnd.openxmlformats-officedocument.presentationml.tags+xml"/>
  <Override PartName="/ppt/tags/tag1092.xml" ContentType="application/vnd.openxmlformats-officedocument.presentationml.tags+xml"/>
  <Override PartName="/ppt/tags/tag1093.xml" ContentType="application/vnd.openxmlformats-officedocument.presentationml.tags+xml"/>
  <Override PartName="/ppt/tags/tag1094.xml" ContentType="application/vnd.openxmlformats-officedocument.presentationml.tags+xml"/>
  <Override PartName="/ppt/tags/tag1095.xml" ContentType="application/vnd.openxmlformats-officedocument.presentationml.tags+xml"/>
  <Override PartName="/ppt/tags/tag1096.xml" ContentType="application/vnd.openxmlformats-officedocument.presentationml.tags+xml"/>
  <Override PartName="/ppt/tags/tag1097.xml" ContentType="application/vnd.openxmlformats-officedocument.presentationml.tags+xml"/>
  <Override PartName="/ppt/tags/tag1098.xml" ContentType="application/vnd.openxmlformats-officedocument.presentationml.tags+xml"/>
  <Override PartName="/ppt/tags/tag1099.xml" ContentType="application/vnd.openxmlformats-officedocument.presentationml.tags+xml"/>
  <Override PartName="/ppt/tags/tag1100.xml" ContentType="application/vnd.openxmlformats-officedocument.presentationml.tags+xml"/>
  <Override PartName="/ppt/tags/tag1101.xml" ContentType="application/vnd.openxmlformats-officedocument.presentationml.tags+xml"/>
  <Override PartName="/ppt/tags/tag1102.xml" ContentType="application/vnd.openxmlformats-officedocument.presentationml.tags+xml"/>
  <Override PartName="/ppt/tags/tag1103.xml" ContentType="application/vnd.openxmlformats-officedocument.presentationml.tags+xml"/>
  <Override PartName="/ppt/tags/tag1104.xml" ContentType="application/vnd.openxmlformats-officedocument.presentationml.tags+xml"/>
  <Override PartName="/ppt/tags/tag1105.xml" ContentType="application/vnd.openxmlformats-officedocument.presentationml.tags+xml"/>
  <Override PartName="/ppt/tags/tag1106.xml" ContentType="application/vnd.openxmlformats-officedocument.presentationml.tags+xml"/>
  <Override PartName="/ppt/tags/tag1107.xml" ContentType="application/vnd.openxmlformats-officedocument.presentationml.tags+xml"/>
  <Override PartName="/ppt/tags/tag1108.xml" ContentType="application/vnd.openxmlformats-officedocument.presentationml.tags+xml"/>
  <Override PartName="/ppt/tags/tag1109.xml" ContentType="application/vnd.openxmlformats-officedocument.presentationml.tags+xml"/>
  <Override PartName="/ppt/tags/tag1110.xml" ContentType="application/vnd.openxmlformats-officedocument.presentationml.tags+xml"/>
  <Override PartName="/ppt/tags/tag1111.xml" ContentType="application/vnd.openxmlformats-officedocument.presentationml.tags+xml"/>
  <Override PartName="/ppt/tags/tag1112.xml" ContentType="application/vnd.openxmlformats-officedocument.presentationml.tags+xml"/>
  <Override PartName="/ppt/tags/tag1113.xml" ContentType="application/vnd.openxmlformats-officedocument.presentationml.tags+xml"/>
  <Override PartName="/ppt/tags/tag1114.xml" ContentType="application/vnd.openxmlformats-officedocument.presentationml.tags+xml"/>
  <Override PartName="/ppt/tags/tag1115.xml" ContentType="application/vnd.openxmlformats-officedocument.presentationml.tags+xml"/>
  <Override PartName="/ppt/tags/tag1116.xml" ContentType="application/vnd.openxmlformats-officedocument.presentationml.tags+xml"/>
  <Override PartName="/ppt/tags/tag1117.xml" ContentType="application/vnd.openxmlformats-officedocument.presentationml.tags+xml"/>
  <Override PartName="/ppt/tags/tag1118.xml" ContentType="application/vnd.openxmlformats-officedocument.presentationml.tags+xml"/>
  <Override PartName="/ppt/tags/tag1119.xml" ContentType="application/vnd.openxmlformats-officedocument.presentationml.tags+xml"/>
  <Override PartName="/ppt/tags/tag1120.xml" ContentType="application/vnd.openxmlformats-officedocument.presentationml.tags+xml"/>
  <Override PartName="/ppt/tags/tag1121.xml" ContentType="application/vnd.openxmlformats-officedocument.presentationml.tags+xml"/>
  <Override PartName="/ppt/tags/tag1122.xml" ContentType="application/vnd.openxmlformats-officedocument.presentationml.tags+xml"/>
  <Override PartName="/ppt/tags/tag1123.xml" ContentType="application/vnd.openxmlformats-officedocument.presentationml.tags+xml"/>
  <Override PartName="/ppt/tags/tag1124.xml" ContentType="application/vnd.openxmlformats-officedocument.presentationml.tags+xml"/>
  <Override PartName="/ppt/tags/tag1125.xml" ContentType="application/vnd.openxmlformats-officedocument.presentationml.tags+xml"/>
  <Override PartName="/ppt/tags/tag1126.xml" ContentType="application/vnd.openxmlformats-officedocument.presentationml.tags+xml"/>
  <Override PartName="/ppt/tags/tag1127.xml" ContentType="application/vnd.openxmlformats-officedocument.presentationml.tags+xml"/>
  <Override PartName="/ppt/tags/tag1128.xml" ContentType="application/vnd.openxmlformats-officedocument.presentationml.tags+xml"/>
  <Override PartName="/ppt/tags/tag1129.xml" ContentType="application/vnd.openxmlformats-officedocument.presentationml.tags+xml"/>
  <Override PartName="/ppt/tags/tag1130.xml" ContentType="application/vnd.openxmlformats-officedocument.presentationml.tags+xml"/>
  <Override PartName="/ppt/tags/tag1131.xml" ContentType="application/vnd.openxmlformats-officedocument.presentationml.tags+xml"/>
  <Override PartName="/ppt/tags/tag1132.xml" ContentType="application/vnd.openxmlformats-officedocument.presentationml.tags+xml"/>
  <Override PartName="/ppt/tags/tag1133.xml" ContentType="application/vnd.openxmlformats-officedocument.presentationml.tags+xml"/>
  <Override PartName="/ppt/tags/tag1134.xml" ContentType="application/vnd.openxmlformats-officedocument.presentationml.tags+xml"/>
  <Override PartName="/ppt/tags/tag1135.xml" ContentType="application/vnd.openxmlformats-officedocument.presentationml.tags+xml"/>
  <Override PartName="/ppt/tags/tag1136.xml" ContentType="application/vnd.openxmlformats-officedocument.presentationml.tags+xml"/>
  <Override PartName="/ppt/tags/tag1137.xml" ContentType="application/vnd.openxmlformats-officedocument.presentationml.tags+xml"/>
  <Override PartName="/ppt/tags/tag1138.xml" ContentType="application/vnd.openxmlformats-officedocument.presentationml.tags+xml"/>
  <Override PartName="/ppt/tags/tag1139.xml" ContentType="application/vnd.openxmlformats-officedocument.presentationml.tags+xml"/>
  <Override PartName="/ppt/tags/tag1140.xml" ContentType="application/vnd.openxmlformats-officedocument.presentationml.tags+xml"/>
  <Override PartName="/ppt/tags/tag1141.xml" ContentType="application/vnd.openxmlformats-officedocument.presentationml.tags+xml"/>
  <Override PartName="/ppt/tags/tag1142.xml" ContentType="application/vnd.openxmlformats-officedocument.presentationml.tags+xml"/>
  <Override PartName="/ppt/tags/tag1143.xml" ContentType="application/vnd.openxmlformats-officedocument.presentationml.tags+xml"/>
  <Override PartName="/ppt/tags/tag1144.xml" ContentType="application/vnd.openxmlformats-officedocument.presentationml.tags+xml"/>
  <Override PartName="/ppt/tags/tag1145.xml" ContentType="application/vnd.openxmlformats-officedocument.presentationml.tags+xml"/>
  <Override PartName="/ppt/tags/tag1146.xml" ContentType="application/vnd.openxmlformats-officedocument.presentationml.tags+xml"/>
  <Override PartName="/ppt/tags/tag1147.xml" ContentType="application/vnd.openxmlformats-officedocument.presentationml.tags+xml"/>
  <Override PartName="/ppt/tags/tag1148.xml" ContentType="application/vnd.openxmlformats-officedocument.presentationml.tags+xml"/>
  <Override PartName="/ppt/tags/tag1149.xml" ContentType="application/vnd.openxmlformats-officedocument.presentationml.tags+xml"/>
  <Override PartName="/ppt/tags/tag1150.xml" ContentType="application/vnd.openxmlformats-officedocument.presentationml.tags+xml"/>
  <Override PartName="/ppt/tags/tag1151.xml" ContentType="application/vnd.openxmlformats-officedocument.presentationml.tags+xml"/>
  <Override PartName="/ppt/tags/tag1152.xml" ContentType="application/vnd.openxmlformats-officedocument.presentationml.tags+xml"/>
  <Override PartName="/ppt/tags/tag1153.xml" ContentType="application/vnd.openxmlformats-officedocument.presentationml.tags+xml"/>
  <Override PartName="/ppt/tags/tag1154.xml" ContentType="application/vnd.openxmlformats-officedocument.presentationml.tags+xml"/>
  <Override PartName="/ppt/tags/tag1155.xml" ContentType="application/vnd.openxmlformats-officedocument.presentationml.tags+xml"/>
  <Override PartName="/ppt/tags/tag1156.xml" ContentType="application/vnd.openxmlformats-officedocument.presentationml.tags+xml"/>
  <Override PartName="/ppt/tags/tag1157.xml" ContentType="application/vnd.openxmlformats-officedocument.presentationml.tags+xml"/>
  <Override PartName="/ppt/tags/tag1158.xml" ContentType="application/vnd.openxmlformats-officedocument.presentationml.tags+xml"/>
  <Override PartName="/ppt/tags/tag1159.xml" ContentType="application/vnd.openxmlformats-officedocument.presentationml.tags+xml"/>
  <Override PartName="/ppt/tags/tag1160.xml" ContentType="application/vnd.openxmlformats-officedocument.presentationml.tags+xml"/>
  <Override PartName="/ppt/tags/tag1161.xml" ContentType="application/vnd.openxmlformats-officedocument.presentationml.tags+xml"/>
  <Override PartName="/ppt/tags/tag1162.xml" ContentType="application/vnd.openxmlformats-officedocument.presentationml.tags+xml"/>
  <Override PartName="/ppt/tags/tag1163.xml" ContentType="application/vnd.openxmlformats-officedocument.presentationml.tags+xml"/>
  <Override PartName="/ppt/tags/tag1164.xml" ContentType="application/vnd.openxmlformats-officedocument.presentationml.tags+xml"/>
  <Override PartName="/ppt/tags/tag1165.xml" ContentType="application/vnd.openxmlformats-officedocument.presentationml.tags+xml"/>
  <Override PartName="/ppt/tags/tag1166.xml" ContentType="application/vnd.openxmlformats-officedocument.presentationml.tags+xml"/>
  <Override PartName="/ppt/tags/tag1167.xml" ContentType="application/vnd.openxmlformats-officedocument.presentationml.tags+xml"/>
  <Override PartName="/ppt/tags/tag1168.xml" ContentType="application/vnd.openxmlformats-officedocument.presentationml.tags+xml"/>
  <Override PartName="/ppt/tags/tag1169.xml" ContentType="application/vnd.openxmlformats-officedocument.presentationml.tags+xml"/>
  <Override PartName="/ppt/tags/tag1170.xml" ContentType="application/vnd.openxmlformats-officedocument.presentationml.tags+xml"/>
  <Override PartName="/ppt/tags/tag1171.xml" ContentType="application/vnd.openxmlformats-officedocument.presentationml.tags+xml"/>
  <Override PartName="/ppt/tags/tag1172.xml" ContentType="application/vnd.openxmlformats-officedocument.presentationml.tags+xml"/>
  <Override PartName="/ppt/tags/tag1173.xml" ContentType="application/vnd.openxmlformats-officedocument.presentationml.tags+xml"/>
  <Override PartName="/ppt/tags/tag1174.xml" ContentType="application/vnd.openxmlformats-officedocument.presentationml.tags+xml"/>
  <Override PartName="/ppt/tags/tag1175.xml" ContentType="application/vnd.openxmlformats-officedocument.presentationml.tags+xml"/>
  <Override PartName="/ppt/tags/tag1176.xml" ContentType="application/vnd.openxmlformats-officedocument.presentationml.tags+xml"/>
  <Override PartName="/ppt/tags/tag1177.xml" ContentType="application/vnd.openxmlformats-officedocument.presentationml.tags+xml"/>
  <Override PartName="/ppt/tags/tag1178.xml" ContentType="application/vnd.openxmlformats-officedocument.presentationml.tags+xml"/>
  <Override PartName="/ppt/tags/tag1179.xml" ContentType="application/vnd.openxmlformats-officedocument.presentationml.tags+xml"/>
  <Override PartName="/ppt/tags/tag1180.xml" ContentType="application/vnd.openxmlformats-officedocument.presentationml.tags+xml"/>
  <Override PartName="/ppt/tags/tag1181.xml" ContentType="application/vnd.openxmlformats-officedocument.presentationml.tags+xml"/>
  <Override PartName="/ppt/tags/tag1182.xml" ContentType="application/vnd.openxmlformats-officedocument.presentationml.tags+xml"/>
  <Override PartName="/ppt/tags/tag1183.xml" ContentType="application/vnd.openxmlformats-officedocument.presentationml.tags+xml"/>
  <Override PartName="/ppt/tags/tag1184.xml" ContentType="application/vnd.openxmlformats-officedocument.presentationml.tags+xml"/>
  <Override PartName="/ppt/tags/tag1185.xml" ContentType="application/vnd.openxmlformats-officedocument.presentationml.tags+xml"/>
  <Override PartName="/ppt/tags/tag1186.xml" ContentType="application/vnd.openxmlformats-officedocument.presentationml.tags+xml"/>
  <Override PartName="/ppt/tags/tag1187.xml" ContentType="application/vnd.openxmlformats-officedocument.presentationml.tags+xml"/>
  <Override PartName="/ppt/tags/tag1188.xml" ContentType="application/vnd.openxmlformats-officedocument.presentationml.tags+xml"/>
  <Override PartName="/ppt/tags/tag1189.xml" ContentType="application/vnd.openxmlformats-officedocument.presentationml.tags+xml"/>
  <Override PartName="/ppt/tags/tag1190.xml" ContentType="application/vnd.openxmlformats-officedocument.presentationml.tags+xml"/>
  <Override PartName="/ppt/tags/tag1191.xml" ContentType="application/vnd.openxmlformats-officedocument.presentationml.tags+xml"/>
  <Override PartName="/ppt/tags/tag1192.xml" ContentType="application/vnd.openxmlformats-officedocument.presentationml.tags+xml"/>
  <Override PartName="/ppt/tags/tag1193.xml" ContentType="application/vnd.openxmlformats-officedocument.presentationml.tags+xml"/>
  <Override PartName="/ppt/tags/tag1194.xml" ContentType="application/vnd.openxmlformats-officedocument.presentationml.tags+xml"/>
  <Override PartName="/ppt/tags/tag1195.xml" ContentType="application/vnd.openxmlformats-officedocument.presentationml.tags+xml"/>
  <Override PartName="/ppt/tags/tag1196.xml" ContentType="application/vnd.openxmlformats-officedocument.presentationml.tags+xml"/>
  <Override PartName="/ppt/tags/tag1197.xml" ContentType="application/vnd.openxmlformats-officedocument.presentationml.tags+xml"/>
  <Override PartName="/ppt/tags/tag1198.xml" ContentType="application/vnd.openxmlformats-officedocument.presentationml.tags+xml"/>
  <Override PartName="/ppt/tags/tag1199.xml" ContentType="application/vnd.openxmlformats-officedocument.presentationml.tags+xml"/>
  <Override PartName="/ppt/tags/tag1200.xml" ContentType="application/vnd.openxmlformats-officedocument.presentationml.tags+xml"/>
  <Override PartName="/ppt/tags/tag1201.xml" ContentType="application/vnd.openxmlformats-officedocument.presentationml.tags+xml"/>
  <Override PartName="/ppt/tags/tag1202.xml" ContentType="application/vnd.openxmlformats-officedocument.presentationml.tags+xml"/>
  <Override PartName="/ppt/tags/tag1203.xml" ContentType="application/vnd.openxmlformats-officedocument.presentationml.tags+xml"/>
  <Override PartName="/ppt/tags/tag1204.xml" ContentType="application/vnd.openxmlformats-officedocument.presentationml.tags+xml"/>
  <Override PartName="/ppt/tags/tag1205.xml" ContentType="application/vnd.openxmlformats-officedocument.presentationml.tags+xml"/>
  <Override PartName="/ppt/tags/tag1206.xml" ContentType="application/vnd.openxmlformats-officedocument.presentationml.tags+xml"/>
  <Override PartName="/ppt/tags/tag1207.xml" ContentType="application/vnd.openxmlformats-officedocument.presentationml.tags+xml"/>
  <Override PartName="/ppt/tags/tag1208.xml" ContentType="application/vnd.openxmlformats-officedocument.presentationml.tags+xml"/>
  <Override PartName="/ppt/tags/tag1209.xml" ContentType="application/vnd.openxmlformats-officedocument.presentationml.tags+xml"/>
  <Override PartName="/ppt/tags/tag1210.xml" ContentType="application/vnd.openxmlformats-officedocument.presentationml.tags+xml"/>
  <Override PartName="/ppt/tags/tag1211.xml" ContentType="application/vnd.openxmlformats-officedocument.presentationml.tags+xml"/>
  <Override PartName="/ppt/tags/tag1212.xml" ContentType="application/vnd.openxmlformats-officedocument.presentationml.tags+xml"/>
  <Override PartName="/ppt/tags/tag1213.xml" ContentType="application/vnd.openxmlformats-officedocument.presentationml.tags+xml"/>
  <Override PartName="/ppt/tags/tag1214.xml" ContentType="application/vnd.openxmlformats-officedocument.presentationml.tags+xml"/>
  <Override PartName="/ppt/tags/tag1215.xml" ContentType="application/vnd.openxmlformats-officedocument.presentationml.tags+xml"/>
  <Override PartName="/ppt/tags/tag1216.xml" ContentType="application/vnd.openxmlformats-officedocument.presentationml.tags+xml"/>
  <Override PartName="/ppt/tags/tag1217.xml" ContentType="application/vnd.openxmlformats-officedocument.presentationml.tags+xml"/>
  <Override PartName="/ppt/tags/tag1218.xml" ContentType="application/vnd.openxmlformats-officedocument.presentationml.tags+xml"/>
  <Override PartName="/ppt/tags/tag1219.xml" ContentType="application/vnd.openxmlformats-officedocument.presentationml.tags+xml"/>
  <Override PartName="/ppt/tags/tag1220.xml" ContentType="application/vnd.openxmlformats-officedocument.presentationml.tags+xml"/>
  <Override PartName="/ppt/tags/tag1221.xml" ContentType="application/vnd.openxmlformats-officedocument.presentationml.tags+xml"/>
  <Override PartName="/ppt/tags/tag1222.xml" ContentType="application/vnd.openxmlformats-officedocument.presentationml.tags+xml"/>
  <Override PartName="/ppt/tags/tag1223.xml" ContentType="application/vnd.openxmlformats-officedocument.presentationml.tags+xml"/>
  <Override PartName="/ppt/tags/tag1224.xml" ContentType="application/vnd.openxmlformats-officedocument.presentationml.tags+xml"/>
  <Override PartName="/ppt/tags/tag1225.xml" ContentType="application/vnd.openxmlformats-officedocument.presentationml.tags+xml"/>
  <Override PartName="/ppt/tags/tag1226.xml" ContentType="application/vnd.openxmlformats-officedocument.presentationml.tags+xml"/>
  <Override PartName="/ppt/tags/tag1227.xml" ContentType="application/vnd.openxmlformats-officedocument.presentationml.tags+xml"/>
  <Override PartName="/ppt/tags/tag1228.xml" ContentType="application/vnd.openxmlformats-officedocument.presentationml.tags+xml"/>
  <Override PartName="/ppt/tags/tag1229.xml" ContentType="application/vnd.openxmlformats-officedocument.presentationml.tags+xml"/>
  <Override PartName="/ppt/tags/tag1230.xml" ContentType="application/vnd.openxmlformats-officedocument.presentationml.tags+xml"/>
  <Override PartName="/ppt/tags/tag1231.xml" ContentType="application/vnd.openxmlformats-officedocument.presentationml.tags+xml"/>
  <Override PartName="/ppt/tags/tag1232.xml" ContentType="application/vnd.openxmlformats-officedocument.presentationml.tags+xml"/>
  <Override PartName="/ppt/tags/tag1233.xml" ContentType="application/vnd.openxmlformats-officedocument.presentationml.tags+xml"/>
  <Override PartName="/ppt/tags/tag1234.xml" ContentType="application/vnd.openxmlformats-officedocument.presentationml.tags+xml"/>
  <Override PartName="/ppt/tags/tag1235.xml" ContentType="application/vnd.openxmlformats-officedocument.presentationml.tags+xml"/>
  <Override PartName="/ppt/tags/tag1236.xml" ContentType="application/vnd.openxmlformats-officedocument.presentationml.tags+xml"/>
  <Override PartName="/ppt/tags/tag1237.xml" ContentType="application/vnd.openxmlformats-officedocument.presentationml.tags+xml"/>
  <Override PartName="/ppt/tags/tag1238.xml" ContentType="application/vnd.openxmlformats-officedocument.presentationml.tags+xml"/>
  <Override PartName="/ppt/tags/tag1239.xml" ContentType="application/vnd.openxmlformats-officedocument.presentationml.tags+xml"/>
  <Override PartName="/ppt/tags/tag1240.xml" ContentType="application/vnd.openxmlformats-officedocument.presentationml.tags+xml"/>
  <Override PartName="/ppt/tags/tag1241.xml" ContentType="application/vnd.openxmlformats-officedocument.presentationml.tags+xml"/>
  <Override PartName="/ppt/tags/tag1242.xml" ContentType="application/vnd.openxmlformats-officedocument.presentationml.tags+xml"/>
  <Override PartName="/ppt/tags/tag1243.xml" ContentType="application/vnd.openxmlformats-officedocument.presentationml.tags+xml"/>
  <Override PartName="/ppt/tags/tag1244.xml" ContentType="application/vnd.openxmlformats-officedocument.presentationml.tags+xml"/>
  <Override PartName="/ppt/tags/tag1245.xml" ContentType="application/vnd.openxmlformats-officedocument.presentationml.tags+xml"/>
  <Override PartName="/ppt/tags/tag1246.xml" ContentType="application/vnd.openxmlformats-officedocument.presentationml.tags+xml"/>
  <Override PartName="/ppt/tags/tag1247.xml" ContentType="application/vnd.openxmlformats-officedocument.presentationml.tags+xml"/>
  <Override PartName="/ppt/tags/tag1248.xml" ContentType="application/vnd.openxmlformats-officedocument.presentationml.tags+xml"/>
  <Override PartName="/ppt/tags/tag1249.xml" ContentType="application/vnd.openxmlformats-officedocument.presentationml.tags+xml"/>
  <Override PartName="/ppt/tags/tag1250.xml" ContentType="application/vnd.openxmlformats-officedocument.presentationml.tags+xml"/>
  <Override PartName="/ppt/tags/tag1251.xml" ContentType="application/vnd.openxmlformats-officedocument.presentationml.tags+xml"/>
  <Override PartName="/ppt/tags/tag1252.xml" ContentType="application/vnd.openxmlformats-officedocument.presentationml.tags+xml"/>
  <Override PartName="/ppt/tags/tag1253.xml" ContentType="application/vnd.openxmlformats-officedocument.presentationml.tags+xml"/>
  <Override PartName="/ppt/tags/tag1254.xml" ContentType="application/vnd.openxmlformats-officedocument.presentationml.tags+xml"/>
  <Override PartName="/ppt/tags/tag1255.xml" ContentType="application/vnd.openxmlformats-officedocument.presentationml.tags+xml"/>
  <Override PartName="/ppt/tags/tag1256.xml" ContentType="application/vnd.openxmlformats-officedocument.presentationml.tags+xml"/>
  <Override PartName="/ppt/tags/tag1257.xml" ContentType="application/vnd.openxmlformats-officedocument.presentationml.tags+xml"/>
  <Override PartName="/ppt/tags/tag1258.xml" ContentType="application/vnd.openxmlformats-officedocument.presentationml.tags+xml"/>
  <Override PartName="/ppt/tags/tag1259.xml" ContentType="application/vnd.openxmlformats-officedocument.presentationml.tags+xml"/>
  <Override PartName="/ppt/tags/tag1260.xml" ContentType="application/vnd.openxmlformats-officedocument.presentationml.tags+xml"/>
  <Override PartName="/ppt/tags/tag1261.xml" ContentType="application/vnd.openxmlformats-officedocument.presentationml.tags+xml"/>
  <Override PartName="/ppt/tags/tag1262.xml" ContentType="application/vnd.openxmlformats-officedocument.presentationml.tags+xml"/>
  <Override PartName="/ppt/tags/tag1263.xml" ContentType="application/vnd.openxmlformats-officedocument.presentationml.tags+xml"/>
  <Override PartName="/ppt/tags/tag1264.xml" ContentType="application/vnd.openxmlformats-officedocument.presentationml.tags+xml"/>
  <Override PartName="/ppt/tags/tag1265.xml" ContentType="application/vnd.openxmlformats-officedocument.presentationml.tags+xml"/>
  <Override PartName="/ppt/tags/tag1266.xml" ContentType="application/vnd.openxmlformats-officedocument.presentationml.tags+xml"/>
  <Override PartName="/ppt/tags/tag1267.xml" ContentType="application/vnd.openxmlformats-officedocument.presentationml.tags+xml"/>
  <Override PartName="/ppt/tags/tag1268.xml" ContentType="application/vnd.openxmlformats-officedocument.presentationml.tags+xml"/>
  <Override PartName="/ppt/tags/tag1269.xml" ContentType="application/vnd.openxmlformats-officedocument.presentationml.tags+xml"/>
  <Override PartName="/ppt/tags/tag1270.xml" ContentType="application/vnd.openxmlformats-officedocument.presentationml.tags+xml"/>
  <Override PartName="/ppt/tags/tag1271.xml" ContentType="application/vnd.openxmlformats-officedocument.presentationml.tags+xml"/>
  <Override PartName="/ppt/tags/tag1272.xml" ContentType="application/vnd.openxmlformats-officedocument.presentationml.tags+xml"/>
  <Override PartName="/ppt/tags/tag1273.xml" ContentType="application/vnd.openxmlformats-officedocument.presentationml.tags+xml"/>
  <Override PartName="/ppt/tags/tag1274.xml" ContentType="application/vnd.openxmlformats-officedocument.presentationml.tags+xml"/>
  <Override PartName="/ppt/tags/tag1275.xml" ContentType="application/vnd.openxmlformats-officedocument.presentationml.tags+xml"/>
  <Override PartName="/ppt/tags/tag1276.xml" ContentType="application/vnd.openxmlformats-officedocument.presentationml.tags+xml"/>
  <Override PartName="/ppt/tags/tag1277.xml" ContentType="application/vnd.openxmlformats-officedocument.presentationml.tags+xml"/>
  <Override PartName="/ppt/tags/tag1278.xml" ContentType="application/vnd.openxmlformats-officedocument.presentationml.tags+xml"/>
  <Override PartName="/ppt/tags/tag1279.xml" ContentType="application/vnd.openxmlformats-officedocument.presentationml.tags+xml"/>
  <Override PartName="/ppt/tags/tag1280.xml" ContentType="application/vnd.openxmlformats-officedocument.presentationml.tags+xml"/>
  <Override PartName="/ppt/tags/tag1281.xml" ContentType="application/vnd.openxmlformats-officedocument.presentationml.tags+xml"/>
  <Override PartName="/ppt/tags/tag1282.xml" ContentType="application/vnd.openxmlformats-officedocument.presentationml.tags+xml"/>
  <Override PartName="/ppt/tags/tag1283.xml" ContentType="application/vnd.openxmlformats-officedocument.presentationml.tags+xml"/>
  <Override PartName="/ppt/tags/tag1284.xml" ContentType="application/vnd.openxmlformats-officedocument.presentationml.tags+xml"/>
  <Override PartName="/ppt/tags/tag1285.xml" ContentType="application/vnd.openxmlformats-officedocument.presentationml.tags+xml"/>
  <Override PartName="/ppt/tags/tag1286.xml" ContentType="application/vnd.openxmlformats-officedocument.presentationml.tags+xml"/>
  <Override PartName="/ppt/tags/tag1287.xml" ContentType="application/vnd.openxmlformats-officedocument.presentationml.tags+xml"/>
  <Override PartName="/ppt/tags/tag1288.xml" ContentType="application/vnd.openxmlformats-officedocument.presentationml.tags+xml"/>
  <Override PartName="/ppt/tags/tag1289.xml" ContentType="application/vnd.openxmlformats-officedocument.presentationml.tags+xml"/>
  <Override PartName="/ppt/tags/tag1290.xml" ContentType="application/vnd.openxmlformats-officedocument.presentationml.tags+xml"/>
  <Override PartName="/ppt/tags/tag1291.xml" ContentType="application/vnd.openxmlformats-officedocument.presentationml.tags+xml"/>
  <Override PartName="/ppt/tags/tag1292.xml" ContentType="application/vnd.openxmlformats-officedocument.presentationml.tags+xml"/>
  <Override PartName="/ppt/tags/tag1293.xml" ContentType="application/vnd.openxmlformats-officedocument.presentationml.tags+xml"/>
  <Override PartName="/ppt/tags/tag1294.xml" ContentType="application/vnd.openxmlformats-officedocument.presentationml.tags+xml"/>
  <Override PartName="/ppt/tags/tag1295.xml" ContentType="application/vnd.openxmlformats-officedocument.presentationml.tags+xml"/>
  <Override PartName="/ppt/tags/tag1296.xml" ContentType="application/vnd.openxmlformats-officedocument.presentationml.tags+xml"/>
  <Override PartName="/ppt/tags/tag1297.xml" ContentType="application/vnd.openxmlformats-officedocument.presentationml.tags+xml"/>
  <Override PartName="/ppt/tags/tag1298.xml" ContentType="application/vnd.openxmlformats-officedocument.presentationml.tags+xml"/>
  <Override PartName="/ppt/tags/tag1299.xml" ContentType="application/vnd.openxmlformats-officedocument.presentationml.tags+xml"/>
  <Override PartName="/ppt/tags/tag1300.xml" ContentType="application/vnd.openxmlformats-officedocument.presentationml.tags+xml"/>
  <Override PartName="/ppt/tags/tag1301.xml" ContentType="application/vnd.openxmlformats-officedocument.presentationml.tags+xml"/>
  <Override PartName="/ppt/tags/tag1302.xml" ContentType="application/vnd.openxmlformats-officedocument.presentationml.tags+xml"/>
  <Override PartName="/ppt/tags/tag1303.xml" ContentType="application/vnd.openxmlformats-officedocument.presentationml.tags+xml"/>
  <Override PartName="/ppt/tags/tag1304.xml" ContentType="application/vnd.openxmlformats-officedocument.presentationml.tags+xml"/>
  <Override PartName="/ppt/tags/tag1305.xml" ContentType="application/vnd.openxmlformats-officedocument.presentationml.tags+xml"/>
  <Override PartName="/ppt/tags/tag1306.xml" ContentType="application/vnd.openxmlformats-officedocument.presentationml.tags+xml"/>
  <Override PartName="/ppt/tags/tag1307.xml" ContentType="application/vnd.openxmlformats-officedocument.presentationml.tags+xml"/>
  <Override PartName="/ppt/tags/tag1308.xml" ContentType="application/vnd.openxmlformats-officedocument.presentationml.tags+xml"/>
  <Override PartName="/ppt/tags/tag1309.xml" ContentType="application/vnd.openxmlformats-officedocument.presentationml.tags+xml"/>
  <Override PartName="/ppt/tags/tag1310.xml" ContentType="application/vnd.openxmlformats-officedocument.presentationml.tags+xml"/>
  <Override PartName="/ppt/tags/tag1311.xml" ContentType="application/vnd.openxmlformats-officedocument.presentationml.tags+xml"/>
  <Override PartName="/ppt/tags/tag1312.xml" ContentType="application/vnd.openxmlformats-officedocument.presentationml.tags+xml"/>
  <Override PartName="/ppt/tags/tag1313.xml" ContentType="application/vnd.openxmlformats-officedocument.presentationml.tags+xml"/>
  <Override PartName="/ppt/tags/tag1314.xml" ContentType="application/vnd.openxmlformats-officedocument.presentationml.tags+xml"/>
  <Override PartName="/ppt/tags/tag1315.xml" ContentType="application/vnd.openxmlformats-officedocument.presentationml.tags+xml"/>
  <Override PartName="/ppt/tags/tag1316.xml" ContentType="application/vnd.openxmlformats-officedocument.presentationml.tags+xml"/>
  <Override PartName="/ppt/tags/tag1317.xml" ContentType="application/vnd.openxmlformats-officedocument.presentationml.tags+xml"/>
  <Override PartName="/ppt/tags/tag1318.xml" ContentType="application/vnd.openxmlformats-officedocument.presentationml.tags+xml"/>
  <Override PartName="/ppt/tags/tag1319.xml" ContentType="application/vnd.openxmlformats-officedocument.presentationml.tags+xml"/>
  <Override PartName="/ppt/tags/tag1320.xml" ContentType="application/vnd.openxmlformats-officedocument.presentationml.tags+xml"/>
  <Override PartName="/ppt/tags/tag1321.xml" ContentType="application/vnd.openxmlformats-officedocument.presentationml.tags+xml"/>
  <Override PartName="/ppt/tags/tag1322.xml" ContentType="application/vnd.openxmlformats-officedocument.presentationml.tags+xml"/>
  <Override PartName="/ppt/tags/tag1323.xml" ContentType="application/vnd.openxmlformats-officedocument.presentationml.tags+xml"/>
  <Override PartName="/ppt/tags/tag1324.xml" ContentType="application/vnd.openxmlformats-officedocument.presentationml.tags+xml"/>
  <Override PartName="/ppt/tags/tag1325.xml" ContentType="application/vnd.openxmlformats-officedocument.presentationml.tags+xml"/>
  <Override PartName="/ppt/tags/tag1326.xml" ContentType="application/vnd.openxmlformats-officedocument.presentationml.tags+xml"/>
  <Override PartName="/ppt/tags/tag1327.xml" ContentType="application/vnd.openxmlformats-officedocument.presentationml.tags+xml"/>
  <Override PartName="/ppt/tags/tag1328.xml" ContentType="application/vnd.openxmlformats-officedocument.presentationml.tags+xml"/>
  <Override PartName="/ppt/tags/tag1329.xml" ContentType="application/vnd.openxmlformats-officedocument.presentationml.tags+xml"/>
  <Override PartName="/ppt/tags/tag1330.xml" ContentType="application/vnd.openxmlformats-officedocument.presentationml.tags+xml"/>
  <Override PartName="/ppt/tags/tag1331.xml" ContentType="application/vnd.openxmlformats-officedocument.presentationml.tags+xml"/>
  <Override PartName="/ppt/tags/tag1332.xml" ContentType="application/vnd.openxmlformats-officedocument.presentationml.tags+xml"/>
  <Override PartName="/ppt/tags/tag1333.xml" ContentType="application/vnd.openxmlformats-officedocument.presentationml.tags+xml"/>
  <Override PartName="/ppt/tags/tag1334.xml" ContentType="application/vnd.openxmlformats-officedocument.presentationml.tags+xml"/>
  <Override PartName="/ppt/tags/tag1335.xml" ContentType="application/vnd.openxmlformats-officedocument.presentationml.tags+xml"/>
  <Override PartName="/ppt/tags/tag1336.xml" ContentType="application/vnd.openxmlformats-officedocument.presentationml.tags+xml"/>
  <Override PartName="/ppt/tags/tag1337.xml" ContentType="application/vnd.openxmlformats-officedocument.presentationml.tags+xml"/>
  <Override PartName="/ppt/tags/tag1338.xml" ContentType="application/vnd.openxmlformats-officedocument.presentationml.tags+xml"/>
  <Override PartName="/ppt/tags/tag1339.xml" ContentType="application/vnd.openxmlformats-officedocument.presentationml.tags+xml"/>
  <Override PartName="/ppt/tags/tag1340.xml" ContentType="application/vnd.openxmlformats-officedocument.presentationml.tags+xml"/>
  <Override PartName="/ppt/tags/tag1341.xml" ContentType="application/vnd.openxmlformats-officedocument.presentationml.tags+xml"/>
  <Override PartName="/ppt/tags/tag1342.xml" ContentType="application/vnd.openxmlformats-officedocument.presentationml.tags+xml"/>
  <Override PartName="/ppt/tags/tag1343.xml" ContentType="application/vnd.openxmlformats-officedocument.presentationml.tags+xml"/>
  <Override PartName="/ppt/tags/tag1344.xml" ContentType="application/vnd.openxmlformats-officedocument.presentationml.tags+xml"/>
  <Override PartName="/ppt/tags/tag1345.xml" ContentType="application/vnd.openxmlformats-officedocument.presentationml.tags+xml"/>
  <Override PartName="/ppt/tags/tag1346.xml" ContentType="application/vnd.openxmlformats-officedocument.presentationml.tags+xml"/>
  <Override PartName="/ppt/tags/tag1347.xml" ContentType="application/vnd.openxmlformats-officedocument.presentationml.tags+xml"/>
  <Override PartName="/ppt/tags/tag1348.xml" ContentType="application/vnd.openxmlformats-officedocument.presentationml.tags+xml"/>
  <Override PartName="/ppt/tags/tag1349.xml" ContentType="application/vnd.openxmlformats-officedocument.presentationml.tags+xml"/>
  <Override PartName="/ppt/tags/tag1350.xml" ContentType="application/vnd.openxmlformats-officedocument.presentationml.tags+xml"/>
  <Override PartName="/ppt/tags/tag1351.xml" ContentType="application/vnd.openxmlformats-officedocument.presentationml.tags+xml"/>
  <Override PartName="/ppt/tags/tag1352.xml" ContentType="application/vnd.openxmlformats-officedocument.presentationml.tags+xml"/>
  <Override PartName="/ppt/tags/tag1353.xml" ContentType="application/vnd.openxmlformats-officedocument.presentationml.tags+xml"/>
  <Override PartName="/ppt/tags/tag1354.xml" ContentType="application/vnd.openxmlformats-officedocument.presentationml.tags+xml"/>
  <Override PartName="/ppt/tags/tag1355.xml" ContentType="application/vnd.openxmlformats-officedocument.presentationml.tags+xml"/>
  <Override PartName="/ppt/tags/tag1356.xml" ContentType="application/vnd.openxmlformats-officedocument.presentationml.tags+xml"/>
  <Override PartName="/ppt/tags/tag1357.xml" ContentType="application/vnd.openxmlformats-officedocument.presentationml.tags+xml"/>
  <Override PartName="/ppt/tags/tag1358.xml" ContentType="application/vnd.openxmlformats-officedocument.presentationml.tags+xml"/>
  <Override PartName="/ppt/tags/tag1359.xml" ContentType="application/vnd.openxmlformats-officedocument.presentationml.tags+xml"/>
  <Override PartName="/ppt/tags/tag1360.xml" ContentType="application/vnd.openxmlformats-officedocument.presentationml.tags+xml"/>
  <Override PartName="/ppt/tags/tag1361.xml" ContentType="application/vnd.openxmlformats-officedocument.presentationml.tags+xml"/>
  <Override PartName="/ppt/tags/tag1362.xml" ContentType="application/vnd.openxmlformats-officedocument.presentationml.tags+xml"/>
  <Override PartName="/ppt/tags/tag1363.xml" ContentType="application/vnd.openxmlformats-officedocument.presentationml.tags+xml"/>
  <Override PartName="/ppt/tags/tag1364.xml" ContentType="application/vnd.openxmlformats-officedocument.presentationml.tags+xml"/>
  <Override PartName="/ppt/tags/tag1365.xml" ContentType="application/vnd.openxmlformats-officedocument.presentationml.tags+xml"/>
  <Override PartName="/ppt/tags/tag1366.xml" ContentType="application/vnd.openxmlformats-officedocument.presentationml.tags+xml"/>
  <Override PartName="/ppt/tags/tag1367.xml" ContentType="application/vnd.openxmlformats-officedocument.presentationml.tags+xml"/>
  <Override PartName="/ppt/tags/tag1368.xml" ContentType="application/vnd.openxmlformats-officedocument.presentationml.tags+xml"/>
  <Override PartName="/ppt/tags/tag1369.xml" ContentType="application/vnd.openxmlformats-officedocument.presentationml.tags+xml"/>
  <Override PartName="/ppt/tags/tag1370.xml" ContentType="application/vnd.openxmlformats-officedocument.presentationml.tags+xml"/>
  <Override PartName="/ppt/tags/tag1371.xml" ContentType="application/vnd.openxmlformats-officedocument.presentationml.tags+xml"/>
  <Override PartName="/ppt/tags/tag1372.xml" ContentType="application/vnd.openxmlformats-officedocument.presentationml.tags+xml"/>
  <Override PartName="/ppt/tags/tag1373.xml" ContentType="application/vnd.openxmlformats-officedocument.presentationml.tags+xml"/>
  <Override PartName="/ppt/tags/tag1374.xml" ContentType="application/vnd.openxmlformats-officedocument.presentationml.tags+xml"/>
  <Override PartName="/ppt/tags/tag1375.xml" ContentType="application/vnd.openxmlformats-officedocument.presentationml.tags+xml"/>
  <Override PartName="/ppt/tags/tag1376.xml" ContentType="application/vnd.openxmlformats-officedocument.presentationml.tags+xml"/>
  <Override PartName="/ppt/tags/tag1377.xml" ContentType="application/vnd.openxmlformats-officedocument.presentationml.tags+xml"/>
  <Override PartName="/ppt/tags/tag1378.xml" ContentType="application/vnd.openxmlformats-officedocument.presentationml.tags+xml"/>
  <Override PartName="/ppt/tags/tag1379.xml" ContentType="application/vnd.openxmlformats-officedocument.presentationml.tags+xml"/>
  <Override PartName="/ppt/tags/tag1380.xml" ContentType="application/vnd.openxmlformats-officedocument.presentationml.tags+xml"/>
  <Override PartName="/ppt/tags/tag1381.xml" ContentType="application/vnd.openxmlformats-officedocument.presentationml.tags+xml"/>
  <Override PartName="/ppt/tags/tag1382.xml" ContentType="application/vnd.openxmlformats-officedocument.presentationml.tags+xml"/>
  <Override PartName="/ppt/tags/tag1383.xml" ContentType="application/vnd.openxmlformats-officedocument.presentationml.tags+xml"/>
  <Override PartName="/ppt/tags/tag1384.xml" ContentType="application/vnd.openxmlformats-officedocument.presentationml.tags+xml"/>
  <Override PartName="/ppt/tags/tag1385.xml" ContentType="application/vnd.openxmlformats-officedocument.presentationml.tags+xml"/>
  <Override PartName="/ppt/tags/tag1386.xml" ContentType="application/vnd.openxmlformats-officedocument.presentationml.tags+xml"/>
  <Override PartName="/ppt/tags/tag1387.xml" ContentType="application/vnd.openxmlformats-officedocument.presentationml.tags+xml"/>
  <Override PartName="/ppt/tags/tag1388.xml" ContentType="application/vnd.openxmlformats-officedocument.presentationml.tags+xml"/>
  <Override PartName="/ppt/tags/tag1389.xml" ContentType="application/vnd.openxmlformats-officedocument.presentationml.tags+xml"/>
  <Override PartName="/ppt/tags/tag1390.xml" ContentType="application/vnd.openxmlformats-officedocument.presentationml.tags+xml"/>
  <Override PartName="/ppt/tags/tag1391.xml" ContentType="application/vnd.openxmlformats-officedocument.presentationml.tags+xml"/>
  <Override PartName="/ppt/tags/tag1392.xml" ContentType="application/vnd.openxmlformats-officedocument.presentationml.tags+xml"/>
  <Override PartName="/ppt/tags/tag1393.xml" ContentType="application/vnd.openxmlformats-officedocument.presentationml.tags+xml"/>
  <Override PartName="/ppt/tags/tag1394.xml" ContentType="application/vnd.openxmlformats-officedocument.presentationml.tags+xml"/>
  <Override PartName="/ppt/tags/tag1395.xml" ContentType="application/vnd.openxmlformats-officedocument.presentationml.tags+xml"/>
  <Override PartName="/ppt/tags/tag1396.xml" ContentType="application/vnd.openxmlformats-officedocument.presentationml.tags+xml"/>
  <Override PartName="/ppt/tags/tag1397.xml" ContentType="application/vnd.openxmlformats-officedocument.presentationml.tags+xml"/>
  <Override PartName="/ppt/tags/tag1398.xml" ContentType="application/vnd.openxmlformats-officedocument.presentationml.tags+xml"/>
  <Override PartName="/ppt/tags/tag1399.xml" ContentType="application/vnd.openxmlformats-officedocument.presentationml.tags+xml"/>
  <Override PartName="/ppt/tags/tag1400.xml" ContentType="application/vnd.openxmlformats-officedocument.presentationml.tags+xml"/>
  <Override PartName="/ppt/tags/tag1401.xml" ContentType="application/vnd.openxmlformats-officedocument.presentationml.tags+xml"/>
  <Override PartName="/ppt/tags/tag1402.xml" ContentType="application/vnd.openxmlformats-officedocument.presentationml.tags+xml"/>
  <Override PartName="/ppt/tags/tag1403.xml" ContentType="application/vnd.openxmlformats-officedocument.presentationml.tags+xml"/>
  <Override PartName="/ppt/tags/tag1404.xml" ContentType="application/vnd.openxmlformats-officedocument.presentationml.tags+xml"/>
  <Override PartName="/ppt/tags/tag1405.xml" ContentType="application/vnd.openxmlformats-officedocument.presentationml.tags+xml"/>
  <Override PartName="/ppt/tags/tag1406.xml" ContentType="application/vnd.openxmlformats-officedocument.presentationml.tags+xml"/>
  <Override PartName="/ppt/tags/tag1407.xml" ContentType="application/vnd.openxmlformats-officedocument.presentationml.tags+xml"/>
  <Override PartName="/ppt/tags/tag1408.xml" ContentType="application/vnd.openxmlformats-officedocument.presentationml.tags+xml"/>
  <Override PartName="/ppt/tags/tag1409.xml" ContentType="application/vnd.openxmlformats-officedocument.presentationml.tags+xml"/>
  <Override PartName="/ppt/tags/tag1410.xml" ContentType="application/vnd.openxmlformats-officedocument.presentationml.tags+xml"/>
  <Override PartName="/ppt/tags/tag1411.xml" ContentType="application/vnd.openxmlformats-officedocument.presentationml.tags+xml"/>
  <Override PartName="/ppt/tags/tag1412.xml" ContentType="application/vnd.openxmlformats-officedocument.presentationml.tags+xml"/>
  <Override PartName="/ppt/tags/tag1413.xml" ContentType="application/vnd.openxmlformats-officedocument.presentationml.tags+xml"/>
  <Override PartName="/ppt/tags/tag1414.xml" ContentType="application/vnd.openxmlformats-officedocument.presentationml.tags+xml"/>
  <Override PartName="/ppt/tags/tag1415.xml" ContentType="application/vnd.openxmlformats-officedocument.presentationml.tags+xml"/>
  <Override PartName="/ppt/tags/tag1416.xml" ContentType="application/vnd.openxmlformats-officedocument.presentationml.tags+xml"/>
  <Override PartName="/ppt/tags/tag1417.xml" ContentType="application/vnd.openxmlformats-officedocument.presentationml.tags+xml"/>
  <Override PartName="/ppt/tags/tag1418.xml" ContentType="application/vnd.openxmlformats-officedocument.presentationml.tags+xml"/>
  <Override PartName="/ppt/tags/tag1419.xml" ContentType="application/vnd.openxmlformats-officedocument.presentationml.tags+xml"/>
  <Override PartName="/ppt/tags/tag1420.xml" ContentType="application/vnd.openxmlformats-officedocument.presentationml.tags+xml"/>
  <Override PartName="/ppt/tags/tag1421.xml" ContentType="application/vnd.openxmlformats-officedocument.presentationml.tags+xml"/>
  <Override PartName="/ppt/tags/tag1422.xml" ContentType="application/vnd.openxmlformats-officedocument.presentationml.tags+xml"/>
  <Override PartName="/ppt/tags/tag1423.xml" ContentType="application/vnd.openxmlformats-officedocument.presentationml.tags+xml"/>
  <Override PartName="/ppt/tags/tag1424.xml" ContentType="application/vnd.openxmlformats-officedocument.presentationml.tags+xml"/>
  <Override PartName="/ppt/tags/tag1425.xml" ContentType="application/vnd.openxmlformats-officedocument.presentationml.tags+xml"/>
  <Override PartName="/ppt/tags/tag1426.xml" ContentType="application/vnd.openxmlformats-officedocument.presentationml.tags+xml"/>
  <Override PartName="/ppt/tags/tag1427.xml" ContentType="application/vnd.openxmlformats-officedocument.presentationml.tags+xml"/>
  <Override PartName="/ppt/tags/tag1428.xml" ContentType="application/vnd.openxmlformats-officedocument.presentationml.tags+xml"/>
  <Override PartName="/ppt/tags/tag1429.xml" ContentType="application/vnd.openxmlformats-officedocument.presentationml.tags+xml"/>
  <Override PartName="/ppt/tags/tag1430.xml" ContentType="application/vnd.openxmlformats-officedocument.presentationml.tags+xml"/>
  <Override PartName="/ppt/tags/tag1431.xml" ContentType="application/vnd.openxmlformats-officedocument.presentationml.tags+xml"/>
  <Override PartName="/ppt/tags/tag1432.xml" ContentType="application/vnd.openxmlformats-officedocument.presentationml.tags+xml"/>
  <Override PartName="/ppt/tags/tag1433.xml" ContentType="application/vnd.openxmlformats-officedocument.presentationml.tags+xml"/>
  <Override PartName="/ppt/tags/tag1434.xml" ContentType="application/vnd.openxmlformats-officedocument.presentationml.tags+xml"/>
  <Override PartName="/ppt/tags/tag1435.xml" ContentType="application/vnd.openxmlformats-officedocument.presentationml.tags+xml"/>
  <Override PartName="/ppt/tags/tag1436.xml" ContentType="application/vnd.openxmlformats-officedocument.presentationml.tags+xml"/>
  <Override PartName="/ppt/tags/tag1437.xml" ContentType="application/vnd.openxmlformats-officedocument.presentationml.tags+xml"/>
  <Override PartName="/ppt/tags/tag1438.xml" ContentType="application/vnd.openxmlformats-officedocument.presentationml.tags+xml"/>
  <Override PartName="/ppt/tags/tag1439.xml" ContentType="application/vnd.openxmlformats-officedocument.presentationml.tags+xml"/>
  <Override PartName="/ppt/tags/tag1440.xml" ContentType="application/vnd.openxmlformats-officedocument.presentationml.tags+xml"/>
  <Override PartName="/ppt/tags/tag1441.xml" ContentType="application/vnd.openxmlformats-officedocument.presentationml.tags+xml"/>
  <Override PartName="/ppt/tags/tag1442.xml" ContentType="application/vnd.openxmlformats-officedocument.presentationml.tags+xml"/>
  <Override PartName="/ppt/tags/tag1443.xml" ContentType="application/vnd.openxmlformats-officedocument.presentationml.tags+xml"/>
  <Override PartName="/ppt/tags/tag1444.xml" ContentType="application/vnd.openxmlformats-officedocument.presentationml.tags+xml"/>
  <Override PartName="/ppt/tags/tag1445.xml" ContentType="application/vnd.openxmlformats-officedocument.presentationml.tags+xml"/>
  <Override PartName="/ppt/tags/tag1446.xml" ContentType="application/vnd.openxmlformats-officedocument.presentationml.tags+xml"/>
  <Override PartName="/ppt/tags/tag1447.xml" ContentType="application/vnd.openxmlformats-officedocument.presentationml.tags+xml"/>
  <Override PartName="/ppt/tags/tag1448.xml" ContentType="application/vnd.openxmlformats-officedocument.presentationml.tags+xml"/>
  <Override PartName="/ppt/tags/tag1449.xml" ContentType="application/vnd.openxmlformats-officedocument.presentationml.tags+xml"/>
  <Override PartName="/ppt/tags/tag1450.xml" ContentType="application/vnd.openxmlformats-officedocument.presentationml.tags+xml"/>
  <Override PartName="/ppt/tags/tag1451.xml" ContentType="application/vnd.openxmlformats-officedocument.presentationml.tags+xml"/>
  <Override PartName="/ppt/tags/tag1452.xml" ContentType="application/vnd.openxmlformats-officedocument.presentationml.tags+xml"/>
  <Override PartName="/ppt/tags/tag1453.xml" ContentType="application/vnd.openxmlformats-officedocument.presentationml.tags+xml"/>
  <Override PartName="/ppt/tags/tag1454.xml" ContentType="application/vnd.openxmlformats-officedocument.presentationml.tags+xml"/>
  <Override PartName="/ppt/tags/tag1455.xml" ContentType="application/vnd.openxmlformats-officedocument.presentationml.tags+xml"/>
  <Override PartName="/ppt/tags/tag1456.xml" ContentType="application/vnd.openxmlformats-officedocument.presentationml.tags+xml"/>
  <Override PartName="/ppt/tags/tag1457.xml" ContentType="application/vnd.openxmlformats-officedocument.presentationml.tags+xml"/>
  <Override PartName="/ppt/tags/tag1458.xml" ContentType="application/vnd.openxmlformats-officedocument.presentationml.tags+xml"/>
  <Override PartName="/ppt/tags/tag1459.xml" ContentType="application/vnd.openxmlformats-officedocument.presentationml.tags+xml"/>
  <Override PartName="/ppt/tags/tag1460.xml" ContentType="application/vnd.openxmlformats-officedocument.presentationml.tags+xml"/>
  <Override PartName="/ppt/tags/tag1461.xml" ContentType="application/vnd.openxmlformats-officedocument.presentationml.tags+xml"/>
  <Override PartName="/ppt/tags/tag1462.xml" ContentType="application/vnd.openxmlformats-officedocument.presentationml.tags+xml"/>
  <Override PartName="/ppt/tags/tag1463.xml" ContentType="application/vnd.openxmlformats-officedocument.presentationml.tags+xml"/>
  <Override PartName="/ppt/tags/tag1464.xml" ContentType="application/vnd.openxmlformats-officedocument.presentationml.tags+xml"/>
  <Override PartName="/ppt/tags/tag1465.xml" ContentType="application/vnd.openxmlformats-officedocument.presentationml.tags+xml"/>
  <Override PartName="/ppt/tags/tag1466.xml" ContentType="application/vnd.openxmlformats-officedocument.presentationml.tags+xml"/>
  <Override PartName="/ppt/tags/tag1467.xml" ContentType="application/vnd.openxmlformats-officedocument.presentationml.tags+xml"/>
  <Override PartName="/ppt/tags/tag1468.xml" ContentType="application/vnd.openxmlformats-officedocument.presentationml.tags+xml"/>
  <Override PartName="/ppt/tags/tag1469.xml" ContentType="application/vnd.openxmlformats-officedocument.presentationml.tags+xml"/>
  <Override PartName="/ppt/tags/tag1470.xml" ContentType="application/vnd.openxmlformats-officedocument.presentationml.tags+xml"/>
  <Override PartName="/ppt/tags/tag1471.xml" ContentType="application/vnd.openxmlformats-officedocument.presentationml.tags+xml"/>
  <Override PartName="/ppt/tags/tag1472.xml" ContentType="application/vnd.openxmlformats-officedocument.presentationml.tags+xml"/>
  <Override PartName="/ppt/tags/tag1473.xml" ContentType="application/vnd.openxmlformats-officedocument.presentationml.tags+xml"/>
  <Override PartName="/ppt/tags/tag1474.xml" ContentType="application/vnd.openxmlformats-officedocument.presentationml.tags+xml"/>
  <Override PartName="/ppt/tags/tag1475.xml" ContentType="application/vnd.openxmlformats-officedocument.presentationml.tags+xml"/>
  <Override PartName="/ppt/tags/tag1476.xml" ContentType="application/vnd.openxmlformats-officedocument.presentationml.tags+xml"/>
  <Override PartName="/ppt/tags/tag1477.xml" ContentType="application/vnd.openxmlformats-officedocument.presentationml.tags+xml"/>
  <Override PartName="/ppt/tags/tag1478.xml" ContentType="application/vnd.openxmlformats-officedocument.presentationml.tags+xml"/>
  <Override PartName="/ppt/tags/tag1479.xml" ContentType="application/vnd.openxmlformats-officedocument.presentationml.tags+xml"/>
  <Override PartName="/ppt/tags/tag1480.xml" ContentType="application/vnd.openxmlformats-officedocument.presentationml.tags+xml"/>
  <Override PartName="/ppt/tags/tag1481.xml" ContentType="application/vnd.openxmlformats-officedocument.presentationml.tags+xml"/>
  <Override PartName="/ppt/tags/tag1482.xml" ContentType="application/vnd.openxmlformats-officedocument.presentationml.tags+xml"/>
  <Override PartName="/ppt/tags/tag1483.xml" ContentType="application/vnd.openxmlformats-officedocument.presentationml.tags+xml"/>
  <Override PartName="/ppt/tags/tag1484.xml" ContentType="application/vnd.openxmlformats-officedocument.presentationml.tags+xml"/>
  <Override PartName="/ppt/tags/tag1485.xml" ContentType="application/vnd.openxmlformats-officedocument.presentationml.tags+xml"/>
  <Override PartName="/ppt/tags/tag1486.xml" ContentType="application/vnd.openxmlformats-officedocument.presentationml.tags+xml"/>
  <Override PartName="/ppt/tags/tag1487.xml" ContentType="application/vnd.openxmlformats-officedocument.presentationml.tags+xml"/>
  <Override PartName="/ppt/tags/tag1488.xml" ContentType="application/vnd.openxmlformats-officedocument.presentationml.tags+xml"/>
  <Override PartName="/ppt/tags/tag1489.xml" ContentType="application/vnd.openxmlformats-officedocument.presentationml.tags+xml"/>
  <Override PartName="/ppt/tags/tag1490.xml" ContentType="application/vnd.openxmlformats-officedocument.presentationml.tags+xml"/>
  <Override PartName="/ppt/tags/tag1491.xml" ContentType="application/vnd.openxmlformats-officedocument.presentationml.tags+xml"/>
  <Override PartName="/ppt/tags/tag1492.xml" ContentType="application/vnd.openxmlformats-officedocument.presentationml.tags+xml"/>
  <Override PartName="/ppt/tags/tag1493.xml" ContentType="application/vnd.openxmlformats-officedocument.presentationml.tags+xml"/>
  <Override PartName="/ppt/tags/tag1494.xml" ContentType="application/vnd.openxmlformats-officedocument.presentationml.tags+xml"/>
  <Override PartName="/ppt/tags/tag1495.xml" ContentType="application/vnd.openxmlformats-officedocument.presentationml.tags+xml"/>
  <Override PartName="/ppt/tags/tag1496.xml" ContentType="application/vnd.openxmlformats-officedocument.presentationml.tags+xml"/>
  <Override PartName="/ppt/tags/tag1497.xml" ContentType="application/vnd.openxmlformats-officedocument.presentationml.tags+xml"/>
  <Override PartName="/ppt/tags/tag1498.xml" ContentType="application/vnd.openxmlformats-officedocument.presentationml.tags+xml"/>
  <Override PartName="/ppt/tags/tag1499.xml" ContentType="application/vnd.openxmlformats-officedocument.presentationml.tags+xml"/>
  <Override PartName="/ppt/tags/tag1500.xml" ContentType="application/vnd.openxmlformats-officedocument.presentationml.tags+xml"/>
  <Override PartName="/ppt/tags/tag1501.xml" ContentType="application/vnd.openxmlformats-officedocument.presentationml.tags+xml"/>
  <Override PartName="/ppt/tags/tag1502.xml" ContentType="application/vnd.openxmlformats-officedocument.presentationml.tags+xml"/>
  <Override PartName="/ppt/tags/tag1503.xml" ContentType="application/vnd.openxmlformats-officedocument.presentationml.tags+xml"/>
  <Override PartName="/ppt/tags/tag1504.xml" ContentType="application/vnd.openxmlformats-officedocument.presentationml.tags+xml"/>
  <Override PartName="/ppt/tags/tag1505.xml" ContentType="application/vnd.openxmlformats-officedocument.presentationml.tags+xml"/>
  <Override PartName="/ppt/tags/tag1506.xml" ContentType="application/vnd.openxmlformats-officedocument.presentationml.tags+xml"/>
  <Override PartName="/ppt/tags/tag1507.xml" ContentType="application/vnd.openxmlformats-officedocument.presentationml.tags+xml"/>
  <Override PartName="/ppt/tags/tag1508.xml" ContentType="application/vnd.openxmlformats-officedocument.presentationml.tags+xml"/>
  <Override PartName="/ppt/tags/tag1509.xml" ContentType="application/vnd.openxmlformats-officedocument.presentationml.tags+xml"/>
  <Override PartName="/ppt/tags/tag1510.xml" ContentType="application/vnd.openxmlformats-officedocument.presentationml.tags+xml"/>
  <Override PartName="/ppt/tags/tag1511.xml" ContentType="application/vnd.openxmlformats-officedocument.presentationml.tags+xml"/>
  <Override PartName="/ppt/tags/tag1512.xml" ContentType="application/vnd.openxmlformats-officedocument.presentationml.tags+xml"/>
  <Override PartName="/ppt/tags/tag1513.xml" ContentType="application/vnd.openxmlformats-officedocument.presentationml.tags+xml"/>
  <Override PartName="/ppt/tags/tag1514.xml" ContentType="application/vnd.openxmlformats-officedocument.presentationml.tags+xml"/>
  <Override PartName="/ppt/tags/tag1515.xml" ContentType="application/vnd.openxmlformats-officedocument.presentationml.tags+xml"/>
  <Override PartName="/ppt/tags/tag1516.xml" ContentType="application/vnd.openxmlformats-officedocument.presentationml.tags+xml"/>
  <Override PartName="/ppt/tags/tag1517.xml" ContentType="application/vnd.openxmlformats-officedocument.presentationml.tags+xml"/>
  <Override PartName="/ppt/tags/tag1518.xml" ContentType="application/vnd.openxmlformats-officedocument.presentationml.tags+xml"/>
  <Override PartName="/ppt/tags/tag1519.xml" ContentType="application/vnd.openxmlformats-officedocument.presentationml.tags+xml"/>
  <Override PartName="/ppt/tags/tag1520.xml" ContentType="application/vnd.openxmlformats-officedocument.presentationml.tags+xml"/>
  <Override PartName="/ppt/tags/tag1521.xml" ContentType="application/vnd.openxmlformats-officedocument.presentationml.tags+xml"/>
  <Override PartName="/ppt/tags/tag1522.xml" ContentType="application/vnd.openxmlformats-officedocument.presentationml.tags+xml"/>
  <Override PartName="/ppt/tags/tag1523.xml" ContentType="application/vnd.openxmlformats-officedocument.presentationml.tags+xml"/>
  <Override PartName="/ppt/tags/tag1524.xml" ContentType="application/vnd.openxmlformats-officedocument.presentationml.tags+xml"/>
  <Override PartName="/ppt/tags/tag1525.xml" ContentType="application/vnd.openxmlformats-officedocument.presentationml.tags+xml"/>
  <Override PartName="/ppt/tags/tag1526.xml" ContentType="application/vnd.openxmlformats-officedocument.presentationml.tags+xml"/>
  <Override PartName="/ppt/tags/tag1527.xml" ContentType="application/vnd.openxmlformats-officedocument.presentationml.tags+xml"/>
  <Override PartName="/ppt/tags/tag1528.xml" ContentType="application/vnd.openxmlformats-officedocument.presentationml.tags+xml"/>
  <Override PartName="/ppt/tags/tag1529.xml" ContentType="application/vnd.openxmlformats-officedocument.presentationml.tags+xml"/>
  <Override PartName="/ppt/tags/tag1530.xml" ContentType="application/vnd.openxmlformats-officedocument.presentationml.tags+xml"/>
  <Override PartName="/ppt/tags/tag1531.xml" ContentType="application/vnd.openxmlformats-officedocument.presentationml.tags+xml"/>
  <Override PartName="/ppt/tags/tag1532.xml" ContentType="application/vnd.openxmlformats-officedocument.presentationml.tags+xml"/>
  <Override PartName="/ppt/tags/tag1533.xml" ContentType="application/vnd.openxmlformats-officedocument.presentationml.tags+xml"/>
  <Override PartName="/ppt/tags/tag1534.xml" ContentType="application/vnd.openxmlformats-officedocument.presentationml.tags+xml"/>
  <Override PartName="/ppt/tags/tag1535.xml" ContentType="application/vnd.openxmlformats-officedocument.presentationml.tags+xml"/>
  <Override PartName="/ppt/tags/tag1536.xml" ContentType="application/vnd.openxmlformats-officedocument.presentationml.tags+xml"/>
  <Override PartName="/ppt/tags/tag1537.xml" ContentType="application/vnd.openxmlformats-officedocument.presentationml.tags+xml"/>
  <Override PartName="/ppt/tags/tag1538.xml" ContentType="application/vnd.openxmlformats-officedocument.presentationml.tags+xml"/>
  <Override PartName="/ppt/tags/tag1539.xml" ContentType="application/vnd.openxmlformats-officedocument.presentationml.tags+xml"/>
  <Override PartName="/ppt/tags/tag1540.xml" ContentType="application/vnd.openxmlformats-officedocument.presentationml.tags+xml"/>
  <Override PartName="/ppt/tags/tag1541.xml" ContentType="application/vnd.openxmlformats-officedocument.presentationml.tags+xml"/>
  <Override PartName="/ppt/tags/tag1542.xml" ContentType="application/vnd.openxmlformats-officedocument.presentationml.tags+xml"/>
  <Override PartName="/ppt/tags/tag1543.xml" ContentType="application/vnd.openxmlformats-officedocument.presentationml.tags+xml"/>
  <Override PartName="/ppt/tags/tag1544.xml" ContentType="application/vnd.openxmlformats-officedocument.presentationml.tags+xml"/>
  <Override PartName="/ppt/tags/tag1545.xml" ContentType="application/vnd.openxmlformats-officedocument.presentationml.tags+xml"/>
  <Override PartName="/ppt/tags/tag1546.xml" ContentType="application/vnd.openxmlformats-officedocument.presentationml.tags+xml"/>
  <Override PartName="/ppt/tags/tag1547.xml" ContentType="application/vnd.openxmlformats-officedocument.presentationml.tags+xml"/>
  <Override PartName="/ppt/tags/tag1548.xml" ContentType="application/vnd.openxmlformats-officedocument.presentationml.tags+xml"/>
  <Override PartName="/ppt/tags/tag1549.xml" ContentType="application/vnd.openxmlformats-officedocument.presentationml.tags+xml"/>
  <Override PartName="/ppt/notesSlides/notesSlide3.xml" ContentType="application/vnd.openxmlformats-officedocument.presentationml.notesSlide+xml"/>
  <Override PartName="/ppt/tags/tag1550.xml" ContentType="application/vnd.openxmlformats-officedocument.presentationml.tags+xml"/>
  <Override PartName="/ppt/tags/tag1551.xml" ContentType="application/vnd.openxmlformats-officedocument.presentationml.tags+xml"/>
  <Override PartName="/ppt/tags/tag1552.xml" ContentType="application/vnd.openxmlformats-officedocument.presentationml.tags+xml"/>
  <Override PartName="/ppt/tags/tag1553.xml" ContentType="application/vnd.openxmlformats-officedocument.presentationml.tags+xml"/>
  <Override PartName="/ppt/tags/tag1554.xml" ContentType="application/vnd.openxmlformats-officedocument.presentationml.tags+xml"/>
  <Override PartName="/ppt/tags/tag1555.xml" ContentType="application/vnd.openxmlformats-officedocument.presentationml.tags+xml"/>
  <Override PartName="/ppt/tags/tag1556.xml" ContentType="application/vnd.openxmlformats-officedocument.presentationml.tags+xml"/>
  <Override PartName="/ppt/tags/tag1557.xml" ContentType="application/vnd.openxmlformats-officedocument.presentationml.tags+xml"/>
  <Override PartName="/ppt/tags/tag1558.xml" ContentType="application/vnd.openxmlformats-officedocument.presentationml.tags+xml"/>
  <Override PartName="/ppt/tags/tag1559.xml" ContentType="application/vnd.openxmlformats-officedocument.presentationml.tags+xml"/>
  <Override PartName="/ppt/tags/tag1560.xml" ContentType="application/vnd.openxmlformats-officedocument.presentationml.tags+xml"/>
  <Override PartName="/ppt/tags/tag1561.xml" ContentType="application/vnd.openxmlformats-officedocument.presentationml.tags+xml"/>
  <Override PartName="/ppt/tags/tag1562.xml" ContentType="application/vnd.openxmlformats-officedocument.presentationml.tags+xml"/>
  <Override PartName="/ppt/tags/tag1563.xml" ContentType="application/vnd.openxmlformats-officedocument.presentationml.tags+xml"/>
  <Override PartName="/ppt/tags/tag1564.xml" ContentType="application/vnd.openxmlformats-officedocument.presentationml.tags+xml"/>
  <Override PartName="/ppt/tags/tag1565.xml" ContentType="application/vnd.openxmlformats-officedocument.presentationml.tags+xml"/>
  <Override PartName="/ppt/tags/tag1566.xml" ContentType="application/vnd.openxmlformats-officedocument.presentationml.tags+xml"/>
  <Override PartName="/ppt/tags/tag1567.xml" ContentType="application/vnd.openxmlformats-officedocument.presentationml.tags+xml"/>
  <Override PartName="/ppt/tags/tag1568.xml" ContentType="application/vnd.openxmlformats-officedocument.presentationml.tags+xml"/>
  <Override PartName="/ppt/tags/tag1569.xml" ContentType="application/vnd.openxmlformats-officedocument.presentationml.tags+xml"/>
  <Override PartName="/ppt/tags/tag1570.xml" ContentType="application/vnd.openxmlformats-officedocument.presentationml.tags+xml"/>
  <Override PartName="/ppt/tags/tag1571.xml" ContentType="application/vnd.openxmlformats-officedocument.presentationml.tags+xml"/>
  <Override PartName="/ppt/tags/tag1572.xml" ContentType="application/vnd.openxmlformats-officedocument.presentationml.tags+xml"/>
  <Override PartName="/ppt/tags/tag1573.xml" ContentType="application/vnd.openxmlformats-officedocument.presentationml.tags+xml"/>
  <Override PartName="/ppt/tags/tag1574.xml" ContentType="application/vnd.openxmlformats-officedocument.presentationml.tags+xml"/>
  <Override PartName="/ppt/tags/tag1575.xml" ContentType="application/vnd.openxmlformats-officedocument.presentationml.tags+xml"/>
  <Override PartName="/ppt/tags/tag1576.xml" ContentType="application/vnd.openxmlformats-officedocument.presentationml.tags+xml"/>
  <Override PartName="/ppt/tags/tag1577.xml" ContentType="application/vnd.openxmlformats-officedocument.presentationml.tags+xml"/>
  <Override PartName="/ppt/tags/tag1578.xml" ContentType="application/vnd.openxmlformats-officedocument.presentationml.tags+xml"/>
  <Override PartName="/ppt/tags/tag1579.xml" ContentType="application/vnd.openxmlformats-officedocument.presentationml.tags+xml"/>
  <Override PartName="/ppt/tags/tag1580.xml" ContentType="application/vnd.openxmlformats-officedocument.presentationml.tags+xml"/>
  <Override PartName="/ppt/tags/tag1581.xml" ContentType="application/vnd.openxmlformats-officedocument.presentationml.tags+xml"/>
  <Override PartName="/ppt/tags/tag1582.xml" ContentType="application/vnd.openxmlformats-officedocument.presentationml.tags+xml"/>
  <Override PartName="/ppt/tags/tag1583.xml" ContentType="application/vnd.openxmlformats-officedocument.presentationml.tags+xml"/>
  <Override PartName="/ppt/tags/tag1584.xml" ContentType="application/vnd.openxmlformats-officedocument.presentationml.tags+xml"/>
  <Override PartName="/ppt/tags/tag1585.xml" ContentType="application/vnd.openxmlformats-officedocument.presentationml.tags+xml"/>
  <Override PartName="/ppt/tags/tag1586.xml" ContentType="application/vnd.openxmlformats-officedocument.presentationml.tags+xml"/>
  <Override PartName="/ppt/tags/tag1587.xml" ContentType="application/vnd.openxmlformats-officedocument.presentationml.tags+xml"/>
  <Override PartName="/ppt/tags/tag1588.xml" ContentType="application/vnd.openxmlformats-officedocument.presentationml.tags+xml"/>
  <Override PartName="/ppt/tags/tag1589.xml" ContentType="application/vnd.openxmlformats-officedocument.presentationml.tags+xml"/>
  <Override PartName="/ppt/tags/tag1590.xml" ContentType="application/vnd.openxmlformats-officedocument.presentationml.tags+xml"/>
  <Override PartName="/ppt/tags/tag1591.xml" ContentType="application/vnd.openxmlformats-officedocument.presentationml.tags+xml"/>
  <Override PartName="/ppt/tags/tag1592.xml" ContentType="application/vnd.openxmlformats-officedocument.presentationml.tags+xml"/>
  <Override PartName="/ppt/tags/tag1593.xml" ContentType="application/vnd.openxmlformats-officedocument.presentationml.tags+xml"/>
  <Override PartName="/ppt/tags/tag1594.xml" ContentType="application/vnd.openxmlformats-officedocument.presentationml.tags+xml"/>
  <Override PartName="/ppt/tags/tag1595.xml" ContentType="application/vnd.openxmlformats-officedocument.presentationml.tags+xml"/>
  <Override PartName="/ppt/tags/tag1596.xml" ContentType="application/vnd.openxmlformats-officedocument.presentationml.tags+xml"/>
  <Override PartName="/ppt/tags/tag1597.xml" ContentType="application/vnd.openxmlformats-officedocument.presentationml.tags+xml"/>
  <Override PartName="/ppt/tags/tag1598.xml" ContentType="application/vnd.openxmlformats-officedocument.presentationml.tags+xml"/>
  <Override PartName="/ppt/tags/tag1599.xml" ContentType="application/vnd.openxmlformats-officedocument.presentationml.tags+xml"/>
  <Override PartName="/ppt/tags/tag1600.xml" ContentType="application/vnd.openxmlformats-officedocument.presentationml.tags+xml"/>
  <Override PartName="/ppt/tags/tag1601.xml" ContentType="application/vnd.openxmlformats-officedocument.presentationml.tags+xml"/>
  <Override PartName="/ppt/tags/tag1602.xml" ContentType="application/vnd.openxmlformats-officedocument.presentationml.tags+xml"/>
  <Override PartName="/ppt/tags/tag1603.xml" ContentType="application/vnd.openxmlformats-officedocument.presentationml.tags+xml"/>
  <Override PartName="/ppt/tags/tag1604.xml" ContentType="application/vnd.openxmlformats-officedocument.presentationml.tags+xml"/>
  <Override PartName="/ppt/tags/tag1605.xml" ContentType="application/vnd.openxmlformats-officedocument.presentationml.tags+xml"/>
  <Override PartName="/ppt/tags/tag1606.xml" ContentType="application/vnd.openxmlformats-officedocument.presentationml.tags+xml"/>
  <Override PartName="/ppt/tags/tag1607.xml" ContentType="application/vnd.openxmlformats-officedocument.presentationml.tags+xml"/>
  <Override PartName="/ppt/tags/tag1608.xml" ContentType="application/vnd.openxmlformats-officedocument.presentationml.tags+xml"/>
  <Override PartName="/ppt/tags/tag1609.xml" ContentType="application/vnd.openxmlformats-officedocument.presentationml.tags+xml"/>
  <Override PartName="/ppt/tags/tag1610.xml" ContentType="application/vnd.openxmlformats-officedocument.presentationml.tags+xml"/>
  <Override PartName="/ppt/tags/tag1611.xml" ContentType="application/vnd.openxmlformats-officedocument.presentationml.tags+xml"/>
  <Override PartName="/ppt/tags/tag1612.xml" ContentType="application/vnd.openxmlformats-officedocument.presentationml.tags+xml"/>
  <Override PartName="/ppt/tags/tag1613.xml" ContentType="application/vnd.openxmlformats-officedocument.presentationml.tags+xml"/>
  <Override PartName="/ppt/tags/tag1614.xml" ContentType="application/vnd.openxmlformats-officedocument.presentationml.tags+xml"/>
  <Override PartName="/ppt/tags/tag1615.xml" ContentType="application/vnd.openxmlformats-officedocument.presentationml.tags+xml"/>
  <Override PartName="/ppt/tags/tag1616.xml" ContentType="application/vnd.openxmlformats-officedocument.presentationml.tags+xml"/>
  <Override PartName="/ppt/tags/tag1617.xml" ContentType="application/vnd.openxmlformats-officedocument.presentationml.tags+xml"/>
  <Override PartName="/ppt/tags/tag1618.xml" ContentType="application/vnd.openxmlformats-officedocument.presentationml.tags+xml"/>
  <Override PartName="/ppt/tags/tag1619.xml" ContentType="application/vnd.openxmlformats-officedocument.presentationml.tags+xml"/>
  <Override PartName="/ppt/tags/tag1620.xml" ContentType="application/vnd.openxmlformats-officedocument.presentationml.tags+xml"/>
  <Override PartName="/ppt/tags/tag1621.xml" ContentType="application/vnd.openxmlformats-officedocument.presentationml.tags+xml"/>
  <Override PartName="/ppt/tags/tag1622.xml" ContentType="application/vnd.openxmlformats-officedocument.presentationml.tags+xml"/>
  <Override PartName="/ppt/tags/tag1623.xml" ContentType="application/vnd.openxmlformats-officedocument.presentationml.tags+xml"/>
  <Override PartName="/ppt/tags/tag1624.xml" ContentType="application/vnd.openxmlformats-officedocument.presentationml.tags+xml"/>
  <Override PartName="/ppt/tags/tag1625.xml" ContentType="application/vnd.openxmlformats-officedocument.presentationml.tags+xml"/>
  <Override PartName="/ppt/tags/tag1626.xml" ContentType="application/vnd.openxmlformats-officedocument.presentationml.tags+xml"/>
  <Override PartName="/ppt/tags/tag1627.xml" ContentType="application/vnd.openxmlformats-officedocument.presentationml.tags+xml"/>
  <Override PartName="/ppt/tags/tag1628.xml" ContentType="application/vnd.openxmlformats-officedocument.presentationml.tags+xml"/>
  <Override PartName="/ppt/tags/tag1629.xml" ContentType="application/vnd.openxmlformats-officedocument.presentationml.tags+xml"/>
  <Override PartName="/ppt/tags/tag1630.xml" ContentType="application/vnd.openxmlformats-officedocument.presentationml.tags+xml"/>
  <Override PartName="/ppt/tags/tag1631.xml" ContentType="application/vnd.openxmlformats-officedocument.presentationml.tags+xml"/>
  <Override PartName="/ppt/tags/tag1632.xml" ContentType="application/vnd.openxmlformats-officedocument.presentationml.tags+xml"/>
  <Override PartName="/ppt/tags/tag1633.xml" ContentType="application/vnd.openxmlformats-officedocument.presentationml.tags+xml"/>
  <Override PartName="/ppt/tags/tag1634.xml" ContentType="application/vnd.openxmlformats-officedocument.presentationml.tags+xml"/>
  <Override PartName="/ppt/tags/tag1635.xml" ContentType="application/vnd.openxmlformats-officedocument.presentationml.tags+xml"/>
  <Override PartName="/ppt/tags/tag1636.xml" ContentType="application/vnd.openxmlformats-officedocument.presentationml.tags+xml"/>
  <Override PartName="/ppt/tags/tag1637.xml" ContentType="application/vnd.openxmlformats-officedocument.presentationml.tags+xml"/>
  <Override PartName="/ppt/tags/tag1638.xml" ContentType="application/vnd.openxmlformats-officedocument.presentationml.tags+xml"/>
  <Override PartName="/ppt/tags/tag1639.xml" ContentType="application/vnd.openxmlformats-officedocument.presentationml.tags+xml"/>
  <Override PartName="/ppt/tags/tag1640.xml" ContentType="application/vnd.openxmlformats-officedocument.presentationml.tags+xml"/>
  <Override PartName="/ppt/tags/tag1641.xml" ContentType="application/vnd.openxmlformats-officedocument.presentationml.tags+xml"/>
  <Override PartName="/ppt/tags/tag1642.xml" ContentType="application/vnd.openxmlformats-officedocument.presentationml.tags+xml"/>
  <Override PartName="/ppt/tags/tag1643.xml" ContentType="application/vnd.openxmlformats-officedocument.presentationml.tags+xml"/>
  <Override PartName="/ppt/tags/tag1644.xml" ContentType="application/vnd.openxmlformats-officedocument.presentationml.tags+xml"/>
  <Override PartName="/ppt/tags/tag1645.xml" ContentType="application/vnd.openxmlformats-officedocument.presentationml.tags+xml"/>
  <Override PartName="/ppt/tags/tag1646.xml" ContentType="application/vnd.openxmlformats-officedocument.presentationml.tags+xml"/>
  <Override PartName="/ppt/tags/tag1647.xml" ContentType="application/vnd.openxmlformats-officedocument.presentationml.tags+xml"/>
  <Override PartName="/ppt/tags/tag1648.xml" ContentType="application/vnd.openxmlformats-officedocument.presentationml.tags+xml"/>
  <Override PartName="/ppt/tags/tag1649.xml" ContentType="application/vnd.openxmlformats-officedocument.presentationml.tags+xml"/>
  <Override PartName="/ppt/tags/tag1650.xml" ContentType="application/vnd.openxmlformats-officedocument.presentationml.tags+xml"/>
  <Override PartName="/ppt/tags/tag1651.xml" ContentType="application/vnd.openxmlformats-officedocument.presentationml.tags+xml"/>
  <Override PartName="/ppt/tags/tag1652.xml" ContentType="application/vnd.openxmlformats-officedocument.presentationml.tags+xml"/>
  <Override PartName="/ppt/tags/tag1653.xml" ContentType="application/vnd.openxmlformats-officedocument.presentationml.tags+xml"/>
  <Override PartName="/ppt/tags/tag1654.xml" ContentType="application/vnd.openxmlformats-officedocument.presentationml.tags+xml"/>
  <Override PartName="/ppt/tags/tag1655.xml" ContentType="application/vnd.openxmlformats-officedocument.presentationml.tags+xml"/>
  <Override PartName="/ppt/tags/tag1656.xml" ContentType="application/vnd.openxmlformats-officedocument.presentationml.tags+xml"/>
  <Override PartName="/ppt/tags/tag1657.xml" ContentType="application/vnd.openxmlformats-officedocument.presentationml.tags+xml"/>
  <Override PartName="/ppt/tags/tag1658.xml" ContentType="application/vnd.openxmlformats-officedocument.presentationml.tags+xml"/>
  <Override PartName="/ppt/tags/tag1659.xml" ContentType="application/vnd.openxmlformats-officedocument.presentationml.tags+xml"/>
  <Override PartName="/ppt/tags/tag1660.xml" ContentType="application/vnd.openxmlformats-officedocument.presentationml.tags+xml"/>
  <Override PartName="/ppt/tags/tag1661.xml" ContentType="application/vnd.openxmlformats-officedocument.presentationml.tags+xml"/>
  <Override PartName="/ppt/tags/tag1662.xml" ContentType="application/vnd.openxmlformats-officedocument.presentationml.tags+xml"/>
  <Override PartName="/ppt/tags/tag1663.xml" ContentType="application/vnd.openxmlformats-officedocument.presentationml.tags+xml"/>
  <Override PartName="/ppt/tags/tag1664.xml" ContentType="application/vnd.openxmlformats-officedocument.presentationml.tags+xml"/>
  <Override PartName="/ppt/tags/tag1665.xml" ContentType="application/vnd.openxmlformats-officedocument.presentationml.tags+xml"/>
  <Override PartName="/ppt/tags/tag1666.xml" ContentType="application/vnd.openxmlformats-officedocument.presentationml.tags+xml"/>
  <Override PartName="/ppt/tags/tag1667.xml" ContentType="application/vnd.openxmlformats-officedocument.presentationml.tags+xml"/>
  <Override PartName="/ppt/tags/tag1668.xml" ContentType="application/vnd.openxmlformats-officedocument.presentationml.tags+xml"/>
  <Override PartName="/ppt/tags/tag1669.xml" ContentType="application/vnd.openxmlformats-officedocument.presentationml.tags+xml"/>
  <Override PartName="/ppt/tags/tag1670.xml" ContentType="application/vnd.openxmlformats-officedocument.presentationml.tags+xml"/>
  <Override PartName="/ppt/tags/tag1671.xml" ContentType="application/vnd.openxmlformats-officedocument.presentationml.tags+xml"/>
  <Override PartName="/ppt/tags/tag1672.xml" ContentType="application/vnd.openxmlformats-officedocument.presentationml.tags+xml"/>
  <Override PartName="/ppt/tags/tag1673.xml" ContentType="application/vnd.openxmlformats-officedocument.presentationml.tags+xml"/>
  <Override PartName="/ppt/tags/tag1674.xml" ContentType="application/vnd.openxmlformats-officedocument.presentationml.tags+xml"/>
  <Override PartName="/ppt/tags/tag1675.xml" ContentType="application/vnd.openxmlformats-officedocument.presentationml.tags+xml"/>
  <Override PartName="/ppt/tags/tag1676.xml" ContentType="application/vnd.openxmlformats-officedocument.presentationml.tags+xml"/>
  <Override PartName="/ppt/tags/tag1677.xml" ContentType="application/vnd.openxmlformats-officedocument.presentationml.tags+xml"/>
  <Override PartName="/ppt/tags/tag1678.xml" ContentType="application/vnd.openxmlformats-officedocument.presentationml.tags+xml"/>
  <Override PartName="/ppt/tags/tag1679.xml" ContentType="application/vnd.openxmlformats-officedocument.presentationml.tags+xml"/>
  <Override PartName="/ppt/tags/tag1680.xml" ContentType="application/vnd.openxmlformats-officedocument.presentationml.tags+xml"/>
  <Override PartName="/ppt/tags/tag1681.xml" ContentType="application/vnd.openxmlformats-officedocument.presentationml.tags+xml"/>
  <Override PartName="/ppt/tags/tag1682.xml" ContentType="application/vnd.openxmlformats-officedocument.presentationml.tags+xml"/>
  <Override PartName="/ppt/tags/tag1683.xml" ContentType="application/vnd.openxmlformats-officedocument.presentationml.tags+xml"/>
  <Override PartName="/ppt/tags/tag1684.xml" ContentType="application/vnd.openxmlformats-officedocument.presentationml.tags+xml"/>
  <Override PartName="/ppt/tags/tag1685.xml" ContentType="application/vnd.openxmlformats-officedocument.presentationml.tags+xml"/>
  <Override PartName="/ppt/tags/tag1686.xml" ContentType="application/vnd.openxmlformats-officedocument.presentationml.tags+xml"/>
  <Override PartName="/ppt/tags/tag1687.xml" ContentType="application/vnd.openxmlformats-officedocument.presentationml.tags+xml"/>
  <Override PartName="/ppt/tags/tag1688.xml" ContentType="application/vnd.openxmlformats-officedocument.presentationml.tags+xml"/>
  <Override PartName="/ppt/tags/tag1689.xml" ContentType="application/vnd.openxmlformats-officedocument.presentationml.tags+xml"/>
  <Override PartName="/ppt/tags/tag1690.xml" ContentType="application/vnd.openxmlformats-officedocument.presentationml.tags+xml"/>
  <Override PartName="/ppt/tags/tag1691.xml" ContentType="application/vnd.openxmlformats-officedocument.presentationml.tags+xml"/>
  <Override PartName="/ppt/tags/tag1692.xml" ContentType="application/vnd.openxmlformats-officedocument.presentationml.tags+xml"/>
  <Override PartName="/ppt/tags/tag1693.xml" ContentType="application/vnd.openxmlformats-officedocument.presentationml.tags+xml"/>
  <Override PartName="/ppt/tags/tag1694.xml" ContentType="application/vnd.openxmlformats-officedocument.presentationml.tags+xml"/>
  <Override PartName="/ppt/tags/tag1695.xml" ContentType="application/vnd.openxmlformats-officedocument.presentationml.tags+xml"/>
  <Override PartName="/ppt/tags/tag1696.xml" ContentType="application/vnd.openxmlformats-officedocument.presentationml.tags+xml"/>
  <Override PartName="/ppt/tags/tag1697.xml" ContentType="application/vnd.openxmlformats-officedocument.presentationml.tags+xml"/>
  <Override PartName="/ppt/tags/tag1698.xml" ContentType="application/vnd.openxmlformats-officedocument.presentationml.tags+xml"/>
  <Override PartName="/ppt/tags/tag1699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700.xml" ContentType="application/vnd.openxmlformats-officedocument.presentationml.tags+xml"/>
  <Override PartName="/ppt/tags/tag1701.xml" ContentType="application/vnd.openxmlformats-officedocument.presentationml.tags+xml"/>
  <Override PartName="/ppt/tags/tag1702.xml" ContentType="application/vnd.openxmlformats-officedocument.presentationml.tags+xml"/>
  <Override PartName="/ppt/tags/tag1703.xml" ContentType="application/vnd.openxmlformats-officedocument.presentationml.tags+xml"/>
  <Override PartName="/ppt/tags/tag1704.xml" ContentType="application/vnd.openxmlformats-officedocument.presentationml.tags+xml"/>
  <Override PartName="/ppt/tags/tag1705.xml" ContentType="application/vnd.openxmlformats-officedocument.presentationml.tags+xml"/>
  <Override PartName="/ppt/tags/tag1706.xml" ContentType="application/vnd.openxmlformats-officedocument.presentationml.tags+xml"/>
  <Override PartName="/ppt/tags/tag1707.xml" ContentType="application/vnd.openxmlformats-officedocument.presentationml.tags+xml"/>
  <Override PartName="/ppt/tags/tag1708.xml" ContentType="application/vnd.openxmlformats-officedocument.presentationml.tags+xml"/>
  <Override PartName="/ppt/tags/tag1709.xml" ContentType="application/vnd.openxmlformats-officedocument.presentationml.tags+xml"/>
  <Override PartName="/ppt/tags/tag1710.xml" ContentType="application/vnd.openxmlformats-officedocument.presentationml.tags+xml"/>
  <Override PartName="/ppt/tags/tag1711.xml" ContentType="application/vnd.openxmlformats-officedocument.presentationml.tags+xml"/>
  <Override PartName="/ppt/tags/tag1712.xml" ContentType="application/vnd.openxmlformats-officedocument.presentationml.tags+xml"/>
  <Override PartName="/ppt/tags/tag1713.xml" ContentType="application/vnd.openxmlformats-officedocument.presentationml.tags+xml"/>
  <Override PartName="/ppt/tags/tag1714.xml" ContentType="application/vnd.openxmlformats-officedocument.presentationml.tags+xml"/>
  <Override PartName="/ppt/tags/tag1715.xml" ContentType="application/vnd.openxmlformats-officedocument.presentationml.tags+xml"/>
  <Override PartName="/ppt/tags/tag1716.xml" ContentType="application/vnd.openxmlformats-officedocument.presentationml.tags+xml"/>
  <Override PartName="/ppt/tags/tag1717.xml" ContentType="application/vnd.openxmlformats-officedocument.presentationml.tags+xml"/>
  <Override PartName="/ppt/tags/tag1718.xml" ContentType="application/vnd.openxmlformats-officedocument.presentationml.tags+xml"/>
  <Override PartName="/ppt/tags/tag1719.xml" ContentType="application/vnd.openxmlformats-officedocument.presentationml.tags+xml"/>
  <Override PartName="/ppt/tags/tag1720.xml" ContentType="application/vnd.openxmlformats-officedocument.presentationml.tags+xml"/>
  <Override PartName="/ppt/tags/tag1721.xml" ContentType="application/vnd.openxmlformats-officedocument.presentationml.tags+xml"/>
  <Override PartName="/ppt/tags/tag1722.xml" ContentType="application/vnd.openxmlformats-officedocument.presentationml.tags+xml"/>
  <Override PartName="/ppt/tags/tag1723.xml" ContentType="application/vnd.openxmlformats-officedocument.presentationml.tags+xml"/>
  <Override PartName="/ppt/tags/tag1724.xml" ContentType="application/vnd.openxmlformats-officedocument.presentationml.tags+xml"/>
  <Override PartName="/ppt/tags/tag1725.xml" ContentType="application/vnd.openxmlformats-officedocument.presentationml.tags+xml"/>
  <Override PartName="/ppt/tags/tag1726.xml" ContentType="application/vnd.openxmlformats-officedocument.presentationml.tags+xml"/>
  <Override PartName="/ppt/tags/tag1727.xml" ContentType="application/vnd.openxmlformats-officedocument.presentationml.tags+xml"/>
  <Override PartName="/ppt/tags/tag1728.xml" ContentType="application/vnd.openxmlformats-officedocument.presentationml.tags+xml"/>
  <Override PartName="/ppt/tags/tag1729.xml" ContentType="application/vnd.openxmlformats-officedocument.presentationml.tags+xml"/>
  <Override PartName="/ppt/tags/tag1730.xml" ContentType="application/vnd.openxmlformats-officedocument.presentationml.tags+xml"/>
  <Override PartName="/ppt/tags/tag1731.xml" ContentType="application/vnd.openxmlformats-officedocument.presentationml.tags+xml"/>
  <Override PartName="/ppt/tags/tag1732.xml" ContentType="application/vnd.openxmlformats-officedocument.presentationml.tags+xml"/>
  <Override PartName="/ppt/tags/tag1733.xml" ContentType="application/vnd.openxmlformats-officedocument.presentationml.tags+xml"/>
  <Override PartName="/ppt/tags/tag1734.xml" ContentType="application/vnd.openxmlformats-officedocument.presentationml.tags+xml"/>
  <Override PartName="/ppt/tags/tag1735.xml" ContentType="application/vnd.openxmlformats-officedocument.presentationml.tags+xml"/>
  <Override PartName="/ppt/tags/tag1736.xml" ContentType="application/vnd.openxmlformats-officedocument.presentationml.tags+xml"/>
  <Override PartName="/ppt/tags/tag1737.xml" ContentType="application/vnd.openxmlformats-officedocument.presentationml.tags+xml"/>
  <Override PartName="/ppt/tags/tag1738.xml" ContentType="application/vnd.openxmlformats-officedocument.presentationml.tags+xml"/>
  <Override PartName="/ppt/tags/tag1739.xml" ContentType="application/vnd.openxmlformats-officedocument.presentationml.tags+xml"/>
  <Override PartName="/ppt/tags/tag1740.xml" ContentType="application/vnd.openxmlformats-officedocument.presentationml.tags+xml"/>
  <Override PartName="/ppt/tags/tag1741.xml" ContentType="application/vnd.openxmlformats-officedocument.presentationml.tags+xml"/>
  <Override PartName="/ppt/tags/tag1742.xml" ContentType="application/vnd.openxmlformats-officedocument.presentationml.tags+xml"/>
  <Override PartName="/ppt/tags/tag1743.xml" ContentType="application/vnd.openxmlformats-officedocument.presentationml.tags+xml"/>
  <Override PartName="/ppt/tags/tag1744.xml" ContentType="application/vnd.openxmlformats-officedocument.presentationml.tags+xml"/>
  <Override PartName="/ppt/tags/tag1745.xml" ContentType="application/vnd.openxmlformats-officedocument.presentationml.tags+xml"/>
  <Override PartName="/ppt/tags/tag1746.xml" ContentType="application/vnd.openxmlformats-officedocument.presentationml.tags+xml"/>
  <Override PartName="/ppt/tags/tag1747.xml" ContentType="application/vnd.openxmlformats-officedocument.presentationml.tags+xml"/>
  <Override PartName="/ppt/tags/tag1748.xml" ContentType="application/vnd.openxmlformats-officedocument.presentationml.tags+xml"/>
  <Override PartName="/ppt/tags/tag1749.xml" ContentType="application/vnd.openxmlformats-officedocument.presentationml.tags+xml"/>
  <Override PartName="/ppt/tags/tag1750.xml" ContentType="application/vnd.openxmlformats-officedocument.presentationml.tags+xml"/>
  <Override PartName="/ppt/tags/tag1751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2" r:id="rId50"/>
  </p:sldMasterIdLst>
  <p:notesMasterIdLst>
    <p:notesMasterId r:id="rId86"/>
  </p:notesMasterIdLst>
  <p:handoutMasterIdLst>
    <p:handoutMasterId r:id="rId87"/>
  </p:handoutMasterIdLst>
  <p:sldIdLst>
    <p:sldId id="256" r:id="rId51"/>
    <p:sldId id="260" r:id="rId52"/>
    <p:sldId id="549" r:id="rId53"/>
    <p:sldId id="522" r:id="rId54"/>
    <p:sldId id="257" r:id="rId55"/>
    <p:sldId id="550" r:id="rId56"/>
    <p:sldId id="523" r:id="rId57"/>
    <p:sldId id="524" r:id="rId58"/>
    <p:sldId id="525" r:id="rId59"/>
    <p:sldId id="553" r:id="rId60"/>
    <p:sldId id="554" r:id="rId61"/>
    <p:sldId id="526" r:id="rId62"/>
    <p:sldId id="551" r:id="rId63"/>
    <p:sldId id="552" r:id="rId64"/>
    <p:sldId id="529" r:id="rId65"/>
    <p:sldId id="555" r:id="rId66"/>
    <p:sldId id="556" r:id="rId67"/>
    <p:sldId id="528" r:id="rId68"/>
    <p:sldId id="530" r:id="rId69"/>
    <p:sldId id="544" r:id="rId70"/>
    <p:sldId id="534" r:id="rId71"/>
    <p:sldId id="535" r:id="rId72"/>
    <p:sldId id="559" r:id="rId73"/>
    <p:sldId id="560" r:id="rId74"/>
    <p:sldId id="536" r:id="rId75"/>
    <p:sldId id="537" r:id="rId76"/>
    <p:sldId id="538" r:id="rId77"/>
    <p:sldId id="539" r:id="rId78"/>
    <p:sldId id="557" r:id="rId79"/>
    <p:sldId id="558" r:id="rId80"/>
    <p:sldId id="541" r:id="rId81"/>
    <p:sldId id="542" r:id="rId82"/>
    <p:sldId id="543" r:id="rId83"/>
    <p:sldId id="546" r:id="rId84"/>
    <p:sldId id="548" r:id="rId85"/>
  </p:sldIdLst>
  <p:sldSz cx="12190413" cy="6858000"/>
  <p:notesSz cx="6858000" cy="9144000"/>
  <p:custDataLst>
    <p:tags r:id="rId88"/>
  </p:custDataLst>
  <p:defaultTextStyle>
    <a:defPPr>
      <a:defRPr lang="da-DK"/>
    </a:defPPr>
    <a:lvl1pPr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2351"/>
    <a:srgbClr val="0B0C0E"/>
    <a:srgbClr val="79238E"/>
    <a:srgbClr val="008737"/>
    <a:srgbClr val="F7BCB3"/>
    <a:srgbClr val="FC7634"/>
    <a:srgbClr val="F6D04D"/>
    <a:srgbClr val="171748"/>
    <a:srgbClr val="1FD082"/>
    <a:srgbClr val="2F3E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31A6A1-6373-4CC2-896E-16EB2ABA4306}" v="27" dt="2025-10-04T19:57:38.593"/>
    <p1510:client id="{C40A734E-4999-4717-8EB7-38EECE3C5B26}" v="196" dt="2025-10-04T20:46:17.254"/>
  </p1510:revLst>
</p1510:revInfo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175" autoAdjust="0"/>
    <p:restoredTop sz="94049" autoAdjust="0"/>
  </p:normalViewPr>
  <p:slideViewPr>
    <p:cSldViewPr showGuides="1">
      <p:cViewPr varScale="1">
        <p:scale>
          <a:sx n="56" d="100"/>
          <a:sy n="56" d="100"/>
        </p:scale>
        <p:origin x="60" y="3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customXml" Target="../customXml/item26.xml"/><Relationship Id="rId21" Type="http://schemas.openxmlformats.org/officeDocument/2006/relationships/customXml" Target="../customXml/item21.xml"/><Relationship Id="rId42" Type="http://schemas.openxmlformats.org/officeDocument/2006/relationships/customXml" Target="../customXml/item42.xml"/><Relationship Id="rId47" Type="http://schemas.openxmlformats.org/officeDocument/2006/relationships/customXml" Target="../customXml/item47.xml"/><Relationship Id="rId63" Type="http://schemas.openxmlformats.org/officeDocument/2006/relationships/slide" Target="slides/slide13.xml"/><Relationship Id="rId68" Type="http://schemas.openxmlformats.org/officeDocument/2006/relationships/slide" Target="slides/slide18.xml"/><Relationship Id="rId84" Type="http://schemas.openxmlformats.org/officeDocument/2006/relationships/slide" Target="slides/slide34.xml"/><Relationship Id="rId89" Type="http://schemas.openxmlformats.org/officeDocument/2006/relationships/presProps" Target="presProps.xml"/><Relationship Id="rId16" Type="http://schemas.openxmlformats.org/officeDocument/2006/relationships/customXml" Target="../customXml/item16.xml"/><Relationship Id="rId11" Type="http://schemas.openxmlformats.org/officeDocument/2006/relationships/customXml" Target="../customXml/item11.xml"/><Relationship Id="rId32" Type="http://schemas.openxmlformats.org/officeDocument/2006/relationships/customXml" Target="../customXml/item32.xml"/><Relationship Id="rId37" Type="http://schemas.openxmlformats.org/officeDocument/2006/relationships/customXml" Target="../customXml/item37.xml"/><Relationship Id="rId53" Type="http://schemas.openxmlformats.org/officeDocument/2006/relationships/slide" Target="slides/slide3.xml"/><Relationship Id="rId58" Type="http://schemas.openxmlformats.org/officeDocument/2006/relationships/slide" Target="slides/slide8.xml"/><Relationship Id="rId74" Type="http://schemas.openxmlformats.org/officeDocument/2006/relationships/slide" Target="slides/slide24.xml"/><Relationship Id="rId79" Type="http://schemas.openxmlformats.org/officeDocument/2006/relationships/slide" Target="slides/slide29.xml"/><Relationship Id="rId5" Type="http://schemas.openxmlformats.org/officeDocument/2006/relationships/customXml" Target="../customXml/item5.xml"/><Relationship Id="rId90" Type="http://schemas.openxmlformats.org/officeDocument/2006/relationships/viewProps" Target="viewProps.xml"/><Relationship Id="rId22" Type="http://schemas.openxmlformats.org/officeDocument/2006/relationships/customXml" Target="../customXml/item22.xml"/><Relationship Id="rId27" Type="http://schemas.openxmlformats.org/officeDocument/2006/relationships/customXml" Target="../customXml/item27.xml"/><Relationship Id="rId43" Type="http://schemas.openxmlformats.org/officeDocument/2006/relationships/customXml" Target="../customXml/item43.xml"/><Relationship Id="rId48" Type="http://schemas.openxmlformats.org/officeDocument/2006/relationships/customXml" Target="../customXml/item48.xml"/><Relationship Id="rId64" Type="http://schemas.openxmlformats.org/officeDocument/2006/relationships/slide" Target="slides/slide14.xml"/><Relationship Id="rId69" Type="http://schemas.openxmlformats.org/officeDocument/2006/relationships/slide" Target="slides/slide19.xml"/><Relationship Id="rId8" Type="http://schemas.openxmlformats.org/officeDocument/2006/relationships/customXml" Target="../customXml/item8.xml"/><Relationship Id="rId51" Type="http://schemas.openxmlformats.org/officeDocument/2006/relationships/slide" Target="slides/slide1.xml"/><Relationship Id="rId72" Type="http://schemas.openxmlformats.org/officeDocument/2006/relationships/slide" Target="slides/slide22.xml"/><Relationship Id="rId80" Type="http://schemas.openxmlformats.org/officeDocument/2006/relationships/slide" Target="slides/slide30.xml"/><Relationship Id="rId85" Type="http://schemas.openxmlformats.org/officeDocument/2006/relationships/slide" Target="slides/slide35.xml"/><Relationship Id="rId9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customXml" Target="../customXml/item25.xml"/><Relationship Id="rId33" Type="http://schemas.openxmlformats.org/officeDocument/2006/relationships/customXml" Target="../customXml/item33.xml"/><Relationship Id="rId38" Type="http://schemas.openxmlformats.org/officeDocument/2006/relationships/customXml" Target="../customXml/item38.xml"/><Relationship Id="rId46" Type="http://schemas.openxmlformats.org/officeDocument/2006/relationships/customXml" Target="../customXml/item46.xml"/><Relationship Id="rId59" Type="http://schemas.openxmlformats.org/officeDocument/2006/relationships/slide" Target="slides/slide9.xml"/><Relationship Id="rId67" Type="http://schemas.openxmlformats.org/officeDocument/2006/relationships/slide" Target="slides/slide17.xml"/><Relationship Id="rId20" Type="http://schemas.openxmlformats.org/officeDocument/2006/relationships/customXml" Target="../customXml/item20.xml"/><Relationship Id="rId41" Type="http://schemas.openxmlformats.org/officeDocument/2006/relationships/customXml" Target="../customXml/item41.xml"/><Relationship Id="rId54" Type="http://schemas.openxmlformats.org/officeDocument/2006/relationships/slide" Target="slides/slide4.xml"/><Relationship Id="rId62" Type="http://schemas.openxmlformats.org/officeDocument/2006/relationships/slide" Target="slides/slide12.xml"/><Relationship Id="rId70" Type="http://schemas.openxmlformats.org/officeDocument/2006/relationships/slide" Target="slides/slide20.xml"/><Relationship Id="rId75" Type="http://schemas.openxmlformats.org/officeDocument/2006/relationships/slide" Target="slides/slide25.xml"/><Relationship Id="rId83" Type="http://schemas.openxmlformats.org/officeDocument/2006/relationships/slide" Target="slides/slide33.xml"/><Relationship Id="rId88" Type="http://schemas.openxmlformats.org/officeDocument/2006/relationships/tags" Target="tags/tag1.xml"/><Relationship Id="rId9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customXml" Target="../customXml/item28.xml"/><Relationship Id="rId36" Type="http://schemas.openxmlformats.org/officeDocument/2006/relationships/customXml" Target="../customXml/item36.xml"/><Relationship Id="rId49" Type="http://schemas.openxmlformats.org/officeDocument/2006/relationships/customXml" Target="../customXml/item49.xml"/><Relationship Id="rId57" Type="http://schemas.openxmlformats.org/officeDocument/2006/relationships/slide" Target="slides/slide7.xml"/><Relationship Id="rId10" Type="http://schemas.openxmlformats.org/officeDocument/2006/relationships/customXml" Target="../customXml/item10.xml"/><Relationship Id="rId31" Type="http://schemas.openxmlformats.org/officeDocument/2006/relationships/customXml" Target="../customXml/item31.xml"/><Relationship Id="rId44" Type="http://schemas.openxmlformats.org/officeDocument/2006/relationships/customXml" Target="../customXml/item44.xml"/><Relationship Id="rId52" Type="http://schemas.openxmlformats.org/officeDocument/2006/relationships/slide" Target="slides/slide2.xml"/><Relationship Id="rId60" Type="http://schemas.openxmlformats.org/officeDocument/2006/relationships/slide" Target="slides/slide10.xml"/><Relationship Id="rId65" Type="http://schemas.openxmlformats.org/officeDocument/2006/relationships/slide" Target="slides/slide15.xml"/><Relationship Id="rId73" Type="http://schemas.openxmlformats.org/officeDocument/2006/relationships/slide" Target="slides/slide23.xml"/><Relationship Id="rId78" Type="http://schemas.openxmlformats.org/officeDocument/2006/relationships/slide" Target="slides/slide28.xml"/><Relationship Id="rId81" Type="http://schemas.openxmlformats.org/officeDocument/2006/relationships/slide" Target="slides/slide31.xml"/><Relationship Id="rId86" Type="http://schemas.openxmlformats.org/officeDocument/2006/relationships/notesMaster" Target="notesMasters/notesMaster1.xml"/><Relationship Id="rId94" Type="http://schemas.microsoft.com/office/2015/10/relationships/revisionInfo" Target="revisionInfo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39" Type="http://schemas.openxmlformats.org/officeDocument/2006/relationships/customXml" Target="../customXml/item39.xml"/><Relationship Id="rId34" Type="http://schemas.openxmlformats.org/officeDocument/2006/relationships/customXml" Target="../customXml/item34.xml"/><Relationship Id="rId50" Type="http://schemas.openxmlformats.org/officeDocument/2006/relationships/slideMaster" Target="slideMasters/slideMaster1.xml"/><Relationship Id="rId55" Type="http://schemas.openxmlformats.org/officeDocument/2006/relationships/slide" Target="slides/slide5.xml"/><Relationship Id="rId76" Type="http://schemas.openxmlformats.org/officeDocument/2006/relationships/slide" Target="slides/slide26.xml"/><Relationship Id="rId7" Type="http://schemas.openxmlformats.org/officeDocument/2006/relationships/customXml" Target="../customXml/item7.xml"/><Relationship Id="rId71" Type="http://schemas.openxmlformats.org/officeDocument/2006/relationships/slide" Target="slides/slide21.xml"/><Relationship Id="rId92" Type="http://schemas.openxmlformats.org/officeDocument/2006/relationships/tableStyles" Target="tableStyles.xml"/><Relationship Id="rId2" Type="http://schemas.openxmlformats.org/officeDocument/2006/relationships/customXml" Target="../customXml/item2.xml"/><Relationship Id="rId29" Type="http://schemas.openxmlformats.org/officeDocument/2006/relationships/customXml" Target="../customXml/item29.xml"/><Relationship Id="rId24" Type="http://schemas.openxmlformats.org/officeDocument/2006/relationships/customXml" Target="../customXml/item24.xml"/><Relationship Id="rId40" Type="http://schemas.openxmlformats.org/officeDocument/2006/relationships/customXml" Target="../customXml/item40.xml"/><Relationship Id="rId45" Type="http://schemas.openxmlformats.org/officeDocument/2006/relationships/customXml" Target="../customXml/item45.xml"/><Relationship Id="rId66" Type="http://schemas.openxmlformats.org/officeDocument/2006/relationships/slide" Target="slides/slide16.xml"/><Relationship Id="rId87" Type="http://schemas.openxmlformats.org/officeDocument/2006/relationships/handoutMaster" Target="handoutMasters/handoutMaster1.xml"/><Relationship Id="rId61" Type="http://schemas.openxmlformats.org/officeDocument/2006/relationships/slide" Target="slides/slide11.xml"/><Relationship Id="rId82" Type="http://schemas.openxmlformats.org/officeDocument/2006/relationships/slide" Target="slides/slide32.xml"/><Relationship Id="rId19" Type="http://schemas.openxmlformats.org/officeDocument/2006/relationships/customXml" Target="../customXml/item19.xml"/><Relationship Id="rId14" Type="http://schemas.openxmlformats.org/officeDocument/2006/relationships/customXml" Target="../customXml/item14.xml"/><Relationship Id="rId30" Type="http://schemas.openxmlformats.org/officeDocument/2006/relationships/customXml" Target="../customXml/item30.xml"/><Relationship Id="rId35" Type="http://schemas.openxmlformats.org/officeDocument/2006/relationships/customXml" Target="../customXml/item35.xml"/><Relationship Id="rId56" Type="http://schemas.openxmlformats.org/officeDocument/2006/relationships/slide" Target="slides/slide6.xml"/><Relationship Id="rId77" Type="http://schemas.openxmlformats.org/officeDocument/2006/relationships/slide" Target="slides/slide2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er Simon Thrysøe" userId="3f9b9528-1df8-4235-9262-8bdb6141b1d9" providerId="ADAL" clId="{45C9CCB0-01C4-4662-962D-7EB51A4BA1E1}"/>
    <pc:docChg chg="custSel addSld delSld modSld sldOrd">
      <pc:chgData name="Alexander Simon Thrysøe" userId="3f9b9528-1df8-4235-9262-8bdb6141b1d9" providerId="ADAL" clId="{45C9CCB0-01C4-4662-962D-7EB51A4BA1E1}" dt="2025-10-04T20:46:17.254" v="2357"/>
      <pc:docMkLst>
        <pc:docMk/>
      </pc:docMkLst>
      <pc:sldChg chg="addSp modSp mod">
        <pc:chgData name="Alexander Simon Thrysøe" userId="3f9b9528-1df8-4235-9262-8bdb6141b1d9" providerId="ADAL" clId="{45C9CCB0-01C4-4662-962D-7EB51A4BA1E1}" dt="2025-10-04T20:44:28.847" v="2305"/>
        <pc:sldMkLst>
          <pc:docMk/>
          <pc:sldMk cId="1496449752" sldId="257"/>
        </pc:sldMkLst>
        <pc:spChg chg="add mod">
          <ac:chgData name="Alexander Simon Thrysøe" userId="3f9b9528-1df8-4235-9262-8bdb6141b1d9" providerId="ADAL" clId="{45C9CCB0-01C4-4662-962D-7EB51A4BA1E1}" dt="2025-10-04T20:44:28.847" v="2305"/>
          <ac:spMkLst>
            <pc:docMk/>
            <pc:sldMk cId="1496449752" sldId="257"/>
            <ac:spMk id="5" creationId="{E156121F-1CEF-453E-4B3F-513BE6B441BA}"/>
          </ac:spMkLst>
        </pc:spChg>
        <pc:spChg chg="mod">
          <ac:chgData name="Alexander Simon Thrysøe" userId="3f9b9528-1df8-4235-9262-8bdb6141b1d9" providerId="ADAL" clId="{45C9CCB0-01C4-4662-962D-7EB51A4BA1E1}" dt="2025-10-04T20:25:40.302" v="73"/>
          <ac:spMkLst>
            <pc:docMk/>
            <pc:sldMk cId="1496449752" sldId="257"/>
            <ac:spMk id="10" creationId="{2615DBC2-53D4-4FF0-9C23-50028FCF3834}"/>
          </ac:spMkLst>
        </pc:spChg>
        <pc:spChg chg="mod">
          <ac:chgData name="Alexander Simon Thrysøe" userId="3f9b9528-1df8-4235-9262-8bdb6141b1d9" providerId="ADAL" clId="{45C9CCB0-01C4-4662-962D-7EB51A4BA1E1}" dt="2025-10-04T20:25:40.444" v="95"/>
          <ac:spMkLst>
            <pc:docMk/>
            <pc:sldMk cId="1496449752" sldId="257"/>
            <ac:spMk id="12" creationId="{49C22DA8-DC16-4406-87A1-B16F490DF6E7}"/>
          </ac:spMkLst>
        </pc:spChg>
        <pc:spChg chg="mod">
          <ac:chgData name="Alexander Simon Thrysøe" userId="3f9b9528-1df8-4235-9262-8bdb6141b1d9" providerId="ADAL" clId="{45C9CCB0-01C4-4662-962D-7EB51A4BA1E1}" dt="2025-10-04T20:25:40.302" v="68"/>
          <ac:spMkLst>
            <pc:docMk/>
            <pc:sldMk cId="1496449752" sldId="257"/>
            <ac:spMk id="14" creationId="{814FF24D-45EB-40C3-888E-0D00FABA800F}"/>
          </ac:spMkLst>
        </pc:spChg>
        <pc:spChg chg="mod">
          <ac:chgData name="Alexander Simon Thrysøe" userId="3f9b9528-1df8-4235-9262-8bdb6141b1d9" providerId="ADAL" clId="{45C9CCB0-01C4-4662-962D-7EB51A4BA1E1}" dt="2025-10-04T20:25:40.298" v="64"/>
          <ac:spMkLst>
            <pc:docMk/>
            <pc:sldMk cId="1496449752" sldId="257"/>
            <ac:spMk id="16" creationId="{24BA4140-572A-407B-9047-4CE792398CA2}"/>
          </ac:spMkLst>
        </pc:spChg>
        <pc:spChg chg="mod">
          <ac:chgData name="Alexander Simon Thrysøe" userId="3f9b9528-1df8-4235-9262-8bdb6141b1d9" providerId="ADAL" clId="{45C9CCB0-01C4-4662-962D-7EB51A4BA1E1}" dt="2025-10-04T20:25:40.302" v="69"/>
          <ac:spMkLst>
            <pc:docMk/>
            <pc:sldMk cId="1496449752" sldId="257"/>
            <ac:spMk id="18" creationId="{8328DA4E-C773-4920-A1C8-C53663BEED5A}"/>
          </ac:spMkLst>
        </pc:spChg>
        <pc:spChg chg="mod">
          <ac:chgData name="Alexander Simon Thrysøe" userId="3f9b9528-1df8-4235-9262-8bdb6141b1d9" providerId="ADAL" clId="{45C9CCB0-01C4-4662-962D-7EB51A4BA1E1}" dt="2025-10-04T20:25:40.300" v="65"/>
          <ac:spMkLst>
            <pc:docMk/>
            <pc:sldMk cId="1496449752" sldId="257"/>
            <ac:spMk id="20" creationId="{07FAA8D9-FC22-4BA7-A349-0D4F87BF419D}"/>
          </ac:spMkLst>
        </pc:spChg>
        <pc:spChg chg="mod">
          <ac:chgData name="Alexander Simon Thrysøe" userId="3f9b9528-1df8-4235-9262-8bdb6141b1d9" providerId="ADAL" clId="{45C9CCB0-01C4-4662-962D-7EB51A4BA1E1}" dt="2025-10-04T20:25:40.302" v="70"/>
          <ac:spMkLst>
            <pc:docMk/>
            <pc:sldMk cId="1496449752" sldId="257"/>
            <ac:spMk id="22" creationId="{C05A0AAC-3B5E-409D-B383-41A2545C380A}"/>
          </ac:spMkLst>
        </pc:spChg>
        <pc:spChg chg="mod">
          <ac:chgData name="Alexander Simon Thrysøe" userId="3f9b9528-1df8-4235-9262-8bdb6141b1d9" providerId="ADAL" clId="{45C9CCB0-01C4-4662-962D-7EB51A4BA1E1}" dt="2025-10-04T20:25:40.300" v="66"/>
          <ac:spMkLst>
            <pc:docMk/>
            <pc:sldMk cId="1496449752" sldId="257"/>
            <ac:spMk id="24" creationId="{246F1C66-9B47-495C-964B-D57117E31603}"/>
          </ac:spMkLst>
        </pc:spChg>
        <pc:spChg chg="mod">
          <ac:chgData name="Alexander Simon Thrysøe" userId="3f9b9528-1df8-4235-9262-8bdb6141b1d9" providerId="ADAL" clId="{45C9CCB0-01C4-4662-962D-7EB51A4BA1E1}" dt="2025-10-04T20:25:40.302" v="71"/>
          <ac:spMkLst>
            <pc:docMk/>
            <pc:sldMk cId="1496449752" sldId="257"/>
            <ac:spMk id="26" creationId="{C74DD8C7-8BB8-43ED-87A5-E127821F68DB}"/>
          </ac:spMkLst>
        </pc:spChg>
        <pc:spChg chg="mod">
          <ac:chgData name="Alexander Simon Thrysøe" userId="3f9b9528-1df8-4235-9262-8bdb6141b1d9" providerId="ADAL" clId="{45C9CCB0-01C4-4662-962D-7EB51A4BA1E1}" dt="2025-10-04T20:25:40.302" v="67"/>
          <ac:spMkLst>
            <pc:docMk/>
            <pc:sldMk cId="1496449752" sldId="257"/>
            <ac:spMk id="28" creationId="{013F61D5-E528-4BBA-B60F-DB092F93CBAA}"/>
          </ac:spMkLst>
        </pc:spChg>
      </pc:sldChg>
      <pc:sldChg chg="addSp delSp modSp mod">
        <pc:chgData name="Alexander Simon Thrysøe" userId="3f9b9528-1df8-4235-9262-8bdb6141b1d9" providerId="ADAL" clId="{45C9CCB0-01C4-4662-962D-7EB51A4BA1E1}" dt="2025-10-04T20:44:18.414" v="2301" actId="20577"/>
        <pc:sldMkLst>
          <pc:docMk/>
          <pc:sldMk cId="2320714135" sldId="260"/>
        </pc:sldMkLst>
        <pc:spChg chg="add mod">
          <ac:chgData name="Alexander Simon Thrysøe" userId="3f9b9528-1df8-4235-9262-8bdb6141b1d9" providerId="ADAL" clId="{45C9CCB0-01C4-4662-962D-7EB51A4BA1E1}" dt="2025-10-04T20:44:18.414" v="2301" actId="20577"/>
          <ac:spMkLst>
            <pc:docMk/>
            <pc:sldMk cId="2320714135" sldId="260"/>
            <ac:spMk id="2" creationId="{A92365C1-559B-6139-15DA-3E6D82AF3420}"/>
          </ac:spMkLst>
        </pc:spChg>
        <pc:spChg chg="del">
          <ac:chgData name="Alexander Simon Thrysøe" userId="3f9b9528-1df8-4235-9262-8bdb6141b1d9" providerId="ADAL" clId="{45C9CCB0-01C4-4662-962D-7EB51A4BA1E1}" dt="2025-10-04T20:44:12.194" v="2297" actId="478"/>
          <ac:spMkLst>
            <pc:docMk/>
            <pc:sldMk cId="2320714135" sldId="260"/>
            <ac:spMk id="7" creationId="{B548A341-A64C-20B4-35B5-BE068417B3AB}"/>
          </ac:spMkLst>
        </pc:spChg>
      </pc:sldChg>
      <pc:sldChg chg="addSp delSp modSp mod">
        <pc:chgData name="Alexander Simon Thrysøe" userId="3f9b9528-1df8-4235-9262-8bdb6141b1d9" providerId="ADAL" clId="{45C9CCB0-01C4-4662-962D-7EB51A4BA1E1}" dt="2025-10-04T20:44:27.275" v="2304"/>
        <pc:sldMkLst>
          <pc:docMk/>
          <pc:sldMk cId="3768699119" sldId="522"/>
        </pc:sldMkLst>
        <pc:spChg chg="add mod">
          <ac:chgData name="Alexander Simon Thrysøe" userId="3f9b9528-1df8-4235-9262-8bdb6141b1d9" providerId="ADAL" clId="{45C9CCB0-01C4-4662-962D-7EB51A4BA1E1}" dt="2025-10-04T20:44:27.275" v="2304"/>
          <ac:spMkLst>
            <pc:docMk/>
            <pc:sldMk cId="3768699119" sldId="522"/>
            <ac:spMk id="2" creationId="{A875CF3D-7891-98A9-2308-3A794018C1B5}"/>
          </ac:spMkLst>
        </pc:spChg>
        <pc:spChg chg="del">
          <ac:chgData name="Alexander Simon Thrysøe" userId="3f9b9528-1df8-4235-9262-8bdb6141b1d9" providerId="ADAL" clId="{45C9CCB0-01C4-4662-962D-7EB51A4BA1E1}" dt="2025-10-04T20:44:26.961" v="2303" actId="478"/>
          <ac:spMkLst>
            <pc:docMk/>
            <pc:sldMk cId="3768699119" sldId="522"/>
            <ac:spMk id="18" creationId="{8BEF31F9-1380-ECFF-1CBE-B2FA716A0A6D}"/>
          </ac:spMkLst>
        </pc:spChg>
      </pc:sldChg>
      <pc:sldChg chg="addSp delSp modSp mod">
        <pc:chgData name="Alexander Simon Thrysøe" userId="3f9b9528-1df8-4235-9262-8bdb6141b1d9" providerId="ADAL" clId="{45C9CCB0-01C4-4662-962D-7EB51A4BA1E1}" dt="2025-10-04T20:44:34.400" v="2308"/>
        <pc:sldMkLst>
          <pc:docMk/>
          <pc:sldMk cId="928819623" sldId="523"/>
        </pc:sldMkLst>
        <pc:spChg chg="add mod">
          <ac:chgData name="Alexander Simon Thrysøe" userId="3f9b9528-1df8-4235-9262-8bdb6141b1d9" providerId="ADAL" clId="{45C9CCB0-01C4-4662-962D-7EB51A4BA1E1}" dt="2025-10-04T20:44:34.400" v="2308"/>
          <ac:spMkLst>
            <pc:docMk/>
            <pc:sldMk cId="928819623" sldId="523"/>
            <ac:spMk id="2" creationId="{017D61A1-1210-743B-F3D7-D319F5795068}"/>
          </ac:spMkLst>
        </pc:spChg>
        <pc:spChg chg="del">
          <ac:chgData name="Alexander Simon Thrysøe" userId="3f9b9528-1df8-4235-9262-8bdb6141b1d9" providerId="ADAL" clId="{45C9CCB0-01C4-4662-962D-7EB51A4BA1E1}" dt="2025-10-04T20:44:34.069" v="2307" actId="478"/>
          <ac:spMkLst>
            <pc:docMk/>
            <pc:sldMk cId="928819623" sldId="523"/>
            <ac:spMk id="18" creationId="{8BEF31F9-1380-ECFF-1CBE-B2FA716A0A6D}"/>
          </ac:spMkLst>
        </pc:spChg>
      </pc:sldChg>
      <pc:sldChg chg="addSp delSp modSp mod">
        <pc:chgData name="Alexander Simon Thrysøe" userId="3f9b9528-1df8-4235-9262-8bdb6141b1d9" providerId="ADAL" clId="{45C9CCB0-01C4-4662-962D-7EB51A4BA1E1}" dt="2025-10-04T20:44:38.044" v="2310"/>
        <pc:sldMkLst>
          <pc:docMk/>
          <pc:sldMk cId="1679452614" sldId="524"/>
        </pc:sldMkLst>
        <pc:spChg chg="add mod">
          <ac:chgData name="Alexander Simon Thrysøe" userId="3f9b9528-1df8-4235-9262-8bdb6141b1d9" providerId="ADAL" clId="{45C9CCB0-01C4-4662-962D-7EB51A4BA1E1}" dt="2025-10-04T20:44:38.044" v="2310"/>
          <ac:spMkLst>
            <pc:docMk/>
            <pc:sldMk cId="1679452614" sldId="524"/>
            <ac:spMk id="2" creationId="{BF609F7B-4204-825A-B462-16DAF74C8078}"/>
          </ac:spMkLst>
        </pc:spChg>
        <pc:spChg chg="del">
          <ac:chgData name="Alexander Simon Thrysøe" userId="3f9b9528-1df8-4235-9262-8bdb6141b1d9" providerId="ADAL" clId="{45C9CCB0-01C4-4662-962D-7EB51A4BA1E1}" dt="2025-10-04T20:44:37.394" v="2309" actId="478"/>
          <ac:spMkLst>
            <pc:docMk/>
            <pc:sldMk cId="1679452614" sldId="524"/>
            <ac:spMk id="18" creationId="{8BEF31F9-1380-ECFF-1CBE-B2FA716A0A6D}"/>
          </ac:spMkLst>
        </pc:spChg>
      </pc:sldChg>
      <pc:sldChg chg="addSp delSp modSp mod">
        <pc:chgData name="Alexander Simon Thrysøe" userId="3f9b9528-1df8-4235-9262-8bdb6141b1d9" providerId="ADAL" clId="{45C9CCB0-01C4-4662-962D-7EB51A4BA1E1}" dt="2025-10-04T20:44:43.256" v="2312"/>
        <pc:sldMkLst>
          <pc:docMk/>
          <pc:sldMk cId="2593478875" sldId="525"/>
        </pc:sldMkLst>
        <pc:spChg chg="add mod">
          <ac:chgData name="Alexander Simon Thrysøe" userId="3f9b9528-1df8-4235-9262-8bdb6141b1d9" providerId="ADAL" clId="{45C9CCB0-01C4-4662-962D-7EB51A4BA1E1}" dt="2025-10-04T20:44:43.256" v="2312"/>
          <ac:spMkLst>
            <pc:docMk/>
            <pc:sldMk cId="2593478875" sldId="525"/>
            <ac:spMk id="2" creationId="{C0B98809-51A5-341B-6532-0942BC073318}"/>
          </ac:spMkLst>
        </pc:spChg>
        <pc:spChg chg="del">
          <ac:chgData name="Alexander Simon Thrysøe" userId="3f9b9528-1df8-4235-9262-8bdb6141b1d9" providerId="ADAL" clId="{45C9CCB0-01C4-4662-962D-7EB51A4BA1E1}" dt="2025-10-04T20:44:42.916" v="2311" actId="478"/>
          <ac:spMkLst>
            <pc:docMk/>
            <pc:sldMk cId="2593478875" sldId="525"/>
            <ac:spMk id="18" creationId="{8BEF31F9-1380-ECFF-1CBE-B2FA716A0A6D}"/>
          </ac:spMkLst>
        </pc:spChg>
      </pc:sldChg>
      <pc:sldChg chg="addSp delSp modSp mod">
        <pc:chgData name="Alexander Simon Thrysøe" userId="3f9b9528-1df8-4235-9262-8bdb6141b1d9" providerId="ADAL" clId="{45C9CCB0-01C4-4662-962D-7EB51A4BA1E1}" dt="2025-10-04T20:44:50.944" v="2316"/>
        <pc:sldMkLst>
          <pc:docMk/>
          <pc:sldMk cId="293095399" sldId="526"/>
        </pc:sldMkLst>
        <pc:spChg chg="add mod">
          <ac:chgData name="Alexander Simon Thrysøe" userId="3f9b9528-1df8-4235-9262-8bdb6141b1d9" providerId="ADAL" clId="{45C9CCB0-01C4-4662-962D-7EB51A4BA1E1}" dt="2025-10-04T20:44:50.944" v="2316"/>
          <ac:spMkLst>
            <pc:docMk/>
            <pc:sldMk cId="293095399" sldId="526"/>
            <ac:spMk id="2" creationId="{EFEC6B5E-F470-0719-0E97-58AC20944BE3}"/>
          </ac:spMkLst>
        </pc:spChg>
        <pc:spChg chg="del">
          <ac:chgData name="Alexander Simon Thrysøe" userId="3f9b9528-1df8-4235-9262-8bdb6141b1d9" providerId="ADAL" clId="{45C9CCB0-01C4-4662-962D-7EB51A4BA1E1}" dt="2025-10-04T20:44:50.573" v="2315" actId="478"/>
          <ac:spMkLst>
            <pc:docMk/>
            <pc:sldMk cId="293095399" sldId="526"/>
            <ac:spMk id="18" creationId="{8BEF31F9-1380-ECFF-1CBE-B2FA716A0A6D}"/>
          </ac:spMkLst>
        </pc:spChg>
      </pc:sldChg>
      <pc:sldChg chg="addSp delSp modSp mod ord">
        <pc:chgData name="Alexander Simon Thrysøe" userId="3f9b9528-1df8-4235-9262-8bdb6141b1d9" providerId="ADAL" clId="{45C9CCB0-01C4-4662-962D-7EB51A4BA1E1}" dt="2025-10-04T20:45:04.774" v="2324"/>
        <pc:sldMkLst>
          <pc:docMk/>
          <pc:sldMk cId="2136279204" sldId="528"/>
        </pc:sldMkLst>
        <pc:spChg chg="add mod">
          <ac:chgData name="Alexander Simon Thrysøe" userId="3f9b9528-1df8-4235-9262-8bdb6141b1d9" providerId="ADAL" clId="{45C9CCB0-01C4-4662-962D-7EB51A4BA1E1}" dt="2025-10-04T20:45:04.774" v="2324"/>
          <ac:spMkLst>
            <pc:docMk/>
            <pc:sldMk cId="2136279204" sldId="528"/>
            <ac:spMk id="2" creationId="{FD3F2AC9-8614-0CA7-FD78-7952594E6BF5}"/>
          </ac:spMkLst>
        </pc:spChg>
        <pc:spChg chg="del">
          <ac:chgData name="Alexander Simon Thrysøe" userId="3f9b9528-1df8-4235-9262-8bdb6141b1d9" providerId="ADAL" clId="{45C9CCB0-01C4-4662-962D-7EB51A4BA1E1}" dt="2025-10-04T20:45:04.444" v="2323" actId="478"/>
          <ac:spMkLst>
            <pc:docMk/>
            <pc:sldMk cId="2136279204" sldId="528"/>
            <ac:spMk id="18" creationId="{8BEF31F9-1380-ECFF-1CBE-B2FA716A0A6D}"/>
          </ac:spMkLst>
        </pc:spChg>
      </pc:sldChg>
      <pc:sldChg chg="addSp delSp modSp mod">
        <pc:chgData name="Alexander Simon Thrysøe" userId="3f9b9528-1df8-4235-9262-8bdb6141b1d9" providerId="ADAL" clId="{45C9CCB0-01C4-4662-962D-7EB51A4BA1E1}" dt="2025-10-04T20:44:58.158" v="2320"/>
        <pc:sldMkLst>
          <pc:docMk/>
          <pc:sldMk cId="3932955275" sldId="529"/>
        </pc:sldMkLst>
        <pc:spChg chg="add mod">
          <ac:chgData name="Alexander Simon Thrysøe" userId="3f9b9528-1df8-4235-9262-8bdb6141b1d9" providerId="ADAL" clId="{45C9CCB0-01C4-4662-962D-7EB51A4BA1E1}" dt="2025-10-04T20:44:58.158" v="2320"/>
          <ac:spMkLst>
            <pc:docMk/>
            <pc:sldMk cId="3932955275" sldId="529"/>
            <ac:spMk id="2" creationId="{3D8BB72E-18CC-1966-AB8F-AB732C2A7FA3}"/>
          </ac:spMkLst>
        </pc:spChg>
        <pc:spChg chg="del">
          <ac:chgData name="Alexander Simon Thrysøe" userId="3f9b9528-1df8-4235-9262-8bdb6141b1d9" providerId="ADAL" clId="{45C9CCB0-01C4-4662-962D-7EB51A4BA1E1}" dt="2025-10-04T20:44:57.805" v="2319" actId="478"/>
          <ac:spMkLst>
            <pc:docMk/>
            <pc:sldMk cId="3932955275" sldId="529"/>
            <ac:spMk id="18" creationId="{8BEF31F9-1380-ECFF-1CBE-B2FA716A0A6D}"/>
          </ac:spMkLst>
        </pc:spChg>
      </pc:sldChg>
      <pc:sldChg chg="addSp delSp modSp mod">
        <pc:chgData name="Alexander Simon Thrysøe" userId="3f9b9528-1df8-4235-9262-8bdb6141b1d9" providerId="ADAL" clId="{45C9CCB0-01C4-4662-962D-7EB51A4BA1E1}" dt="2025-10-04T20:45:08.022" v="2326"/>
        <pc:sldMkLst>
          <pc:docMk/>
          <pc:sldMk cId="669483960" sldId="530"/>
        </pc:sldMkLst>
        <pc:spChg chg="add mod">
          <ac:chgData name="Alexander Simon Thrysøe" userId="3f9b9528-1df8-4235-9262-8bdb6141b1d9" providerId="ADAL" clId="{45C9CCB0-01C4-4662-962D-7EB51A4BA1E1}" dt="2025-10-04T20:45:08.022" v="2326"/>
          <ac:spMkLst>
            <pc:docMk/>
            <pc:sldMk cId="669483960" sldId="530"/>
            <ac:spMk id="2" creationId="{C3BD0629-C8AD-5D60-AED9-2AB9D56B69EF}"/>
          </ac:spMkLst>
        </pc:spChg>
        <pc:spChg chg="del">
          <ac:chgData name="Alexander Simon Thrysøe" userId="3f9b9528-1df8-4235-9262-8bdb6141b1d9" providerId="ADAL" clId="{45C9CCB0-01C4-4662-962D-7EB51A4BA1E1}" dt="2025-10-04T20:45:07.678" v="2325" actId="478"/>
          <ac:spMkLst>
            <pc:docMk/>
            <pc:sldMk cId="669483960" sldId="530"/>
            <ac:spMk id="18" creationId="{8BEF31F9-1380-ECFF-1CBE-B2FA716A0A6D}"/>
          </ac:spMkLst>
        </pc:spChg>
      </pc:sldChg>
      <pc:sldChg chg="addSp delSp modSp mod">
        <pc:chgData name="Alexander Simon Thrysøe" userId="3f9b9528-1df8-4235-9262-8bdb6141b1d9" providerId="ADAL" clId="{45C9CCB0-01C4-4662-962D-7EB51A4BA1E1}" dt="2025-10-04T20:45:16.500" v="2330"/>
        <pc:sldMkLst>
          <pc:docMk/>
          <pc:sldMk cId="1536132744" sldId="534"/>
        </pc:sldMkLst>
        <pc:spChg chg="add mod">
          <ac:chgData name="Alexander Simon Thrysøe" userId="3f9b9528-1df8-4235-9262-8bdb6141b1d9" providerId="ADAL" clId="{45C9CCB0-01C4-4662-962D-7EB51A4BA1E1}" dt="2025-10-04T20:45:16.500" v="2330"/>
          <ac:spMkLst>
            <pc:docMk/>
            <pc:sldMk cId="1536132744" sldId="534"/>
            <ac:spMk id="2" creationId="{FDE12BC2-2940-F040-14EC-9730ED88CAE3}"/>
          </ac:spMkLst>
        </pc:spChg>
        <pc:spChg chg="del">
          <ac:chgData name="Alexander Simon Thrysøe" userId="3f9b9528-1df8-4235-9262-8bdb6141b1d9" providerId="ADAL" clId="{45C9CCB0-01C4-4662-962D-7EB51A4BA1E1}" dt="2025-10-04T20:45:15.360" v="2329" actId="478"/>
          <ac:spMkLst>
            <pc:docMk/>
            <pc:sldMk cId="1536132744" sldId="534"/>
            <ac:spMk id="18" creationId="{8BEF31F9-1380-ECFF-1CBE-B2FA716A0A6D}"/>
          </ac:spMkLst>
        </pc:spChg>
      </pc:sldChg>
      <pc:sldChg chg="addSp delSp modSp mod">
        <pc:chgData name="Alexander Simon Thrysøe" userId="3f9b9528-1df8-4235-9262-8bdb6141b1d9" providerId="ADAL" clId="{45C9CCB0-01C4-4662-962D-7EB51A4BA1E1}" dt="2025-10-04T20:45:20.701" v="2332"/>
        <pc:sldMkLst>
          <pc:docMk/>
          <pc:sldMk cId="2518420487" sldId="535"/>
        </pc:sldMkLst>
        <pc:spChg chg="add mod">
          <ac:chgData name="Alexander Simon Thrysøe" userId="3f9b9528-1df8-4235-9262-8bdb6141b1d9" providerId="ADAL" clId="{45C9CCB0-01C4-4662-962D-7EB51A4BA1E1}" dt="2025-10-04T20:45:20.701" v="2332"/>
          <ac:spMkLst>
            <pc:docMk/>
            <pc:sldMk cId="2518420487" sldId="535"/>
            <ac:spMk id="2" creationId="{38042B11-C815-D6FB-2464-740275D396E5}"/>
          </ac:spMkLst>
        </pc:spChg>
        <pc:spChg chg="del">
          <ac:chgData name="Alexander Simon Thrysøe" userId="3f9b9528-1df8-4235-9262-8bdb6141b1d9" providerId="ADAL" clId="{45C9CCB0-01C4-4662-962D-7EB51A4BA1E1}" dt="2025-10-04T20:45:20.048" v="2331" actId="478"/>
          <ac:spMkLst>
            <pc:docMk/>
            <pc:sldMk cId="2518420487" sldId="535"/>
            <ac:spMk id="18" creationId="{8BEF31F9-1380-ECFF-1CBE-B2FA716A0A6D}"/>
          </ac:spMkLst>
        </pc:spChg>
        <pc:picChg chg="del">
          <ac:chgData name="Alexander Simon Thrysøe" userId="3f9b9528-1df8-4235-9262-8bdb6141b1d9" providerId="ADAL" clId="{45C9CCB0-01C4-4662-962D-7EB51A4BA1E1}" dt="2025-10-04T20:30:16.717" v="922" actId="478"/>
          <ac:picMkLst>
            <pc:docMk/>
            <pc:sldMk cId="2518420487" sldId="535"/>
            <ac:picMk id="6" creationId="{DC6980FC-DB04-CB71-042E-702C9C9F624E}"/>
          </ac:picMkLst>
        </pc:picChg>
      </pc:sldChg>
      <pc:sldChg chg="addSp delSp modSp mod">
        <pc:chgData name="Alexander Simon Thrysøe" userId="3f9b9528-1df8-4235-9262-8bdb6141b1d9" providerId="ADAL" clId="{45C9CCB0-01C4-4662-962D-7EB51A4BA1E1}" dt="2025-10-04T20:45:39.390" v="2342"/>
        <pc:sldMkLst>
          <pc:docMk/>
          <pc:sldMk cId="3447324301" sldId="536"/>
        </pc:sldMkLst>
        <pc:spChg chg="add mod">
          <ac:chgData name="Alexander Simon Thrysøe" userId="3f9b9528-1df8-4235-9262-8bdb6141b1d9" providerId="ADAL" clId="{45C9CCB0-01C4-4662-962D-7EB51A4BA1E1}" dt="2025-10-04T20:45:39.390" v="2342"/>
          <ac:spMkLst>
            <pc:docMk/>
            <pc:sldMk cId="3447324301" sldId="536"/>
            <ac:spMk id="2" creationId="{65288187-6E16-D8FD-9694-C5BEB8BB57F8}"/>
          </ac:spMkLst>
        </pc:spChg>
        <pc:spChg chg="del">
          <ac:chgData name="Alexander Simon Thrysøe" userId="3f9b9528-1df8-4235-9262-8bdb6141b1d9" providerId="ADAL" clId="{45C9CCB0-01C4-4662-962D-7EB51A4BA1E1}" dt="2025-10-04T20:45:39.051" v="2341" actId="478"/>
          <ac:spMkLst>
            <pc:docMk/>
            <pc:sldMk cId="3447324301" sldId="536"/>
            <ac:spMk id="18" creationId="{8BEF31F9-1380-ECFF-1CBE-B2FA716A0A6D}"/>
          </ac:spMkLst>
        </pc:spChg>
      </pc:sldChg>
      <pc:sldChg chg="addSp delSp modSp mod">
        <pc:chgData name="Alexander Simon Thrysøe" userId="3f9b9528-1df8-4235-9262-8bdb6141b1d9" providerId="ADAL" clId="{45C9CCB0-01C4-4662-962D-7EB51A4BA1E1}" dt="2025-10-04T20:45:36.187" v="2340"/>
        <pc:sldMkLst>
          <pc:docMk/>
          <pc:sldMk cId="3635607412" sldId="537"/>
        </pc:sldMkLst>
        <pc:spChg chg="add mod">
          <ac:chgData name="Alexander Simon Thrysøe" userId="3f9b9528-1df8-4235-9262-8bdb6141b1d9" providerId="ADAL" clId="{45C9CCB0-01C4-4662-962D-7EB51A4BA1E1}" dt="2025-10-04T20:45:36.187" v="2340"/>
          <ac:spMkLst>
            <pc:docMk/>
            <pc:sldMk cId="3635607412" sldId="537"/>
            <ac:spMk id="3" creationId="{B9526D19-2339-C736-9BCB-BA5B5BA6E6AA}"/>
          </ac:spMkLst>
        </pc:spChg>
        <pc:spChg chg="del">
          <ac:chgData name="Alexander Simon Thrysøe" userId="3f9b9528-1df8-4235-9262-8bdb6141b1d9" providerId="ADAL" clId="{45C9CCB0-01C4-4662-962D-7EB51A4BA1E1}" dt="2025-10-04T20:45:35.838" v="2339" actId="478"/>
          <ac:spMkLst>
            <pc:docMk/>
            <pc:sldMk cId="3635607412" sldId="537"/>
            <ac:spMk id="18" creationId="{8BEF31F9-1380-ECFF-1CBE-B2FA716A0A6D}"/>
          </ac:spMkLst>
        </pc:spChg>
      </pc:sldChg>
      <pc:sldChg chg="addSp delSp modSp mod">
        <pc:chgData name="Alexander Simon Thrysøe" userId="3f9b9528-1df8-4235-9262-8bdb6141b1d9" providerId="ADAL" clId="{45C9CCB0-01C4-4662-962D-7EB51A4BA1E1}" dt="2025-10-04T20:45:32.610" v="2338"/>
        <pc:sldMkLst>
          <pc:docMk/>
          <pc:sldMk cId="4218963795" sldId="538"/>
        </pc:sldMkLst>
        <pc:spChg chg="add mod">
          <ac:chgData name="Alexander Simon Thrysøe" userId="3f9b9528-1df8-4235-9262-8bdb6141b1d9" providerId="ADAL" clId="{45C9CCB0-01C4-4662-962D-7EB51A4BA1E1}" dt="2025-10-04T20:45:32.610" v="2338"/>
          <ac:spMkLst>
            <pc:docMk/>
            <pc:sldMk cId="4218963795" sldId="538"/>
            <ac:spMk id="2" creationId="{AACC636F-365A-1933-4194-787D846E0100}"/>
          </ac:spMkLst>
        </pc:spChg>
        <pc:spChg chg="del">
          <ac:chgData name="Alexander Simon Thrysøe" userId="3f9b9528-1df8-4235-9262-8bdb6141b1d9" providerId="ADAL" clId="{45C9CCB0-01C4-4662-962D-7EB51A4BA1E1}" dt="2025-10-04T20:45:32.294" v="2337" actId="478"/>
          <ac:spMkLst>
            <pc:docMk/>
            <pc:sldMk cId="4218963795" sldId="538"/>
            <ac:spMk id="18" creationId="{8BEF31F9-1380-ECFF-1CBE-B2FA716A0A6D}"/>
          </ac:spMkLst>
        </pc:spChg>
      </pc:sldChg>
      <pc:sldChg chg="addSp delSp modSp mod">
        <pc:chgData name="Alexander Simon Thrysøe" userId="3f9b9528-1df8-4235-9262-8bdb6141b1d9" providerId="ADAL" clId="{45C9CCB0-01C4-4662-962D-7EB51A4BA1E1}" dt="2025-10-04T20:45:28.696" v="2336"/>
        <pc:sldMkLst>
          <pc:docMk/>
          <pc:sldMk cId="2432504658" sldId="539"/>
        </pc:sldMkLst>
        <pc:spChg chg="add mod">
          <ac:chgData name="Alexander Simon Thrysøe" userId="3f9b9528-1df8-4235-9262-8bdb6141b1d9" providerId="ADAL" clId="{45C9CCB0-01C4-4662-962D-7EB51A4BA1E1}" dt="2025-10-04T20:45:28.696" v="2336"/>
          <ac:spMkLst>
            <pc:docMk/>
            <pc:sldMk cId="2432504658" sldId="539"/>
            <ac:spMk id="5" creationId="{332A2BEB-2E73-A092-9F54-DB130B47B328}"/>
          </ac:spMkLst>
        </pc:spChg>
        <pc:spChg chg="del">
          <ac:chgData name="Alexander Simon Thrysøe" userId="3f9b9528-1df8-4235-9262-8bdb6141b1d9" providerId="ADAL" clId="{45C9CCB0-01C4-4662-962D-7EB51A4BA1E1}" dt="2025-10-04T20:45:28.375" v="2335" actId="478"/>
          <ac:spMkLst>
            <pc:docMk/>
            <pc:sldMk cId="2432504658" sldId="539"/>
            <ac:spMk id="18" creationId="{8BEF31F9-1380-ECFF-1CBE-B2FA716A0A6D}"/>
          </ac:spMkLst>
        </pc:spChg>
        <pc:picChg chg="del">
          <ac:chgData name="Alexander Simon Thrysøe" userId="3f9b9528-1df8-4235-9262-8bdb6141b1d9" providerId="ADAL" clId="{45C9CCB0-01C4-4662-962D-7EB51A4BA1E1}" dt="2025-10-04T20:29:01.310" v="512" actId="478"/>
          <ac:picMkLst>
            <pc:docMk/>
            <pc:sldMk cId="2432504658" sldId="539"/>
            <ac:picMk id="2" creationId="{C9E32066-A584-E225-8C4F-1C3A69F7C336}"/>
          </ac:picMkLst>
        </pc:picChg>
      </pc:sldChg>
      <pc:sldChg chg="del">
        <pc:chgData name="Alexander Simon Thrysøe" userId="3f9b9528-1df8-4235-9262-8bdb6141b1d9" providerId="ADAL" clId="{45C9CCB0-01C4-4662-962D-7EB51A4BA1E1}" dt="2025-10-04T20:28:54.776" v="511" actId="47"/>
        <pc:sldMkLst>
          <pc:docMk/>
          <pc:sldMk cId="1263997235" sldId="540"/>
        </pc:sldMkLst>
      </pc:sldChg>
      <pc:sldChg chg="addSp delSp modSp mod">
        <pc:chgData name="Alexander Simon Thrysøe" userId="3f9b9528-1df8-4235-9262-8bdb6141b1d9" providerId="ADAL" clId="{45C9CCB0-01C4-4662-962D-7EB51A4BA1E1}" dt="2025-10-04T20:45:55.069" v="2348"/>
        <pc:sldMkLst>
          <pc:docMk/>
          <pc:sldMk cId="3725047287" sldId="541"/>
        </pc:sldMkLst>
        <pc:spChg chg="add mod">
          <ac:chgData name="Alexander Simon Thrysøe" userId="3f9b9528-1df8-4235-9262-8bdb6141b1d9" providerId="ADAL" clId="{45C9CCB0-01C4-4662-962D-7EB51A4BA1E1}" dt="2025-10-04T20:45:55.069" v="2348"/>
          <ac:spMkLst>
            <pc:docMk/>
            <pc:sldMk cId="3725047287" sldId="541"/>
            <ac:spMk id="2" creationId="{8974B890-AF87-8DA2-2608-1E4028076CEF}"/>
          </ac:spMkLst>
        </pc:spChg>
        <pc:spChg chg="del">
          <ac:chgData name="Alexander Simon Thrysøe" userId="3f9b9528-1df8-4235-9262-8bdb6141b1d9" providerId="ADAL" clId="{45C9CCB0-01C4-4662-962D-7EB51A4BA1E1}" dt="2025-10-04T20:45:54.735" v="2347" actId="478"/>
          <ac:spMkLst>
            <pc:docMk/>
            <pc:sldMk cId="3725047287" sldId="541"/>
            <ac:spMk id="18" creationId="{8BEF31F9-1380-ECFF-1CBE-B2FA716A0A6D}"/>
          </ac:spMkLst>
        </pc:spChg>
      </pc:sldChg>
      <pc:sldChg chg="addSp delSp modSp mod">
        <pc:chgData name="Alexander Simon Thrysøe" userId="3f9b9528-1df8-4235-9262-8bdb6141b1d9" providerId="ADAL" clId="{45C9CCB0-01C4-4662-962D-7EB51A4BA1E1}" dt="2025-10-04T20:45:59.122" v="2350"/>
        <pc:sldMkLst>
          <pc:docMk/>
          <pc:sldMk cId="3776398697" sldId="542"/>
        </pc:sldMkLst>
        <pc:spChg chg="add mod">
          <ac:chgData name="Alexander Simon Thrysøe" userId="3f9b9528-1df8-4235-9262-8bdb6141b1d9" providerId="ADAL" clId="{45C9CCB0-01C4-4662-962D-7EB51A4BA1E1}" dt="2025-10-04T20:45:59.122" v="2350"/>
          <ac:spMkLst>
            <pc:docMk/>
            <pc:sldMk cId="3776398697" sldId="542"/>
            <ac:spMk id="2" creationId="{6518CB39-9D0D-7A28-DCAD-DBB40A54E0DB}"/>
          </ac:spMkLst>
        </pc:spChg>
        <pc:spChg chg="del">
          <ac:chgData name="Alexander Simon Thrysøe" userId="3f9b9528-1df8-4235-9262-8bdb6141b1d9" providerId="ADAL" clId="{45C9CCB0-01C4-4662-962D-7EB51A4BA1E1}" dt="2025-10-04T20:45:58.800" v="2349" actId="478"/>
          <ac:spMkLst>
            <pc:docMk/>
            <pc:sldMk cId="3776398697" sldId="542"/>
            <ac:spMk id="18" creationId="{8BEF31F9-1380-ECFF-1CBE-B2FA716A0A6D}"/>
          </ac:spMkLst>
        </pc:spChg>
      </pc:sldChg>
      <pc:sldChg chg="addSp delSp modSp mod">
        <pc:chgData name="Alexander Simon Thrysøe" userId="3f9b9528-1df8-4235-9262-8bdb6141b1d9" providerId="ADAL" clId="{45C9CCB0-01C4-4662-962D-7EB51A4BA1E1}" dt="2025-10-04T20:46:02.257" v="2352"/>
        <pc:sldMkLst>
          <pc:docMk/>
          <pc:sldMk cId="1240298632" sldId="543"/>
        </pc:sldMkLst>
        <pc:spChg chg="add mod">
          <ac:chgData name="Alexander Simon Thrysøe" userId="3f9b9528-1df8-4235-9262-8bdb6141b1d9" providerId="ADAL" clId="{45C9CCB0-01C4-4662-962D-7EB51A4BA1E1}" dt="2025-10-04T20:46:02.257" v="2352"/>
          <ac:spMkLst>
            <pc:docMk/>
            <pc:sldMk cId="1240298632" sldId="543"/>
            <ac:spMk id="3" creationId="{F40AA802-BEF2-AE8C-E18E-8483CA05C3D4}"/>
          </ac:spMkLst>
        </pc:spChg>
        <pc:spChg chg="del">
          <ac:chgData name="Alexander Simon Thrysøe" userId="3f9b9528-1df8-4235-9262-8bdb6141b1d9" providerId="ADAL" clId="{45C9CCB0-01C4-4662-962D-7EB51A4BA1E1}" dt="2025-10-04T20:46:01.876" v="2351" actId="478"/>
          <ac:spMkLst>
            <pc:docMk/>
            <pc:sldMk cId="1240298632" sldId="543"/>
            <ac:spMk id="18" creationId="{8BEF31F9-1380-ECFF-1CBE-B2FA716A0A6D}"/>
          </ac:spMkLst>
        </pc:spChg>
      </pc:sldChg>
      <pc:sldChg chg="addSp delSp modSp mod">
        <pc:chgData name="Alexander Simon Thrysøe" userId="3f9b9528-1df8-4235-9262-8bdb6141b1d9" providerId="ADAL" clId="{45C9CCB0-01C4-4662-962D-7EB51A4BA1E1}" dt="2025-10-04T20:45:10.600" v="2328"/>
        <pc:sldMkLst>
          <pc:docMk/>
          <pc:sldMk cId="189498438" sldId="544"/>
        </pc:sldMkLst>
        <pc:spChg chg="add mod">
          <ac:chgData name="Alexander Simon Thrysøe" userId="3f9b9528-1df8-4235-9262-8bdb6141b1d9" providerId="ADAL" clId="{45C9CCB0-01C4-4662-962D-7EB51A4BA1E1}" dt="2025-10-04T20:45:10.600" v="2328"/>
          <ac:spMkLst>
            <pc:docMk/>
            <pc:sldMk cId="189498438" sldId="544"/>
            <ac:spMk id="2" creationId="{2C533CBE-D6C8-9950-4CA4-E0A2F65B0EE0}"/>
          </ac:spMkLst>
        </pc:spChg>
        <pc:spChg chg="del">
          <ac:chgData name="Alexander Simon Thrysøe" userId="3f9b9528-1df8-4235-9262-8bdb6141b1d9" providerId="ADAL" clId="{45C9CCB0-01C4-4662-962D-7EB51A4BA1E1}" dt="2025-10-04T20:45:10.258" v="2327" actId="478"/>
          <ac:spMkLst>
            <pc:docMk/>
            <pc:sldMk cId="189498438" sldId="544"/>
            <ac:spMk id="18" creationId="{8BEF31F9-1380-ECFF-1CBE-B2FA716A0A6D}"/>
          </ac:spMkLst>
        </pc:spChg>
      </pc:sldChg>
      <pc:sldChg chg="addSp delSp modSp mod">
        <pc:chgData name="Alexander Simon Thrysøe" userId="3f9b9528-1df8-4235-9262-8bdb6141b1d9" providerId="ADAL" clId="{45C9CCB0-01C4-4662-962D-7EB51A4BA1E1}" dt="2025-10-04T20:46:11.969" v="2355"/>
        <pc:sldMkLst>
          <pc:docMk/>
          <pc:sldMk cId="3369818236" sldId="546"/>
        </pc:sldMkLst>
        <pc:spChg chg="add mod">
          <ac:chgData name="Alexander Simon Thrysøe" userId="3f9b9528-1df8-4235-9262-8bdb6141b1d9" providerId="ADAL" clId="{45C9CCB0-01C4-4662-962D-7EB51A4BA1E1}" dt="2025-10-04T20:46:11.969" v="2355"/>
          <ac:spMkLst>
            <pc:docMk/>
            <pc:sldMk cId="3369818236" sldId="546"/>
            <ac:spMk id="2" creationId="{23B8B31F-1316-077A-5BC1-F2F4479AE4F9}"/>
          </ac:spMkLst>
        </pc:spChg>
        <pc:spChg chg="del mod">
          <ac:chgData name="Alexander Simon Thrysøe" userId="3f9b9528-1df8-4235-9262-8bdb6141b1d9" providerId="ADAL" clId="{45C9CCB0-01C4-4662-962D-7EB51A4BA1E1}" dt="2025-10-04T20:46:11.621" v="2354" actId="478"/>
          <ac:spMkLst>
            <pc:docMk/>
            <pc:sldMk cId="3369818236" sldId="546"/>
            <ac:spMk id="18" creationId="{8BEF31F9-1380-ECFF-1CBE-B2FA716A0A6D}"/>
          </ac:spMkLst>
        </pc:spChg>
      </pc:sldChg>
      <pc:sldChg chg="del">
        <pc:chgData name="Alexander Simon Thrysøe" userId="3f9b9528-1df8-4235-9262-8bdb6141b1d9" providerId="ADAL" clId="{45C9CCB0-01C4-4662-962D-7EB51A4BA1E1}" dt="2025-10-04T20:42:45.814" v="2296" actId="47"/>
        <pc:sldMkLst>
          <pc:docMk/>
          <pc:sldMk cId="4109732426" sldId="547"/>
        </pc:sldMkLst>
      </pc:sldChg>
      <pc:sldChg chg="addSp delSp modSp mod">
        <pc:chgData name="Alexander Simon Thrysøe" userId="3f9b9528-1df8-4235-9262-8bdb6141b1d9" providerId="ADAL" clId="{45C9CCB0-01C4-4662-962D-7EB51A4BA1E1}" dt="2025-10-04T20:46:17.254" v="2357"/>
        <pc:sldMkLst>
          <pc:docMk/>
          <pc:sldMk cId="2886382206" sldId="548"/>
        </pc:sldMkLst>
        <pc:spChg chg="add mod">
          <ac:chgData name="Alexander Simon Thrysøe" userId="3f9b9528-1df8-4235-9262-8bdb6141b1d9" providerId="ADAL" clId="{45C9CCB0-01C4-4662-962D-7EB51A4BA1E1}" dt="2025-10-04T20:46:17.254" v="2357"/>
          <ac:spMkLst>
            <pc:docMk/>
            <pc:sldMk cId="2886382206" sldId="548"/>
            <ac:spMk id="2" creationId="{38F8E402-4AF0-87BB-6987-D6FF9AC1422C}"/>
          </ac:spMkLst>
        </pc:spChg>
        <pc:spChg chg="del">
          <ac:chgData name="Alexander Simon Thrysøe" userId="3f9b9528-1df8-4235-9262-8bdb6141b1d9" providerId="ADAL" clId="{45C9CCB0-01C4-4662-962D-7EB51A4BA1E1}" dt="2025-10-04T20:46:16.788" v="2356" actId="478"/>
          <ac:spMkLst>
            <pc:docMk/>
            <pc:sldMk cId="2886382206" sldId="548"/>
            <ac:spMk id="18" creationId="{8BEF31F9-1380-ECFF-1CBE-B2FA716A0A6D}"/>
          </ac:spMkLst>
        </pc:spChg>
      </pc:sldChg>
      <pc:sldChg chg="addSp modSp mod">
        <pc:chgData name="Alexander Simon Thrysøe" userId="3f9b9528-1df8-4235-9262-8bdb6141b1d9" providerId="ADAL" clId="{45C9CCB0-01C4-4662-962D-7EB51A4BA1E1}" dt="2025-10-04T20:44:24.565" v="2302"/>
        <pc:sldMkLst>
          <pc:docMk/>
          <pc:sldMk cId="1635377456" sldId="549"/>
        </pc:sldMkLst>
        <pc:spChg chg="mod">
          <ac:chgData name="Alexander Simon Thrysøe" userId="3f9b9528-1df8-4235-9262-8bdb6141b1d9" providerId="ADAL" clId="{45C9CCB0-01C4-4662-962D-7EB51A4BA1E1}" dt="2025-10-04T20:25:40.203" v="54"/>
          <ac:spMkLst>
            <pc:docMk/>
            <pc:sldMk cId="1635377456" sldId="549"/>
            <ac:spMk id="4" creationId="{9703B32C-6B09-4C7C-BB92-8A72F50EF9B4}"/>
          </ac:spMkLst>
        </pc:spChg>
        <pc:spChg chg="add mod">
          <ac:chgData name="Alexander Simon Thrysøe" userId="3f9b9528-1df8-4235-9262-8bdb6141b1d9" providerId="ADAL" clId="{45C9CCB0-01C4-4662-962D-7EB51A4BA1E1}" dt="2025-10-04T20:44:24.565" v="2302"/>
          <ac:spMkLst>
            <pc:docMk/>
            <pc:sldMk cId="1635377456" sldId="549"/>
            <ac:spMk id="448" creationId="{872378BE-F4D7-512D-8925-F983C339F0B5}"/>
          </ac:spMkLst>
        </pc:spChg>
      </pc:sldChg>
      <pc:sldChg chg="addSp modSp mod">
        <pc:chgData name="Alexander Simon Thrysøe" userId="3f9b9528-1df8-4235-9262-8bdb6141b1d9" providerId="ADAL" clId="{45C9CCB0-01C4-4662-962D-7EB51A4BA1E1}" dt="2025-10-04T20:44:30.569" v="2306"/>
        <pc:sldMkLst>
          <pc:docMk/>
          <pc:sldMk cId="2028356596" sldId="550"/>
        </pc:sldMkLst>
        <pc:spChg chg="add mod">
          <ac:chgData name="Alexander Simon Thrysøe" userId="3f9b9528-1df8-4235-9262-8bdb6141b1d9" providerId="ADAL" clId="{45C9CCB0-01C4-4662-962D-7EB51A4BA1E1}" dt="2025-10-04T20:44:30.569" v="2306"/>
          <ac:spMkLst>
            <pc:docMk/>
            <pc:sldMk cId="2028356596" sldId="550"/>
            <ac:spMk id="5" creationId="{15225618-1EF6-64B3-44A8-8EEC603E5790}"/>
          </ac:spMkLst>
        </pc:spChg>
        <pc:spChg chg="mod">
          <ac:chgData name="Alexander Simon Thrysøe" userId="3f9b9528-1df8-4235-9262-8bdb6141b1d9" providerId="ADAL" clId="{45C9CCB0-01C4-4662-962D-7EB51A4BA1E1}" dt="2025-10-04T20:25:40.460" v="97"/>
          <ac:spMkLst>
            <pc:docMk/>
            <pc:sldMk cId="2028356596" sldId="550"/>
            <ac:spMk id="11" creationId="{0E9C0038-F443-48D7-9394-7FD7E6BE9C22}"/>
          </ac:spMkLst>
        </pc:spChg>
        <pc:spChg chg="mod">
          <ac:chgData name="Alexander Simon Thrysøe" userId="3f9b9528-1df8-4235-9262-8bdb6141b1d9" providerId="ADAL" clId="{45C9CCB0-01C4-4662-962D-7EB51A4BA1E1}" dt="2025-10-04T20:25:40.252" v="58"/>
          <ac:spMkLst>
            <pc:docMk/>
            <pc:sldMk cId="2028356596" sldId="550"/>
            <ac:spMk id="28" creationId="{B02019B4-0365-4D29-B2DC-287A80AB7124}"/>
          </ac:spMkLst>
        </pc:spChg>
      </pc:sldChg>
      <pc:sldChg chg="addSp modSp mod">
        <pc:chgData name="Alexander Simon Thrysøe" userId="3f9b9528-1df8-4235-9262-8bdb6141b1d9" providerId="ADAL" clId="{45C9CCB0-01C4-4662-962D-7EB51A4BA1E1}" dt="2025-10-04T20:44:52.709" v="2317"/>
        <pc:sldMkLst>
          <pc:docMk/>
          <pc:sldMk cId="3897100759" sldId="551"/>
        </pc:sldMkLst>
        <pc:spChg chg="mod">
          <ac:chgData name="Alexander Simon Thrysøe" userId="3f9b9528-1df8-4235-9262-8bdb6141b1d9" providerId="ADAL" clId="{45C9CCB0-01C4-4662-962D-7EB51A4BA1E1}" dt="2025-10-04T20:25:40.391" v="93"/>
          <ac:spMkLst>
            <pc:docMk/>
            <pc:sldMk cId="3897100759" sldId="551"/>
            <ac:spMk id="9" creationId="{752080D1-6437-41FF-8EBA-3B0CD35E0F42}"/>
          </ac:spMkLst>
        </pc:spChg>
        <pc:spChg chg="mod">
          <ac:chgData name="Alexander Simon Thrysøe" userId="3f9b9528-1df8-4235-9262-8bdb6141b1d9" providerId="ADAL" clId="{45C9CCB0-01C4-4662-962D-7EB51A4BA1E1}" dt="2025-10-04T20:25:40.502" v="103"/>
          <ac:spMkLst>
            <pc:docMk/>
            <pc:sldMk cId="3897100759" sldId="551"/>
            <ac:spMk id="11" creationId="{5914577C-F1C3-4674-9341-84DAC18862C6}"/>
          </ac:spMkLst>
        </pc:spChg>
        <pc:spChg chg="add mod">
          <ac:chgData name="Alexander Simon Thrysøe" userId="3f9b9528-1df8-4235-9262-8bdb6141b1d9" providerId="ADAL" clId="{45C9CCB0-01C4-4662-962D-7EB51A4BA1E1}" dt="2025-10-04T20:44:52.709" v="2317"/>
          <ac:spMkLst>
            <pc:docMk/>
            <pc:sldMk cId="3897100759" sldId="551"/>
            <ac:spMk id="12" creationId="{B1C9F1A4-DE05-FE51-A7D9-CF20FB134EC3}"/>
          </ac:spMkLst>
        </pc:spChg>
        <pc:spChg chg="mod">
          <ac:chgData name="Alexander Simon Thrysøe" userId="3f9b9528-1df8-4235-9262-8bdb6141b1d9" providerId="ADAL" clId="{45C9CCB0-01C4-4662-962D-7EB51A4BA1E1}" dt="2025-10-04T20:25:40.390" v="88"/>
          <ac:spMkLst>
            <pc:docMk/>
            <pc:sldMk cId="3897100759" sldId="551"/>
            <ac:spMk id="20" creationId="{73026FC7-AE9D-41F9-945D-D69486075AE9}"/>
          </ac:spMkLst>
        </pc:spChg>
        <pc:spChg chg="mod">
          <ac:chgData name="Alexander Simon Thrysøe" userId="3f9b9528-1df8-4235-9262-8bdb6141b1d9" providerId="ADAL" clId="{45C9CCB0-01C4-4662-962D-7EB51A4BA1E1}" dt="2025-10-04T20:25:40.385" v="84"/>
          <ac:spMkLst>
            <pc:docMk/>
            <pc:sldMk cId="3897100759" sldId="551"/>
            <ac:spMk id="22" creationId="{EB57B70D-495A-402E-88A4-5D7E72BE74A4}"/>
          </ac:spMkLst>
        </pc:spChg>
        <pc:spChg chg="mod">
          <ac:chgData name="Alexander Simon Thrysøe" userId="3f9b9528-1df8-4235-9262-8bdb6141b1d9" providerId="ADAL" clId="{45C9CCB0-01C4-4662-962D-7EB51A4BA1E1}" dt="2025-10-04T20:25:40.391" v="89"/>
          <ac:spMkLst>
            <pc:docMk/>
            <pc:sldMk cId="3897100759" sldId="551"/>
            <ac:spMk id="23" creationId="{46B5A9F3-07D1-4C6C-9F7C-9EF6924C25F6}"/>
          </ac:spMkLst>
        </pc:spChg>
        <pc:spChg chg="mod">
          <ac:chgData name="Alexander Simon Thrysøe" userId="3f9b9528-1df8-4235-9262-8bdb6141b1d9" providerId="ADAL" clId="{45C9CCB0-01C4-4662-962D-7EB51A4BA1E1}" dt="2025-10-04T20:25:40.385" v="85"/>
          <ac:spMkLst>
            <pc:docMk/>
            <pc:sldMk cId="3897100759" sldId="551"/>
            <ac:spMk id="25" creationId="{A8F478DC-1D2F-4688-9362-F5873330DA51}"/>
          </ac:spMkLst>
        </pc:spChg>
        <pc:spChg chg="mod">
          <ac:chgData name="Alexander Simon Thrysøe" userId="3f9b9528-1df8-4235-9262-8bdb6141b1d9" providerId="ADAL" clId="{45C9CCB0-01C4-4662-962D-7EB51A4BA1E1}" dt="2025-10-04T20:25:40.391" v="90"/>
          <ac:spMkLst>
            <pc:docMk/>
            <pc:sldMk cId="3897100759" sldId="551"/>
            <ac:spMk id="26" creationId="{E1972FBD-7C22-4E14-AC77-0C3992EA2CC4}"/>
          </ac:spMkLst>
        </pc:spChg>
        <pc:spChg chg="mod">
          <ac:chgData name="Alexander Simon Thrysøe" userId="3f9b9528-1df8-4235-9262-8bdb6141b1d9" providerId="ADAL" clId="{45C9CCB0-01C4-4662-962D-7EB51A4BA1E1}" dt="2025-10-04T20:25:40.387" v="86"/>
          <ac:spMkLst>
            <pc:docMk/>
            <pc:sldMk cId="3897100759" sldId="551"/>
            <ac:spMk id="28" creationId="{06A9F673-FBC2-46E2-BD1B-DBD9A7819614}"/>
          </ac:spMkLst>
        </pc:spChg>
        <pc:spChg chg="mod">
          <ac:chgData name="Alexander Simon Thrysøe" userId="3f9b9528-1df8-4235-9262-8bdb6141b1d9" providerId="ADAL" clId="{45C9CCB0-01C4-4662-962D-7EB51A4BA1E1}" dt="2025-10-04T20:25:40.391" v="91"/>
          <ac:spMkLst>
            <pc:docMk/>
            <pc:sldMk cId="3897100759" sldId="551"/>
            <ac:spMk id="29" creationId="{455A020A-5F43-4671-B38B-595372DE06AE}"/>
          </ac:spMkLst>
        </pc:spChg>
        <pc:spChg chg="mod">
          <ac:chgData name="Alexander Simon Thrysøe" userId="3f9b9528-1df8-4235-9262-8bdb6141b1d9" providerId="ADAL" clId="{45C9CCB0-01C4-4662-962D-7EB51A4BA1E1}" dt="2025-10-04T20:25:40.387" v="87"/>
          <ac:spMkLst>
            <pc:docMk/>
            <pc:sldMk cId="3897100759" sldId="551"/>
            <ac:spMk id="31" creationId="{7387EC89-6DDD-43A4-BD47-02C04951EFD5}"/>
          </ac:spMkLst>
        </pc:spChg>
      </pc:sldChg>
      <pc:sldChg chg="addSp modSp mod">
        <pc:chgData name="Alexander Simon Thrysøe" userId="3f9b9528-1df8-4235-9262-8bdb6141b1d9" providerId="ADAL" clId="{45C9CCB0-01C4-4662-962D-7EB51A4BA1E1}" dt="2025-10-04T20:44:54.801" v="2318"/>
        <pc:sldMkLst>
          <pc:docMk/>
          <pc:sldMk cId="106426368" sldId="552"/>
        </pc:sldMkLst>
        <pc:spChg chg="mod">
          <ac:chgData name="Alexander Simon Thrysøe" userId="3f9b9528-1df8-4235-9262-8bdb6141b1d9" providerId="ADAL" clId="{45C9CCB0-01C4-4662-962D-7EB51A4BA1E1}" dt="2025-10-04T20:25:40.510" v="105"/>
          <ac:spMkLst>
            <pc:docMk/>
            <pc:sldMk cId="106426368" sldId="552"/>
            <ac:spMk id="10" creationId="{9EB77080-BE7D-41E1-B87E-2C03EF1183D4}"/>
          </ac:spMkLst>
        </pc:spChg>
        <pc:spChg chg="add mod">
          <ac:chgData name="Alexander Simon Thrysøe" userId="3f9b9528-1df8-4235-9262-8bdb6141b1d9" providerId="ADAL" clId="{45C9CCB0-01C4-4662-962D-7EB51A4BA1E1}" dt="2025-10-04T20:44:54.801" v="2318"/>
          <ac:spMkLst>
            <pc:docMk/>
            <pc:sldMk cId="106426368" sldId="552"/>
            <ac:spMk id="11" creationId="{A35C2C7D-4232-A24A-D510-A5A7B1087D8B}"/>
          </ac:spMkLst>
        </pc:spChg>
        <pc:spChg chg="mod">
          <ac:chgData name="Alexander Simon Thrysøe" userId="3f9b9528-1df8-4235-9262-8bdb6141b1d9" providerId="ADAL" clId="{45C9CCB0-01C4-4662-962D-7EB51A4BA1E1}" dt="2025-10-04T20:25:40.258" v="63"/>
          <ac:spMkLst>
            <pc:docMk/>
            <pc:sldMk cId="106426368" sldId="552"/>
            <ac:spMk id="31" creationId="{EC5B26F9-1282-496F-8652-E413AD17FC95}"/>
          </ac:spMkLst>
        </pc:spChg>
      </pc:sldChg>
      <pc:sldChg chg="addSp modSp mod">
        <pc:chgData name="Alexander Simon Thrysøe" userId="3f9b9528-1df8-4235-9262-8bdb6141b1d9" providerId="ADAL" clId="{45C9CCB0-01C4-4662-962D-7EB51A4BA1E1}" dt="2025-10-04T20:44:44.983" v="2313"/>
        <pc:sldMkLst>
          <pc:docMk/>
          <pc:sldMk cId="1522045700" sldId="553"/>
        </pc:sldMkLst>
        <pc:spChg chg="mod">
          <ac:chgData name="Alexander Simon Thrysøe" userId="3f9b9528-1df8-4235-9262-8bdb6141b1d9" providerId="ADAL" clId="{45C9CCB0-01C4-4662-962D-7EB51A4BA1E1}" dt="2025-10-04T20:25:40.349" v="83"/>
          <ac:spMkLst>
            <pc:docMk/>
            <pc:sldMk cId="1522045700" sldId="553"/>
            <ac:spMk id="9" creationId="{911CB25B-5AA7-45C0-A607-2E306A6BC384}"/>
          </ac:spMkLst>
        </pc:spChg>
        <pc:spChg chg="mod">
          <ac:chgData name="Alexander Simon Thrysøe" userId="3f9b9528-1df8-4235-9262-8bdb6141b1d9" providerId="ADAL" clId="{45C9CCB0-01C4-4662-962D-7EB51A4BA1E1}" dt="2025-10-04T20:25:40.477" v="99"/>
          <ac:spMkLst>
            <pc:docMk/>
            <pc:sldMk cId="1522045700" sldId="553"/>
            <ac:spMk id="11" creationId="{CFCF90BC-AA93-4B91-8D40-562AE887DF26}"/>
          </ac:spMkLst>
        </pc:spChg>
        <pc:spChg chg="add mod">
          <ac:chgData name="Alexander Simon Thrysøe" userId="3f9b9528-1df8-4235-9262-8bdb6141b1d9" providerId="ADAL" clId="{45C9CCB0-01C4-4662-962D-7EB51A4BA1E1}" dt="2025-10-04T20:44:44.983" v="2313"/>
          <ac:spMkLst>
            <pc:docMk/>
            <pc:sldMk cId="1522045700" sldId="553"/>
            <ac:spMk id="12" creationId="{31F75E6E-E355-9DAF-817E-BD0B45189D63}"/>
          </ac:spMkLst>
        </pc:spChg>
        <pc:spChg chg="mod">
          <ac:chgData name="Alexander Simon Thrysøe" userId="3f9b9528-1df8-4235-9262-8bdb6141b1d9" providerId="ADAL" clId="{45C9CCB0-01C4-4662-962D-7EB51A4BA1E1}" dt="2025-10-04T20:25:40.344" v="78"/>
          <ac:spMkLst>
            <pc:docMk/>
            <pc:sldMk cId="1522045700" sldId="553"/>
            <ac:spMk id="20" creationId="{18F2C069-EA58-4A46-9CB6-C9F25FB0216E}"/>
          </ac:spMkLst>
        </pc:spChg>
        <pc:spChg chg="mod">
          <ac:chgData name="Alexander Simon Thrysøe" userId="3f9b9528-1df8-4235-9262-8bdb6141b1d9" providerId="ADAL" clId="{45C9CCB0-01C4-4662-962D-7EB51A4BA1E1}" dt="2025-10-04T20:25:40.335" v="74"/>
          <ac:spMkLst>
            <pc:docMk/>
            <pc:sldMk cId="1522045700" sldId="553"/>
            <ac:spMk id="22" creationId="{5E4DDE23-2415-4130-990A-C6EABA16BECC}"/>
          </ac:spMkLst>
        </pc:spChg>
        <pc:spChg chg="mod">
          <ac:chgData name="Alexander Simon Thrysøe" userId="3f9b9528-1df8-4235-9262-8bdb6141b1d9" providerId="ADAL" clId="{45C9CCB0-01C4-4662-962D-7EB51A4BA1E1}" dt="2025-10-04T20:25:40.344" v="79"/>
          <ac:spMkLst>
            <pc:docMk/>
            <pc:sldMk cId="1522045700" sldId="553"/>
            <ac:spMk id="23" creationId="{2C39E3B0-9AFC-4CFC-B194-081B41F8AA19}"/>
          </ac:spMkLst>
        </pc:spChg>
        <pc:spChg chg="mod">
          <ac:chgData name="Alexander Simon Thrysøe" userId="3f9b9528-1df8-4235-9262-8bdb6141b1d9" providerId="ADAL" clId="{45C9CCB0-01C4-4662-962D-7EB51A4BA1E1}" dt="2025-10-04T20:25:40.339" v="75"/>
          <ac:spMkLst>
            <pc:docMk/>
            <pc:sldMk cId="1522045700" sldId="553"/>
            <ac:spMk id="25" creationId="{01D7E4E7-E613-499A-965C-D0A67791627E}"/>
          </ac:spMkLst>
        </pc:spChg>
        <pc:spChg chg="mod">
          <ac:chgData name="Alexander Simon Thrysøe" userId="3f9b9528-1df8-4235-9262-8bdb6141b1d9" providerId="ADAL" clId="{45C9CCB0-01C4-4662-962D-7EB51A4BA1E1}" dt="2025-10-04T20:25:40.347" v="80"/>
          <ac:spMkLst>
            <pc:docMk/>
            <pc:sldMk cId="1522045700" sldId="553"/>
            <ac:spMk id="26" creationId="{3F8028EC-3933-4388-ADE1-42C0A4D7CDF7}"/>
          </ac:spMkLst>
        </pc:spChg>
        <pc:spChg chg="mod">
          <ac:chgData name="Alexander Simon Thrysøe" userId="3f9b9528-1df8-4235-9262-8bdb6141b1d9" providerId="ADAL" clId="{45C9CCB0-01C4-4662-962D-7EB51A4BA1E1}" dt="2025-10-04T20:25:40.341" v="76"/>
          <ac:spMkLst>
            <pc:docMk/>
            <pc:sldMk cId="1522045700" sldId="553"/>
            <ac:spMk id="28" creationId="{BF2040B4-06C0-4B96-ACA5-4D80282B0EFD}"/>
          </ac:spMkLst>
        </pc:spChg>
        <pc:spChg chg="mod">
          <ac:chgData name="Alexander Simon Thrysøe" userId="3f9b9528-1df8-4235-9262-8bdb6141b1d9" providerId="ADAL" clId="{45C9CCB0-01C4-4662-962D-7EB51A4BA1E1}" dt="2025-10-04T20:25:40.349" v="81"/>
          <ac:spMkLst>
            <pc:docMk/>
            <pc:sldMk cId="1522045700" sldId="553"/>
            <ac:spMk id="29" creationId="{78DBEF2B-2824-41F3-A7CD-08F82CF5C735}"/>
          </ac:spMkLst>
        </pc:spChg>
        <pc:spChg chg="mod">
          <ac:chgData name="Alexander Simon Thrysøe" userId="3f9b9528-1df8-4235-9262-8bdb6141b1d9" providerId="ADAL" clId="{45C9CCB0-01C4-4662-962D-7EB51A4BA1E1}" dt="2025-10-04T20:25:40.343" v="77"/>
          <ac:spMkLst>
            <pc:docMk/>
            <pc:sldMk cId="1522045700" sldId="553"/>
            <ac:spMk id="31" creationId="{6A7E85CB-AF91-4275-94A8-8354D61B6A8B}"/>
          </ac:spMkLst>
        </pc:spChg>
      </pc:sldChg>
      <pc:sldChg chg="addSp modSp mod">
        <pc:chgData name="Alexander Simon Thrysøe" userId="3f9b9528-1df8-4235-9262-8bdb6141b1d9" providerId="ADAL" clId="{45C9CCB0-01C4-4662-962D-7EB51A4BA1E1}" dt="2025-10-04T20:44:46.233" v="2314"/>
        <pc:sldMkLst>
          <pc:docMk/>
          <pc:sldMk cId="1142830449" sldId="554"/>
        </pc:sldMkLst>
        <pc:spChg chg="mod">
          <ac:chgData name="Alexander Simon Thrysøe" userId="3f9b9528-1df8-4235-9262-8bdb6141b1d9" providerId="ADAL" clId="{45C9CCB0-01C4-4662-962D-7EB51A4BA1E1}" dt="2025-10-04T20:25:40.485" v="101"/>
          <ac:spMkLst>
            <pc:docMk/>
            <pc:sldMk cId="1142830449" sldId="554"/>
            <ac:spMk id="10" creationId="{F956E324-4835-4DA1-B5AD-F49527065687}"/>
          </ac:spMkLst>
        </pc:spChg>
        <pc:spChg chg="add mod">
          <ac:chgData name="Alexander Simon Thrysøe" userId="3f9b9528-1df8-4235-9262-8bdb6141b1d9" providerId="ADAL" clId="{45C9CCB0-01C4-4662-962D-7EB51A4BA1E1}" dt="2025-10-04T20:44:46.233" v="2314"/>
          <ac:spMkLst>
            <pc:docMk/>
            <pc:sldMk cId="1142830449" sldId="554"/>
            <ac:spMk id="11" creationId="{EE1DA70C-A647-6293-E9AD-414EBEE7F97A}"/>
          </ac:spMkLst>
        </pc:spChg>
        <pc:spChg chg="mod">
          <ac:chgData name="Alexander Simon Thrysøe" userId="3f9b9528-1df8-4235-9262-8bdb6141b1d9" providerId="ADAL" clId="{45C9CCB0-01C4-4662-962D-7EB51A4BA1E1}" dt="2025-10-04T20:25:40.256" v="61"/>
          <ac:spMkLst>
            <pc:docMk/>
            <pc:sldMk cId="1142830449" sldId="554"/>
            <ac:spMk id="31" creationId="{F9A55FB3-34D6-4843-AFF9-2098F35A90B9}"/>
          </ac:spMkLst>
        </pc:spChg>
      </pc:sldChg>
      <pc:sldChg chg="addSp delSp modSp add mod">
        <pc:chgData name="Alexander Simon Thrysøe" userId="3f9b9528-1df8-4235-9262-8bdb6141b1d9" providerId="ADAL" clId="{45C9CCB0-01C4-4662-962D-7EB51A4BA1E1}" dt="2025-10-04T20:44:59.532" v="2321"/>
        <pc:sldMkLst>
          <pc:docMk/>
          <pc:sldMk cId="966787535" sldId="555"/>
        </pc:sldMkLst>
        <pc:spChg chg="mod">
          <ac:chgData name="Alexander Simon Thrysøe" userId="3f9b9528-1df8-4235-9262-8bdb6141b1d9" providerId="ADAL" clId="{45C9CCB0-01C4-4662-962D-7EB51A4BA1E1}" dt="2025-10-04T20:25:49.963" v="109"/>
          <ac:spMkLst>
            <pc:docMk/>
            <pc:sldMk cId="966787535" sldId="555"/>
            <ac:spMk id="2" creationId="{9C65432C-6EE4-3A48-B260-083AF2E7E36A}"/>
          </ac:spMkLst>
        </pc:spChg>
        <pc:spChg chg="mod">
          <ac:chgData name="Alexander Simon Thrysøe" userId="3f9b9528-1df8-4235-9262-8bdb6141b1d9" providerId="ADAL" clId="{45C9CCB0-01C4-4662-962D-7EB51A4BA1E1}" dt="2025-10-04T20:25:50.128" v="110"/>
          <ac:spMkLst>
            <pc:docMk/>
            <pc:sldMk cId="966787535" sldId="555"/>
            <ac:spMk id="3" creationId="{69BB87DD-025D-AE43-4A03-910135B61E5D}"/>
          </ac:spMkLst>
        </pc:spChg>
        <pc:spChg chg="add mod">
          <ac:chgData name="Alexander Simon Thrysøe" userId="3f9b9528-1df8-4235-9262-8bdb6141b1d9" providerId="ADAL" clId="{45C9CCB0-01C4-4662-962D-7EB51A4BA1E1}" dt="2025-10-04T20:25:50.157" v="121"/>
          <ac:spMkLst>
            <pc:docMk/>
            <pc:sldMk cId="966787535" sldId="555"/>
            <ac:spMk id="4" creationId="{04D2D9F9-9BA9-4C66-A298-6399EE772E1A}"/>
          </ac:spMkLst>
        </pc:spChg>
        <pc:spChg chg="add mod">
          <ac:chgData name="Alexander Simon Thrysøe" userId="3f9b9528-1df8-4235-9262-8bdb6141b1d9" providerId="ADAL" clId="{45C9CCB0-01C4-4662-962D-7EB51A4BA1E1}" dt="2025-10-04T20:25:50.167" v="132"/>
          <ac:spMkLst>
            <pc:docMk/>
            <pc:sldMk cId="966787535" sldId="555"/>
            <ac:spMk id="5" creationId="{05D1C5D0-D48A-48AC-B667-23C6F1C7BE63}"/>
          </ac:spMkLst>
        </pc:spChg>
        <pc:spChg chg="add mod">
          <ac:chgData name="Alexander Simon Thrysøe" userId="3f9b9528-1df8-4235-9262-8bdb6141b1d9" providerId="ADAL" clId="{45C9CCB0-01C4-4662-962D-7EB51A4BA1E1}" dt="2025-10-04T20:25:50.171" v="138"/>
          <ac:spMkLst>
            <pc:docMk/>
            <pc:sldMk cId="966787535" sldId="555"/>
            <ac:spMk id="6" creationId="{AF25C810-513C-43AD-AA4D-9D2414E12D9C}"/>
          </ac:spMkLst>
        </pc:spChg>
        <pc:spChg chg="add mod">
          <ac:chgData name="Alexander Simon Thrysøe" userId="3f9b9528-1df8-4235-9262-8bdb6141b1d9" providerId="ADAL" clId="{45C9CCB0-01C4-4662-962D-7EB51A4BA1E1}" dt="2025-10-04T20:25:50.175" v="144"/>
          <ac:spMkLst>
            <pc:docMk/>
            <pc:sldMk cId="966787535" sldId="555"/>
            <ac:spMk id="7" creationId="{06A3F2CF-2EC4-4545-9DE7-03BD8A290954}"/>
          </ac:spMkLst>
        </pc:spChg>
        <pc:spChg chg="add mod">
          <ac:chgData name="Alexander Simon Thrysøe" userId="3f9b9528-1df8-4235-9262-8bdb6141b1d9" providerId="ADAL" clId="{45C9CCB0-01C4-4662-962D-7EB51A4BA1E1}" dt="2025-10-04T20:25:50.181" v="152"/>
          <ac:spMkLst>
            <pc:docMk/>
            <pc:sldMk cId="966787535" sldId="555"/>
            <ac:spMk id="8" creationId="{AD950265-796E-4139-97DD-6572E196D76A}"/>
          </ac:spMkLst>
        </pc:spChg>
        <pc:spChg chg="add mod">
          <ac:chgData name="Alexander Simon Thrysøe" userId="3f9b9528-1df8-4235-9262-8bdb6141b1d9" providerId="ADAL" clId="{45C9CCB0-01C4-4662-962D-7EB51A4BA1E1}" dt="2025-10-04T20:25:50.217" v="159"/>
          <ac:spMkLst>
            <pc:docMk/>
            <pc:sldMk cId="966787535" sldId="555"/>
            <ac:spMk id="9" creationId="{933FE839-B369-455B-9D4C-D876ACDA7BE9}"/>
          </ac:spMkLst>
        </pc:spChg>
        <pc:spChg chg="add mod">
          <ac:chgData name="Alexander Simon Thrysøe" userId="3f9b9528-1df8-4235-9262-8bdb6141b1d9" providerId="ADAL" clId="{45C9CCB0-01C4-4662-962D-7EB51A4BA1E1}" dt="2025-10-04T20:25:50.235" v="166"/>
          <ac:spMkLst>
            <pc:docMk/>
            <pc:sldMk cId="966787535" sldId="555"/>
            <ac:spMk id="10" creationId="{96D153B7-8731-4FE2-8910-36B177D48346}"/>
          </ac:spMkLst>
        </pc:spChg>
        <pc:spChg chg="add del">
          <ac:chgData name="Alexander Simon Thrysøe" userId="3f9b9528-1df8-4235-9262-8bdb6141b1d9" providerId="ADAL" clId="{45C9CCB0-01C4-4662-962D-7EB51A4BA1E1}" dt="2025-10-04T20:25:50.253" v="168"/>
          <ac:spMkLst>
            <pc:docMk/>
            <pc:sldMk cId="966787535" sldId="555"/>
            <ac:spMk id="11" creationId="{441A97C6-BA8C-48E7-A52B-C403ED4A2178}"/>
          </ac:spMkLst>
        </pc:spChg>
        <pc:spChg chg="add del">
          <ac:chgData name="Alexander Simon Thrysøe" userId="3f9b9528-1df8-4235-9262-8bdb6141b1d9" providerId="ADAL" clId="{45C9CCB0-01C4-4662-962D-7EB51A4BA1E1}" dt="2025-10-04T20:25:50.685" v="175"/>
          <ac:spMkLst>
            <pc:docMk/>
            <pc:sldMk cId="966787535" sldId="555"/>
            <ac:spMk id="13" creationId="{C2C99993-2EEB-4EFD-8957-0FE40C5C162D}"/>
          </ac:spMkLst>
        </pc:spChg>
        <pc:spChg chg="add del">
          <ac:chgData name="Alexander Simon Thrysøe" userId="3f9b9528-1df8-4235-9262-8bdb6141b1d9" providerId="ADAL" clId="{45C9CCB0-01C4-4662-962D-7EB51A4BA1E1}" dt="2025-10-04T20:25:51.063" v="182"/>
          <ac:spMkLst>
            <pc:docMk/>
            <pc:sldMk cId="966787535" sldId="555"/>
            <ac:spMk id="15" creationId="{18CA3D78-0020-4DCE-AD6F-51F3D946F7FD}"/>
          </ac:spMkLst>
        </pc:spChg>
        <pc:spChg chg="add mod">
          <ac:chgData name="Alexander Simon Thrysøe" userId="3f9b9528-1df8-4235-9262-8bdb6141b1d9" providerId="ADAL" clId="{45C9CCB0-01C4-4662-962D-7EB51A4BA1E1}" dt="2025-10-04T20:25:51.473" v="195"/>
          <ac:spMkLst>
            <pc:docMk/>
            <pc:sldMk cId="966787535" sldId="555"/>
            <ac:spMk id="17" creationId="{03D150D8-59BE-4AB3-BBD5-D7627BE18B92}"/>
          </ac:spMkLst>
        </pc:spChg>
        <pc:spChg chg="add mod">
          <ac:chgData name="Alexander Simon Thrysøe" userId="3f9b9528-1df8-4235-9262-8bdb6141b1d9" providerId="ADAL" clId="{45C9CCB0-01C4-4662-962D-7EB51A4BA1E1}" dt="2025-10-04T20:25:51.479" v="205"/>
          <ac:spMkLst>
            <pc:docMk/>
            <pc:sldMk cId="966787535" sldId="555"/>
            <ac:spMk id="18" creationId="{FC190B95-E112-4152-9BEA-E5C5F9A3C5B1}"/>
          </ac:spMkLst>
        </pc:spChg>
        <pc:spChg chg="add mod">
          <ac:chgData name="Alexander Simon Thrysøe" userId="3f9b9528-1df8-4235-9262-8bdb6141b1d9" providerId="ADAL" clId="{45C9CCB0-01C4-4662-962D-7EB51A4BA1E1}" dt="2025-10-04T20:25:51.483" v="214"/>
          <ac:spMkLst>
            <pc:docMk/>
            <pc:sldMk cId="966787535" sldId="555"/>
            <ac:spMk id="19" creationId="{44DF81A9-7DE7-4536-9508-AD33A3F24C70}"/>
          </ac:spMkLst>
        </pc:spChg>
        <pc:spChg chg="add mod">
          <ac:chgData name="Alexander Simon Thrysøe" userId="3f9b9528-1df8-4235-9262-8bdb6141b1d9" providerId="ADAL" clId="{45C9CCB0-01C4-4662-962D-7EB51A4BA1E1}" dt="2025-10-04T20:25:51.486" v="222"/>
          <ac:spMkLst>
            <pc:docMk/>
            <pc:sldMk cId="966787535" sldId="555"/>
            <ac:spMk id="20" creationId="{0DC6A7B3-CE26-4B37-A7EB-BA3D62D32C62}"/>
          </ac:spMkLst>
        </pc:spChg>
        <pc:spChg chg="add mod">
          <ac:chgData name="Alexander Simon Thrysøe" userId="3f9b9528-1df8-4235-9262-8bdb6141b1d9" providerId="ADAL" clId="{45C9CCB0-01C4-4662-962D-7EB51A4BA1E1}" dt="2025-10-04T20:25:51.486" v="232"/>
          <ac:spMkLst>
            <pc:docMk/>
            <pc:sldMk cId="966787535" sldId="555"/>
            <ac:spMk id="21" creationId="{C96B016B-51BC-4A7E-B462-144A77B44354}"/>
          </ac:spMkLst>
        </pc:spChg>
        <pc:spChg chg="add mod">
          <ac:chgData name="Alexander Simon Thrysøe" userId="3f9b9528-1df8-4235-9262-8bdb6141b1d9" providerId="ADAL" clId="{45C9CCB0-01C4-4662-962D-7EB51A4BA1E1}" dt="2025-10-04T20:25:51.486" v="241"/>
          <ac:spMkLst>
            <pc:docMk/>
            <pc:sldMk cId="966787535" sldId="555"/>
            <ac:spMk id="22" creationId="{8AA46AB1-A562-4154-8479-58EE794688FF}"/>
          </ac:spMkLst>
        </pc:spChg>
        <pc:spChg chg="add mod">
          <ac:chgData name="Alexander Simon Thrysøe" userId="3f9b9528-1df8-4235-9262-8bdb6141b1d9" providerId="ADAL" clId="{45C9CCB0-01C4-4662-962D-7EB51A4BA1E1}" dt="2025-10-04T20:25:51.502" v="249"/>
          <ac:spMkLst>
            <pc:docMk/>
            <pc:sldMk cId="966787535" sldId="555"/>
            <ac:spMk id="23" creationId="{9C65FEAC-8889-4B2F-ABD6-E4CFC1312D9E}"/>
          </ac:spMkLst>
        </pc:spChg>
        <pc:spChg chg="add mod">
          <ac:chgData name="Alexander Simon Thrysøe" userId="3f9b9528-1df8-4235-9262-8bdb6141b1d9" providerId="ADAL" clId="{45C9CCB0-01C4-4662-962D-7EB51A4BA1E1}" dt="2025-10-04T20:25:51.510" v="259"/>
          <ac:spMkLst>
            <pc:docMk/>
            <pc:sldMk cId="966787535" sldId="555"/>
            <ac:spMk id="24" creationId="{B742414A-5C69-478C-AB49-E64BF9152AEA}"/>
          </ac:spMkLst>
        </pc:spChg>
        <pc:spChg chg="add mod">
          <ac:chgData name="Alexander Simon Thrysøe" userId="3f9b9528-1df8-4235-9262-8bdb6141b1d9" providerId="ADAL" clId="{45C9CCB0-01C4-4662-962D-7EB51A4BA1E1}" dt="2025-10-04T20:25:51.514" v="268"/>
          <ac:spMkLst>
            <pc:docMk/>
            <pc:sldMk cId="966787535" sldId="555"/>
            <ac:spMk id="25" creationId="{303A3472-E430-47CB-BBB5-9857377D25DF}"/>
          </ac:spMkLst>
        </pc:spChg>
        <pc:spChg chg="add mod">
          <ac:chgData name="Alexander Simon Thrysøe" userId="3f9b9528-1df8-4235-9262-8bdb6141b1d9" providerId="ADAL" clId="{45C9CCB0-01C4-4662-962D-7EB51A4BA1E1}" dt="2025-10-04T20:25:51.520" v="276"/>
          <ac:spMkLst>
            <pc:docMk/>
            <pc:sldMk cId="966787535" sldId="555"/>
            <ac:spMk id="26" creationId="{1954A6D7-0A7B-4A72-92D6-8745B6E561F0}"/>
          </ac:spMkLst>
        </pc:spChg>
        <pc:spChg chg="add mod">
          <ac:chgData name="Alexander Simon Thrysøe" userId="3f9b9528-1df8-4235-9262-8bdb6141b1d9" providerId="ADAL" clId="{45C9CCB0-01C4-4662-962D-7EB51A4BA1E1}" dt="2025-10-04T20:25:51.526" v="284"/>
          <ac:spMkLst>
            <pc:docMk/>
            <pc:sldMk cId="966787535" sldId="555"/>
            <ac:spMk id="27" creationId="{CF42B64B-0D09-43F2-B8A1-D1D3ABDDC82F}"/>
          </ac:spMkLst>
        </pc:spChg>
        <pc:spChg chg="add mod">
          <ac:chgData name="Alexander Simon Thrysøe" userId="3f9b9528-1df8-4235-9262-8bdb6141b1d9" providerId="ADAL" clId="{45C9CCB0-01C4-4662-962D-7EB51A4BA1E1}" dt="2025-10-04T20:25:51.532" v="294"/>
          <ac:spMkLst>
            <pc:docMk/>
            <pc:sldMk cId="966787535" sldId="555"/>
            <ac:spMk id="28" creationId="{6CDA341E-6A9E-48A4-9BDB-1498A65E46FF}"/>
          </ac:spMkLst>
        </pc:spChg>
        <pc:spChg chg="add mod">
          <ac:chgData name="Alexander Simon Thrysøe" userId="3f9b9528-1df8-4235-9262-8bdb6141b1d9" providerId="ADAL" clId="{45C9CCB0-01C4-4662-962D-7EB51A4BA1E1}" dt="2025-10-04T20:25:51.536" v="303"/>
          <ac:spMkLst>
            <pc:docMk/>
            <pc:sldMk cId="966787535" sldId="555"/>
            <ac:spMk id="29" creationId="{AEF1A8CD-2F44-4BBC-A7E9-FF2AAB9C4526}"/>
          </ac:spMkLst>
        </pc:spChg>
        <pc:spChg chg="add mod">
          <ac:chgData name="Alexander Simon Thrysøe" userId="3f9b9528-1df8-4235-9262-8bdb6141b1d9" providerId="ADAL" clId="{45C9CCB0-01C4-4662-962D-7EB51A4BA1E1}" dt="2025-10-04T20:44:59.532" v="2321"/>
          <ac:spMkLst>
            <pc:docMk/>
            <pc:sldMk cId="966787535" sldId="555"/>
            <ac:spMk id="30" creationId="{B491005A-B06B-9EF9-3010-04A864183E6C}"/>
          </ac:spMkLst>
        </pc:spChg>
        <pc:picChg chg="add mod">
          <ac:chgData name="Alexander Simon Thrysøe" userId="3f9b9528-1df8-4235-9262-8bdb6141b1d9" providerId="ADAL" clId="{45C9CCB0-01C4-4662-962D-7EB51A4BA1E1}" dt="2025-10-04T20:25:50.621" v="173"/>
          <ac:picMkLst>
            <pc:docMk/>
            <pc:sldMk cId="966787535" sldId="555"/>
            <ac:picMk id="12" creationId="{50BA221A-8C7F-0842-788D-0A5A66F94276}"/>
          </ac:picMkLst>
        </pc:picChg>
        <pc:picChg chg="add mod">
          <ac:chgData name="Alexander Simon Thrysøe" userId="3f9b9528-1df8-4235-9262-8bdb6141b1d9" providerId="ADAL" clId="{45C9CCB0-01C4-4662-962D-7EB51A4BA1E1}" dt="2025-10-04T20:25:50.985" v="180"/>
          <ac:picMkLst>
            <pc:docMk/>
            <pc:sldMk cId="966787535" sldId="555"/>
            <ac:picMk id="14" creationId="{92412C26-FF30-6E43-CC7C-6607EEFA3607}"/>
          </ac:picMkLst>
        </pc:picChg>
        <pc:picChg chg="add mod">
          <ac:chgData name="Alexander Simon Thrysøe" userId="3f9b9528-1df8-4235-9262-8bdb6141b1d9" providerId="ADAL" clId="{45C9CCB0-01C4-4662-962D-7EB51A4BA1E1}" dt="2025-10-04T20:25:51.411" v="187"/>
          <ac:picMkLst>
            <pc:docMk/>
            <pc:sldMk cId="966787535" sldId="555"/>
            <ac:picMk id="16" creationId="{378D6A63-148A-9B8D-4E84-51D7AEFA30E5}"/>
          </ac:picMkLst>
        </pc:picChg>
      </pc:sldChg>
      <pc:sldChg chg="addSp delSp modSp add mod">
        <pc:chgData name="Alexander Simon Thrysøe" userId="3f9b9528-1df8-4235-9262-8bdb6141b1d9" providerId="ADAL" clId="{45C9CCB0-01C4-4662-962D-7EB51A4BA1E1}" dt="2025-10-04T20:45:01.938" v="2322"/>
        <pc:sldMkLst>
          <pc:docMk/>
          <pc:sldMk cId="2466598509" sldId="556"/>
        </pc:sldMkLst>
        <pc:spChg chg="mod">
          <ac:chgData name="Alexander Simon Thrysøe" userId="3f9b9528-1df8-4235-9262-8bdb6141b1d9" providerId="ADAL" clId="{45C9CCB0-01C4-4662-962D-7EB51A4BA1E1}" dt="2025-10-04T20:25:53.040" v="307"/>
          <ac:spMkLst>
            <pc:docMk/>
            <pc:sldMk cId="2466598509" sldId="556"/>
            <ac:spMk id="2" creationId="{9C65432C-6EE4-3A48-B260-083AF2E7E36A}"/>
          </ac:spMkLst>
        </pc:spChg>
        <pc:spChg chg="mod">
          <ac:chgData name="Alexander Simon Thrysøe" userId="3f9b9528-1df8-4235-9262-8bdb6141b1d9" providerId="ADAL" clId="{45C9CCB0-01C4-4662-962D-7EB51A4BA1E1}" dt="2025-10-04T20:25:53.152" v="308"/>
          <ac:spMkLst>
            <pc:docMk/>
            <pc:sldMk cId="2466598509" sldId="556"/>
            <ac:spMk id="3" creationId="{69BB87DD-025D-AE43-4A03-910135B61E5D}"/>
          </ac:spMkLst>
        </pc:spChg>
        <pc:spChg chg="add mod">
          <ac:chgData name="Alexander Simon Thrysøe" userId="3f9b9528-1df8-4235-9262-8bdb6141b1d9" providerId="ADAL" clId="{45C9CCB0-01C4-4662-962D-7EB51A4BA1E1}" dt="2025-10-04T20:25:53.169" v="319"/>
          <ac:spMkLst>
            <pc:docMk/>
            <pc:sldMk cId="2466598509" sldId="556"/>
            <ac:spMk id="4" creationId="{7120EE3C-4622-4BBB-944F-99A658F9969D}"/>
          </ac:spMkLst>
        </pc:spChg>
        <pc:spChg chg="add mod">
          <ac:chgData name="Alexander Simon Thrysøe" userId="3f9b9528-1df8-4235-9262-8bdb6141b1d9" providerId="ADAL" clId="{45C9CCB0-01C4-4662-962D-7EB51A4BA1E1}" dt="2025-10-04T20:25:53.175" v="330"/>
          <ac:spMkLst>
            <pc:docMk/>
            <pc:sldMk cId="2466598509" sldId="556"/>
            <ac:spMk id="5" creationId="{DAFB2479-F745-4F12-91CD-F000C51BCE74}"/>
          </ac:spMkLst>
        </pc:spChg>
        <pc:spChg chg="add mod">
          <ac:chgData name="Alexander Simon Thrysøe" userId="3f9b9528-1df8-4235-9262-8bdb6141b1d9" providerId="ADAL" clId="{45C9CCB0-01C4-4662-962D-7EB51A4BA1E1}" dt="2025-10-04T20:25:53.179" v="336"/>
          <ac:spMkLst>
            <pc:docMk/>
            <pc:sldMk cId="2466598509" sldId="556"/>
            <ac:spMk id="6" creationId="{6D620B09-EFAF-498C-8005-C7D9EB28C7D7}"/>
          </ac:spMkLst>
        </pc:spChg>
        <pc:spChg chg="add mod">
          <ac:chgData name="Alexander Simon Thrysøe" userId="3f9b9528-1df8-4235-9262-8bdb6141b1d9" providerId="ADAL" clId="{45C9CCB0-01C4-4662-962D-7EB51A4BA1E1}" dt="2025-10-04T20:25:53.183" v="342"/>
          <ac:spMkLst>
            <pc:docMk/>
            <pc:sldMk cId="2466598509" sldId="556"/>
            <ac:spMk id="7" creationId="{1ADCC035-68C1-47D7-A36B-AE08FB173E7F}"/>
          </ac:spMkLst>
        </pc:spChg>
        <pc:spChg chg="add mod">
          <ac:chgData name="Alexander Simon Thrysøe" userId="3f9b9528-1df8-4235-9262-8bdb6141b1d9" providerId="ADAL" clId="{45C9CCB0-01C4-4662-962D-7EB51A4BA1E1}" dt="2025-10-04T20:25:53.197" v="349"/>
          <ac:spMkLst>
            <pc:docMk/>
            <pc:sldMk cId="2466598509" sldId="556"/>
            <ac:spMk id="8" creationId="{DEDD0CA4-0AB1-4467-8AF2-6B9BF26693C5}"/>
          </ac:spMkLst>
        </pc:spChg>
        <pc:spChg chg="add mod">
          <ac:chgData name="Alexander Simon Thrysøe" userId="3f9b9528-1df8-4235-9262-8bdb6141b1d9" providerId="ADAL" clId="{45C9CCB0-01C4-4662-962D-7EB51A4BA1E1}" dt="2025-10-04T20:25:53.211" v="356"/>
          <ac:spMkLst>
            <pc:docMk/>
            <pc:sldMk cId="2466598509" sldId="556"/>
            <ac:spMk id="9" creationId="{3E6792DB-93D1-4DA8-8CF5-CB23F5C9339B}"/>
          </ac:spMkLst>
        </pc:spChg>
        <pc:spChg chg="add del">
          <ac:chgData name="Alexander Simon Thrysøe" userId="3f9b9528-1df8-4235-9262-8bdb6141b1d9" providerId="ADAL" clId="{45C9CCB0-01C4-4662-962D-7EB51A4BA1E1}" dt="2025-10-04T20:25:53.224" v="358"/>
          <ac:spMkLst>
            <pc:docMk/>
            <pc:sldMk cId="2466598509" sldId="556"/>
            <ac:spMk id="10" creationId="{24400D2A-A86A-43C6-81C9-CCF9027D3008}"/>
          </ac:spMkLst>
        </pc:spChg>
        <pc:spChg chg="add del">
          <ac:chgData name="Alexander Simon Thrysøe" userId="3f9b9528-1df8-4235-9262-8bdb6141b1d9" providerId="ADAL" clId="{45C9CCB0-01C4-4662-962D-7EB51A4BA1E1}" dt="2025-10-04T20:25:53.323" v="365"/>
          <ac:spMkLst>
            <pc:docMk/>
            <pc:sldMk cId="2466598509" sldId="556"/>
            <ac:spMk id="12" creationId="{35352248-458B-4E6E-B675-F45B241EFD37}"/>
          </ac:spMkLst>
        </pc:spChg>
        <pc:spChg chg="add del">
          <ac:chgData name="Alexander Simon Thrysøe" userId="3f9b9528-1df8-4235-9262-8bdb6141b1d9" providerId="ADAL" clId="{45C9CCB0-01C4-4662-962D-7EB51A4BA1E1}" dt="2025-10-04T20:25:53.448" v="372"/>
          <ac:spMkLst>
            <pc:docMk/>
            <pc:sldMk cId="2466598509" sldId="556"/>
            <ac:spMk id="14" creationId="{C5101FF7-1BAD-4180-824A-799C4498E96A}"/>
          </ac:spMkLst>
        </pc:spChg>
        <pc:spChg chg="add mod">
          <ac:chgData name="Alexander Simon Thrysøe" userId="3f9b9528-1df8-4235-9262-8bdb6141b1d9" providerId="ADAL" clId="{45C9CCB0-01C4-4662-962D-7EB51A4BA1E1}" dt="2025-10-04T20:25:53.544" v="385"/>
          <ac:spMkLst>
            <pc:docMk/>
            <pc:sldMk cId="2466598509" sldId="556"/>
            <ac:spMk id="16" creationId="{4509AEBD-79CE-4B08-858E-97D828D07669}"/>
          </ac:spMkLst>
        </pc:spChg>
        <pc:spChg chg="add mod">
          <ac:chgData name="Alexander Simon Thrysøe" userId="3f9b9528-1df8-4235-9262-8bdb6141b1d9" providerId="ADAL" clId="{45C9CCB0-01C4-4662-962D-7EB51A4BA1E1}" dt="2025-10-04T20:25:53.552" v="395"/>
          <ac:spMkLst>
            <pc:docMk/>
            <pc:sldMk cId="2466598509" sldId="556"/>
            <ac:spMk id="17" creationId="{6E48815B-F668-4506-8650-722A6CF04223}"/>
          </ac:spMkLst>
        </pc:spChg>
        <pc:spChg chg="add mod">
          <ac:chgData name="Alexander Simon Thrysøe" userId="3f9b9528-1df8-4235-9262-8bdb6141b1d9" providerId="ADAL" clId="{45C9CCB0-01C4-4662-962D-7EB51A4BA1E1}" dt="2025-10-04T20:25:53.558" v="404"/>
          <ac:spMkLst>
            <pc:docMk/>
            <pc:sldMk cId="2466598509" sldId="556"/>
            <ac:spMk id="18" creationId="{0D370F9E-88CB-437C-8CE2-594BD9D9411F}"/>
          </ac:spMkLst>
        </pc:spChg>
        <pc:spChg chg="add mod">
          <ac:chgData name="Alexander Simon Thrysøe" userId="3f9b9528-1df8-4235-9262-8bdb6141b1d9" providerId="ADAL" clId="{45C9CCB0-01C4-4662-962D-7EB51A4BA1E1}" dt="2025-10-04T20:25:53.563" v="412"/>
          <ac:spMkLst>
            <pc:docMk/>
            <pc:sldMk cId="2466598509" sldId="556"/>
            <ac:spMk id="19" creationId="{C6230265-F3A6-4BEB-8389-365FA7B446B9}"/>
          </ac:spMkLst>
        </pc:spChg>
        <pc:spChg chg="add mod">
          <ac:chgData name="Alexander Simon Thrysøe" userId="3f9b9528-1df8-4235-9262-8bdb6141b1d9" providerId="ADAL" clId="{45C9CCB0-01C4-4662-962D-7EB51A4BA1E1}" dt="2025-10-04T20:25:53.563" v="422"/>
          <ac:spMkLst>
            <pc:docMk/>
            <pc:sldMk cId="2466598509" sldId="556"/>
            <ac:spMk id="20" creationId="{70AD8D4A-64FB-48E1-A809-EAA2CB6EB5A0}"/>
          </ac:spMkLst>
        </pc:spChg>
        <pc:spChg chg="add mod">
          <ac:chgData name="Alexander Simon Thrysøe" userId="3f9b9528-1df8-4235-9262-8bdb6141b1d9" providerId="ADAL" clId="{45C9CCB0-01C4-4662-962D-7EB51A4BA1E1}" dt="2025-10-04T20:25:53.574" v="431"/>
          <ac:spMkLst>
            <pc:docMk/>
            <pc:sldMk cId="2466598509" sldId="556"/>
            <ac:spMk id="21" creationId="{8E1124C9-9CD7-427B-8C4C-1DE5E3DB8218}"/>
          </ac:spMkLst>
        </pc:spChg>
        <pc:spChg chg="add mod">
          <ac:chgData name="Alexander Simon Thrysøe" userId="3f9b9528-1df8-4235-9262-8bdb6141b1d9" providerId="ADAL" clId="{45C9CCB0-01C4-4662-962D-7EB51A4BA1E1}" dt="2025-10-04T20:25:53.581" v="439"/>
          <ac:spMkLst>
            <pc:docMk/>
            <pc:sldMk cId="2466598509" sldId="556"/>
            <ac:spMk id="22" creationId="{C98AE6DD-603A-464D-A1AA-0E2AEE7B3A38}"/>
          </ac:spMkLst>
        </pc:spChg>
        <pc:spChg chg="add mod">
          <ac:chgData name="Alexander Simon Thrysøe" userId="3f9b9528-1df8-4235-9262-8bdb6141b1d9" providerId="ADAL" clId="{45C9CCB0-01C4-4662-962D-7EB51A4BA1E1}" dt="2025-10-04T20:25:53.581" v="449"/>
          <ac:spMkLst>
            <pc:docMk/>
            <pc:sldMk cId="2466598509" sldId="556"/>
            <ac:spMk id="23" creationId="{16257852-E3AA-47B0-B3F3-97F3EFC33B0E}"/>
          </ac:spMkLst>
        </pc:spChg>
        <pc:spChg chg="add mod">
          <ac:chgData name="Alexander Simon Thrysøe" userId="3f9b9528-1df8-4235-9262-8bdb6141b1d9" providerId="ADAL" clId="{45C9CCB0-01C4-4662-962D-7EB51A4BA1E1}" dt="2025-10-04T20:25:53.581" v="458"/>
          <ac:spMkLst>
            <pc:docMk/>
            <pc:sldMk cId="2466598509" sldId="556"/>
            <ac:spMk id="24" creationId="{B688297C-2B4A-4490-99CB-A56A33ABBEEA}"/>
          </ac:spMkLst>
        </pc:spChg>
        <pc:spChg chg="add mod">
          <ac:chgData name="Alexander Simon Thrysøe" userId="3f9b9528-1df8-4235-9262-8bdb6141b1d9" providerId="ADAL" clId="{45C9CCB0-01C4-4662-962D-7EB51A4BA1E1}" dt="2025-10-04T20:25:53.600" v="466"/>
          <ac:spMkLst>
            <pc:docMk/>
            <pc:sldMk cId="2466598509" sldId="556"/>
            <ac:spMk id="25" creationId="{F511FAC1-8F95-417B-BF2D-C52BA564C3FA}"/>
          </ac:spMkLst>
        </pc:spChg>
        <pc:spChg chg="add mod">
          <ac:chgData name="Alexander Simon Thrysøe" userId="3f9b9528-1df8-4235-9262-8bdb6141b1d9" providerId="ADAL" clId="{45C9CCB0-01C4-4662-962D-7EB51A4BA1E1}" dt="2025-10-04T20:25:53.604" v="474"/>
          <ac:spMkLst>
            <pc:docMk/>
            <pc:sldMk cId="2466598509" sldId="556"/>
            <ac:spMk id="26" creationId="{9A3FB694-53A2-4CE6-9A52-34F690CE6DB0}"/>
          </ac:spMkLst>
        </pc:spChg>
        <pc:spChg chg="add mod">
          <ac:chgData name="Alexander Simon Thrysøe" userId="3f9b9528-1df8-4235-9262-8bdb6141b1d9" providerId="ADAL" clId="{45C9CCB0-01C4-4662-962D-7EB51A4BA1E1}" dt="2025-10-04T20:25:53.610" v="484"/>
          <ac:spMkLst>
            <pc:docMk/>
            <pc:sldMk cId="2466598509" sldId="556"/>
            <ac:spMk id="27" creationId="{86A9A297-1170-4BC2-9849-DA42B81A2334}"/>
          </ac:spMkLst>
        </pc:spChg>
        <pc:spChg chg="add mod">
          <ac:chgData name="Alexander Simon Thrysøe" userId="3f9b9528-1df8-4235-9262-8bdb6141b1d9" providerId="ADAL" clId="{45C9CCB0-01C4-4662-962D-7EB51A4BA1E1}" dt="2025-10-04T20:25:53.615" v="493"/>
          <ac:spMkLst>
            <pc:docMk/>
            <pc:sldMk cId="2466598509" sldId="556"/>
            <ac:spMk id="28" creationId="{E78BF6D6-A7CF-496D-8A4B-9B33A27901CB}"/>
          </ac:spMkLst>
        </pc:spChg>
        <pc:spChg chg="add mod">
          <ac:chgData name="Alexander Simon Thrysøe" userId="3f9b9528-1df8-4235-9262-8bdb6141b1d9" providerId="ADAL" clId="{45C9CCB0-01C4-4662-962D-7EB51A4BA1E1}" dt="2025-10-04T20:25:53.626" v="508"/>
          <ac:spMkLst>
            <pc:docMk/>
            <pc:sldMk cId="2466598509" sldId="556"/>
            <ac:spMk id="29" creationId="{66A65345-6762-46DC-B817-BAF2A3399BAD}"/>
          </ac:spMkLst>
        </pc:spChg>
        <pc:spChg chg="add mod">
          <ac:chgData name="Alexander Simon Thrysøe" userId="3f9b9528-1df8-4235-9262-8bdb6141b1d9" providerId="ADAL" clId="{45C9CCB0-01C4-4662-962D-7EB51A4BA1E1}" dt="2025-10-04T20:45:01.938" v="2322"/>
          <ac:spMkLst>
            <pc:docMk/>
            <pc:sldMk cId="2466598509" sldId="556"/>
            <ac:spMk id="30" creationId="{6D87536C-8F6A-3DF4-1862-B807ED3109D9}"/>
          </ac:spMkLst>
        </pc:spChg>
        <pc:picChg chg="add mod">
          <ac:chgData name="Alexander Simon Thrysøe" userId="3f9b9528-1df8-4235-9262-8bdb6141b1d9" providerId="ADAL" clId="{45C9CCB0-01C4-4662-962D-7EB51A4BA1E1}" dt="2025-10-04T20:25:53.252" v="363"/>
          <ac:picMkLst>
            <pc:docMk/>
            <pc:sldMk cId="2466598509" sldId="556"/>
            <ac:picMk id="11" creationId="{BB473E05-A113-BF00-7B9D-4BC462BE0561}"/>
          </ac:picMkLst>
        </pc:picChg>
        <pc:picChg chg="add mod">
          <ac:chgData name="Alexander Simon Thrysøe" userId="3f9b9528-1df8-4235-9262-8bdb6141b1d9" providerId="ADAL" clId="{45C9CCB0-01C4-4662-962D-7EB51A4BA1E1}" dt="2025-10-04T20:25:53.385" v="370"/>
          <ac:picMkLst>
            <pc:docMk/>
            <pc:sldMk cId="2466598509" sldId="556"/>
            <ac:picMk id="13" creationId="{94849207-877B-9EA4-EDEF-C4C0523E8FBC}"/>
          </ac:picMkLst>
        </pc:picChg>
        <pc:picChg chg="add mod">
          <ac:chgData name="Alexander Simon Thrysøe" userId="3f9b9528-1df8-4235-9262-8bdb6141b1d9" providerId="ADAL" clId="{45C9CCB0-01C4-4662-962D-7EB51A4BA1E1}" dt="2025-10-04T20:25:53.478" v="377"/>
          <ac:picMkLst>
            <pc:docMk/>
            <pc:sldMk cId="2466598509" sldId="556"/>
            <ac:picMk id="15" creationId="{753291DC-74EA-400C-84D0-5DF2ECF0FF5E}"/>
          </ac:picMkLst>
        </pc:picChg>
      </pc:sldChg>
      <pc:sldChg chg="addSp modSp add mod">
        <pc:chgData name="Alexander Simon Thrysøe" userId="3f9b9528-1df8-4235-9262-8bdb6141b1d9" providerId="ADAL" clId="{45C9CCB0-01C4-4662-962D-7EB51A4BA1E1}" dt="2025-10-04T20:45:47.226" v="2345" actId="1035"/>
        <pc:sldMkLst>
          <pc:docMk/>
          <pc:sldMk cId="1973538101" sldId="557"/>
        </pc:sldMkLst>
        <pc:spChg chg="mod">
          <ac:chgData name="Alexander Simon Thrysøe" userId="3f9b9528-1df8-4235-9262-8bdb6141b1d9" providerId="ADAL" clId="{45C9CCB0-01C4-4662-962D-7EB51A4BA1E1}" dt="2025-10-04T20:29:06.347" v="516"/>
          <ac:spMkLst>
            <pc:docMk/>
            <pc:sldMk cId="1973538101" sldId="557"/>
            <ac:spMk id="2" creationId="{9C65432C-6EE4-3A48-B260-083AF2E7E36A}"/>
          </ac:spMkLst>
        </pc:spChg>
        <pc:spChg chg="mod">
          <ac:chgData name="Alexander Simon Thrysøe" userId="3f9b9528-1df8-4235-9262-8bdb6141b1d9" providerId="ADAL" clId="{45C9CCB0-01C4-4662-962D-7EB51A4BA1E1}" dt="2025-10-04T20:29:06.541" v="517"/>
          <ac:spMkLst>
            <pc:docMk/>
            <pc:sldMk cId="1973538101" sldId="557"/>
            <ac:spMk id="3" creationId="{69BB87DD-025D-AE43-4A03-910135B61E5D}"/>
          </ac:spMkLst>
        </pc:spChg>
        <pc:spChg chg="add mod">
          <ac:chgData name="Alexander Simon Thrysøe" userId="3f9b9528-1df8-4235-9262-8bdb6141b1d9" providerId="ADAL" clId="{45C9CCB0-01C4-4662-962D-7EB51A4BA1E1}" dt="2025-10-04T20:29:06.559" v="528"/>
          <ac:spMkLst>
            <pc:docMk/>
            <pc:sldMk cId="1973538101" sldId="557"/>
            <ac:spMk id="4" creationId="{79CAD9D0-16FC-4B1F-AF82-73B992CCB53E}"/>
          </ac:spMkLst>
        </pc:spChg>
        <pc:spChg chg="add mod">
          <ac:chgData name="Alexander Simon Thrysøe" userId="3f9b9528-1df8-4235-9262-8bdb6141b1d9" providerId="ADAL" clId="{45C9CCB0-01C4-4662-962D-7EB51A4BA1E1}" dt="2025-10-04T20:29:06.564" v="539"/>
          <ac:spMkLst>
            <pc:docMk/>
            <pc:sldMk cId="1973538101" sldId="557"/>
            <ac:spMk id="5" creationId="{ACEBB15A-A525-410A-A100-4560829B2741}"/>
          </ac:spMkLst>
        </pc:spChg>
        <pc:spChg chg="add mod">
          <ac:chgData name="Alexander Simon Thrysøe" userId="3f9b9528-1df8-4235-9262-8bdb6141b1d9" providerId="ADAL" clId="{45C9CCB0-01C4-4662-962D-7EB51A4BA1E1}" dt="2025-10-04T20:29:06.564" v="545"/>
          <ac:spMkLst>
            <pc:docMk/>
            <pc:sldMk cId="1973538101" sldId="557"/>
            <ac:spMk id="6" creationId="{14933EC0-26FF-4E1E-9D95-D0A99A90FDB4}"/>
          </ac:spMkLst>
        </pc:spChg>
        <pc:spChg chg="add mod">
          <ac:chgData name="Alexander Simon Thrysøe" userId="3f9b9528-1df8-4235-9262-8bdb6141b1d9" providerId="ADAL" clId="{45C9CCB0-01C4-4662-962D-7EB51A4BA1E1}" dt="2025-10-04T20:29:06.564" v="551"/>
          <ac:spMkLst>
            <pc:docMk/>
            <pc:sldMk cId="1973538101" sldId="557"/>
            <ac:spMk id="7" creationId="{14622B7E-B9EB-409E-8967-215F19B5CE9B}"/>
          </ac:spMkLst>
        </pc:spChg>
        <pc:spChg chg="add mod">
          <ac:chgData name="Alexander Simon Thrysøe" userId="3f9b9528-1df8-4235-9262-8bdb6141b1d9" providerId="ADAL" clId="{45C9CCB0-01C4-4662-962D-7EB51A4BA1E1}" dt="2025-10-04T20:29:06.582" v="559"/>
          <ac:spMkLst>
            <pc:docMk/>
            <pc:sldMk cId="1973538101" sldId="557"/>
            <ac:spMk id="8" creationId="{7520978A-F1A2-44F3-83A1-473F2E4DF10C}"/>
          </ac:spMkLst>
        </pc:spChg>
        <pc:spChg chg="add mod">
          <ac:chgData name="Alexander Simon Thrysøe" userId="3f9b9528-1df8-4235-9262-8bdb6141b1d9" providerId="ADAL" clId="{45C9CCB0-01C4-4662-962D-7EB51A4BA1E1}" dt="2025-10-04T20:29:06.628" v="566"/>
          <ac:spMkLst>
            <pc:docMk/>
            <pc:sldMk cId="1973538101" sldId="557"/>
            <ac:spMk id="9" creationId="{888331FB-61C4-46DE-96DD-E33C92B9DCBB}"/>
          </ac:spMkLst>
        </pc:spChg>
        <pc:spChg chg="add mod">
          <ac:chgData name="Alexander Simon Thrysøe" userId="3f9b9528-1df8-4235-9262-8bdb6141b1d9" providerId="ADAL" clId="{45C9CCB0-01C4-4662-962D-7EB51A4BA1E1}" dt="2025-10-04T20:29:06.642" v="573"/>
          <ac:spMkLst>
            <pc:docMk/>
            <pc:sldMk cId="1973538101" sldId="557"/>
            <ac:spMk id="10" creationId="{1CF15E55-BE45-423A-B0C5-B77B33BF9F4B}"/>
          </ac:spMkLst>
        </pc:spChg>
        <pc:spChg chg="add mod">
          <ac:chgData name="Alexander Simon Thrysøe" userId="3f9b9528-1df8-4235-9262-8bdb6141b1d9" providerId="ADAL" clId="{45C9CCB0-01C4-4662-962D-7EB51A4BA1E1}" dt="2025-10-04T20:29:06.665" v="581"/>
          <ac:spMkLst>
            <pc:docMk/>
            <pc:sldMk cId="1973538101" sldId="557"/>
            <ac:spMk id="11" creationId="{49E0B5DF-7FC9-408C-9A70-CB52082AD394}"/>
          </ac:spMkLst>
        </pc:spChg>
        <pc:spChg chg="add mod">
          <ac:chgData name="Alexander Simon Thrysøe" userId="3f9b9528-1df8-4235-9262-8bdb6141b1d9" providerId="ADAL" clId="{45C9CCB0-01C4-4662-962D-7EB51A4BA1E1}" dt="2025-10-04T20:29:06.671" v="589"/>
          <ac:spMkLst>
            <pc:docMk/>
            <pc:sldMk cId="1973538101" sldId="557"/>
            <ac:spMk id="12" creationId="{D7E8DEDA-DC4D-49DF-BCE1-BADE9C0D301D}"/>
          </ac:spMkLst>
        </pc:spChg>
        <pc:spChg chg="add mod">
          <ac:chgData name="Alexander Simon Thrysøe" userId="3f9b9528-1df8-4235-9262-8bdb6141b1d9" providerId="ADAL" clId="{45C9CCB0-01C4-4662-962D-7EB51A4BA1E1}" dt="2025-10-04T20:29:06.679" v="599"/>
          <ac:spMkLst>
            <pc:docMk/>
            <pc:sldMk cId="1973538101" sldId="557"/>
            <ac:spMk id="13" creationId="{1698162D-381E-4591-B5EA-ED40A2466AD3}"/>
          </ac:spMkLst>
        </pc:spChg>
        <pc:spChg chg="add mod">
          <ac:chgData name="Alexander Simon Thrysøe" userId="3f9b9528-1df8-4235-9262-8bdb6141b1d9" providerId="ADAL" clId="{45C9CCB0-01C4-4662-962D-7EB51A4BA1E1}" dt="2025-10-04T20:29:06.685" v="608"/>
          <ac:spMkLst>
            <pc:docMk/>
            <pc:sldMk cId="1973538101" sldId="557"/>
            <ac:spMk id="14" creationId="{9ED3990F-B39B-42A9-9491-57C9422F38DA}"/>
          </ac:spMkLst>
        </pc:spChg>
        <pc:spChg chg="add mod">
          <ac:chgData name="Alexander Simon Thrysøe" userId="3f9b9528-1df8-4235-9262-8bdb6141b1d9" providerId="ADAL" clId="{45C9CCB0-01C4-4662-962D-7EB51A4BA1E1}" dt="2025-10-04T20:29:06.690" v="616"/>
          <ac:spMkLst>
            <pc:docMk/>
            <pc:sldMk cId="1973538101" sldId="557"/>
            <ac:spMk id="15" creationId="{38AD2147-B5FF-4896-90D6-1262CA0B5A3D}"/>
          </ac:spMkLst>
        </pc:spChg>
        <pc:spChg chg="add mod">
          <ac:chgData name="Alexander Simon Thrysøe" userId="3f9b9528-1df8-4235-9262-8bdb6141b1d9" providerId="ADAL" clId="{45C9CCB0-01C4-4662-962D-7EB51A4BA1E1}" dt="2025-10-04T20:29:06.690" v="624"/>
          <ac:spMkLst>
            <pc:docMk/>
            <pc:sldMk cId="1973538101" sldId="557"/>
            <ac:spMk id="16" creationId="{978A45F0-E90F-4C7A-9635-393191E0A475}"/>
          </ac:spMkLst>
        </pc:spChg>
        <pc:spChg chg="add mod">
          <ac:chgData name="Alexander Simon Thrysøe" userId="3f9b9528-1df8-4235-9262-8bdb6141b1d9" providerId="ADAL" clId="{45C9CCB0-01C4-4662-962D-7EB51A4BA1E1}" dt="2025-10-04T20:29:06.702" v="634"/>
          <ac:spMkLst>
            <pc:docMk/>
            <pc:sldMk cId="1973538101" sldId="557"/>
            <ac:spMk id="17" creationId="{56BCBD69-1BE3-4F5C-A845-EFEDD4B784A2}"/>
          </ac:spMkLst>
        </pc:spChg>
        <pc:spChg chg="add mod">
          <ac:chgData name="Alexander Simon Thrysøe" userId="3f9b9528-1df8-4235-9262-8bdb6141b1d9" providerId="ADAL" clId="{45C9CCB0-01C4-4662-962D-7EB51A4BA1E1}" dt="2025-10-04T20:29:06.708" v="643"/>
          <ac:spMkLst>
            <pc:docMk/>
            <pc:sldMk cId="1973538101" sldId="557"/>
            <ac:spMk id="18" creationId="{B6ADC6AC-EF22-451A-8884-573D41D2CB20}"/>
          </ac:spMkLst>
        </pc:spChg>
        <pc:spChg chg="add mod">
          <ac:chgData name="Alexander Simon Thrysøe" userId="3f9b9528-1df8-4235-9262-8bdb6141b1d9" providerId="ADAL" clId="{45C9CCB0-01C4-4662-962D-7EB51A4BA1E1}" dt="2025-10-04T20:29:06.716" v="651"/>
          <ac:spMkLst>
            <pc:docMk/>
            <pc:sldMk cId="1973538101" sldId="557"/>
            <ac:spMk id="19" creationId="{9265C891-12C5-4648-A70F-86532BF5D075}"/>
          </ac:spMkLst>
        </pc:spChg>
        <pc:spChg chg="add mod">
          <ac:chgData name="Alexander Simon Thrysøe" userId="3f9b9528-1df8-4235-9262-8bdb6141b1d9" providerId="ADAL" clId="{45C9CCB0-01C4-4662-962D-7EB51A4BA1E1}" dt="2025-10-04T20:29:06.722" v="659"/>
          <ac:spMkLst>
            <pc:docMk/>
            <pc:sldMk cId="1973538101" sldId="557"/>
            <ac:spMk id="20" creationId="{11633B28-056A-4185-ADF5-3692D13D1ADD}"/>
          </ac:spMkLst>
        </pc:spChg>
        <pc:spChg chg="add mod">
          <ac:chgData name="Alexander Simon Thrysøe" userId="3f9b9528-1df8-4235-9262-8bdb6141b1d9" providerId="ADAL" clId="{45C9CCB0-01C4-4662-962D-7EB51A4BA1E1}" dt="2025-10-04T20:29:06.730" v="669"/>
          <ac:spMkLst>
            <pc:docMk/>
            <pc:sldMk cId="1973538101" sldId="557"/>
            <ac:spMk id="21" creationId="{4AD546B8-4461-4980-B285-EAFBF73B4BC1}"/>
          </ac:spMkLst>
        </pc:spChg>
        <pc:spChg chg="add mod">
          <ac:chgData name="Alexander Simon Thrysøe" userId="3f9b9528-1df8-4235-9262-8bdb6141b1d9" providerId="ADAL" clId="{45C9CCB0-01C4-4662-962D-7EB51A4BA1E1}" dt="2025-10-04T20:29:06.734" v="678"/>
          <ac:spMkLst>
            <pc:docMk/>
            <pc:sldMk cId="1973538101" sldId="557"/>
            <ac:spMk id="22" creationId="{807ED6D7-0091-4A24-B274-65BB4C1E4CBD}"/>
          </ac:spMkLst>
        </pc:spChg>
        <pc:spChg chg="add mod">
          <ac:chgData name="Alexander Simon Thrysøe" userId="3f9b9528-1df8-4235-9262-8bdb6141b1d9" providerId="ADAL" clId="{45C9CCB0-01C4-4662-962D-7EB51A4BA1E1}" dt="2025-10-04T20:29:06.739" v="686"/>
          <ac:spMkLst>
            <pc:docMk/>
            <pc:sldMk cId="1973538101" sldId="557"/>
            <ac:spMk id="23" creationId="{32CEAA2C-66EA-42F6-8C83-B43AE1E28FE2}"/>
          </ac:spMkLst>
        </pc:spChg>
        <pc:spChg chg="add mod">
          <ac:chgData name="Alexander Simon Thrysøe" userId="3f9b9528-1df8-4235-9262-8bdb6141b1d9" providerId="ADAL" clId="{45C9CCB0-01C4-4662-962D-7EB51A4BA1E1}" dt="2025-10-04T20:29:06.747" v="694"/>
          <ac:spMkLst>
            <pc:docMk/>
            <pc:sldMk cId="1973538101" sldId="557"/>
            <ac:spMk id="24" creationId="{1105963A-1C86-42DE-9853-864EEB64AA3F}"/>
          </ac:spMkLst>
        </pc:spChg>
        <pc:spChg chg="add mod">
          <ac:chgData name="Alexander Simon Thrysøe" userId="3f9b9528-1df8-4235-9262-8bdb6141b1d9" providerId="ADAL" clId="{45C9CCB0-01C4-4662-962D-7EB51A4BA1E1}" dt="2025-10-04T20:29:06.755" v="704"/>
          <ac:spMkLst>
            <pc:docMk/>
            <pc:sldMk cId="1973538101" sldId="557"/>
            <ac:spMk id="25" creationId="{CDA32DBA-6FEB-411C-A9B6-450AFE5B50E7}"/>
          </ac:spMkLst>
        </pc:spChg>
        <pc:spChg chg="add mod">
          <ac:chgData name="Alexander Simon Thrysøe" userId="3f9b9528-1df8-4235-9262-8bdb6141b1d9" providerId="ADAL" clId="{45C9CCB0-01C4-4662-962D-7EB51A4BA1E1}" dt="2025-10-04T20:29:06.759" v="713"/>
          <ac:spMkLst>
            <pc:docMk/>
            <pc:sldMk cId="1973538101" sldId="557"/>
            <ac:spMk id="26" creationId="{7CEDB820-50B5-4C0E-9917-3FD8296876D8}"/>
          </ac:spMkLst>
        </pc:spChg>
        <pc:spChg chg="add mod">
          <ac:chgData name="Alexander Simon Thrysøe" userId="3f9b9528-1df8-4235-9262-8bdb6141b1d9" providerId="ADAL" clId="{45C9CCB0-01C4-4662-962D-7EB51A4BA1E1}" dt="2025-10-04T20:45:47.226" v="2345" actId="1035"/>
          <ac:spMkLst>
            <pc:docMk/>
            <pc:sldMk cId="1973538101" sldId="557"/>
            <ac:spMk id="27" creationId="{F9A26D0F-B094-670D-2ECC-712D61232C97}"/>
          </ac:spMkLst>
        </pc:spChg>
      </pc:sldChg>
      <pc:sldChg chg="addSp modSp add mod">
        <pc:chgData name="Alexander Simon Thrysøe" userId="3f9b9528-1df8-4235-9262-8bdb6141b1d9" providerId="ADAL" clId="{45C9CCB0-01C4-4662-962D-7EB51A4BA1E1}" dt="2025-10-04T20:45:52.475" v="2346"/>
        <pc:sldMkLst>
          <pc:docMk/>
          <pc:sldMk cId="2643920945" sldId="558"/>
        </pc:sldMkLst>
        <pc:spChg chg="mod">
          <ac:chgData name="Alexander Simon Thrysøe" userId="3f9b9528-1df8-4235-9262-8bdb6141b1d9" providerId="ADAL" clId="{45C9CCB0-01C4-4662-962D-7EB51A4BA1E1}" dt="2025-10-04T20:29:07.777" v="717"/>
          <ac:spMkLst>
            <pc:docMk/>
            <pc:sldMk cId="2643920945" sldId="558"/>
            <ac:spMk id="2" creationId="{9C65432C-6EE4-3A48-B260-083AF2E7E36A}"/>
          </ac:spMkLst>
        </pc:spChg>
        <pc:spChg chg="mod">
          <ac:chgData name="Alexander Simon Thrysøe" userId="3f9b9528-1df8-4235-9262-8bdb6141b1d9" providerId="ADAL" clId="{45C9CCB0-01C4-4662-962D-7EB51A4BA1E1}" dt="2025-10-04T20:29:07.858" v="718"/>
          <ac:spMkLst>
            <pc:docMk/>
            <pc:sldMk cId="2643920945" sldId="558"/>
            <ac:spMk id="3" creationId="{69BB87DD-025D-AE43-4A03-910135B61E5D}"/>
          </ac:spMkLst>
        </pc:spChg>
        <pc:spChg chg="add mod">
          <ac:chgData name="Alexander Simon Thrysøe" userId="3f9b9528-1df8-4235-9262-8bdb6141b1d9" providerId="ADAL" clId="{45C9CCB0-01C4-4662-962D-7EB51A4BA1E1}" dt="2025-10-04T20:29:07.877" v="729"/>
          <ac:spMkLst>
            <pc:docMk/>
            <pc:sldMk cId="2643920945" sldId="558"/>
            <ac:spMk id="4" creationId="{38CC1B9D-ADB1-4C54-8D31-C693404B8E41}"/>
          </ac:spMkLst>
        </pc:spChg>
        <pc:spChg chg="add mod">
          <ac:chgData name="Alexander Simon Thrysøe" userId="3f9b9528-1df8-4235-9262-8bdb6141b1d9" providerId="ADAL" clId="{45C9CCB0-01C4-4662-962D-7EB51A4BA1E1}" dt="2025-10-04T20:29:07.885" v="740"/>
          <ac:spMkLst>
            <pc:docMk/>
            <pc:sldMk cId="2643920945" sldId="558"/>
            <ac:spMk id="5" creationId="{CF3456AB-04D4-43F4-8454-C36B020612E3}"/>
          </ac:spMkLst>
        </pc:spChg>
        <pc:spChg chg="add mod">
          <ac:chgData name="Alexander Simon Thrysøe" userId="3f9b9528-1df8-4235-9262-8bdb6141b1d9" providerId="ADAL" clId="{45C9CCB0-01C4-4662-962D-7EB51A4BA1E1}" dt="2025-10-04T20:29:07.889" v="746"/>
          <ac:spMkLst>
            <pc:docMk/>
            <pc:sldMk cId="2643920945" sldId="558"/>
            <ac:spMk id="6" creationId="{BBB75DB2-BE44-43B4-A47F-4AAD98BCE42A}"/>
          </ac:spMkLst>
        </pc:spChg>
        <pc:spChg chg="add mod">
          <ac:chgData name="Alexander Simon Thrysøe" userId="3f9b9528-1df8-4235-9262-8bdb6141b1d9" providerId="ADAL" clId="{45C9CCB0-01C4-4662-962D-7EB51A4BA1E1}" dt="2025-10-04T20:29:07.893" v="752"/>
          <ac:spMkLst>
            <pc:docMk/>
            <pc:sldMk cId="2643920945" sldId="558"/>
            <ac:spMk id="7" creationId="{4B0C356D-2F69-45E8-8FD6-EBB8EEC47496}"/>
          </ac:spMkLst>
        </pc:spChg>
        <pc:spChg chg="add mod">
          <ac:chgData name="Alexander Simon Thrysøe" userId="3f9b9528-1df8-4235-9262-8bdb6141b1d9" providerId="ADAL" clId="{45C9CCB0-01C4-4662-962D-7EB51A4BA1E1}" dt="2025-10-04T20:29:07.908" v="759"/>
          <ac:spMkLst>
            <pc:docMk/>
            <pc:sldMk cId="2643920945" sldId="558"/>
            <ac:spMk id="8" creationId="{B8091FF7-09A8-4839-8BEF-B06961A6160A}"/>
          </ac:spMkLst>
        </pc:spChg>
        <pc:spChg chg="add mod">
          <ac:chgData name="Alexander Simon Thrysøe" userId="3f9b9528-1df8-4235-9262-8bdb6141b1d9" providerId="ADAL" clId="{45C9CCB0-01C4-4662-962D-7EB51A4BA1E1}" dt="2025-10-04T20:29:07.926" v="766"/>
          <ac:spMkLst>
            <pc:docMk/>
            <pc:sldMk cId="2643920945" sldId="558"/>
            <ac:spMk id="9" creationId="{99DF343C-1D3A-453B-9254-6B78B74DBC8C}"/>
          </ac:spMkLst>
        </pc:spChg>
        <pc:spChg chg="add mod">
          <ac:chgData name="Alexander Simon Thrysøe" userId="3f9b9528-1df8-4235-9262-8bdb6141b1d9" providerId="ADAL" clId="{45C9CCB0-01C4-4662-962D-7EB51A4BA1E1}" dt="2025-10-04T20:29:07.949" v="774"/>
          <ac:spMkLst>
            <pc:docMk/>
            <pc:sldMk cId="2643920945" sldId="558"/>
            <ac:spMk id="10" creationId="{E37E66AC-1894-483F-87C6-3989A16038E9}"/>
          </ac:spMkLst>
        </pc:spChg>
        <pc:spChg chg="add mod">
          <ac:chgData name="Alexander Simon Thrysøe" userId="3f9b9528-1df8-4235-9262-8bdb6141b1d9" providerId="ADAL" clId="{45C9CCB0-01C4-4662-962D-7EB51A4BA1E1}" dt="2025-10-04T20:29:07.954" v="782"/>
          <ac:spMkLst>
            <pc:docMk/>
            <pc:sldMk cId="2643920945" sldId="558"/>
            <ac:spMk id="11" creationId="{55F82E1C-86A5-4A45-AB4B-1BABF1D2B237}"/>
          </ac:spMkLst>
        </pc:spChg>
        <pc:spChg chg="add mod">
          <ac:chgData name="Alexander Simon Thrysøe" userId="3f9b9528-1df8-4235-9262-8bdb6141b1d9" providerId="ADAL" clId="{45C9CCB0-01C4-4662-962D-7EB51A4BA1E1}" dt="2025-10-04T20:29:07.960" v="792"/>
          <ac:spMkLst>
            <pc:docMk/>
            <pc:sldMk cId="2643920945" sldId="558"/>
            <ac:spMk id="12" creationId="{5123B9B5-BB1B-4EB7-A428-3611B685E1A0}"/>
          </ac:spMkLst>
        </pc:spChg>
        <pc:spChg chg="add mod">
          <ac:chgData name="Alexander Simon Thrysøe" userId="3f9b9528-1df8-4235-9262-8bdb6141b1d9" providerId="ADAL" clId="{45C9CCB0-01C4-4662-962D-7EB51A4BA1E1}" dt="2025-10-04T20:29:07.965" v="801"/>
          <ac:spMkLst>
            <pc:docMk/>
            <pc:sldMk cId="2643920945" sldId="558"/>
            <ac:spMk id="13" creationId="{4A0259CC-1EE0-4F17-A747-34C1BF74DC26}"/>
          </ac:spMkLst>
        </pc:spChg>
        <pc:spChg chg="add mod">
          <ac:chgData name="Alexander Simon Thrysøe" userId="3f9b9528-1df8-4235-9262-8bdb6141b1d9" providerId="ADAL" clId="{45C9CCB0-01C4-4662-962D-7EB51A4BA1E1}" dt="2025-10-04T20:29:07.970" v="809"/>
          <ac:spMkLst>
            <pc:docMk/>
            <pc:sldMk cId="2643920945" sldId="558"/>
            <ac:spMk id="14" creationId="{CBC1B1D2-834E-44BA-B8E2-0E517876292A}"/>
          </ac:spMkLst>
        </pc:spChg>
        <pc:spChg chg="add mod">
          <ac:chgData name="Alexander Simon Thrysøe" userId="3f9b9528-1df8-4235-9262-8bdb6141b1d9" providerId="ADAL" clId="{45C9CCB0-01C4-4662-962D-7EB51A4BA1E1}" dt="2025-10-04T20:29:07.977" v="817"/>
          <ac:spMkLst>
            <pc:docMk/>
            <pc:sldMk cId="2643920945" sldId="558"/>
            <ac:spMk id="15" creationId="{1696E5F0-F545-479A-83FB-7F16BF005310}"/>
          </ac:spMkLst>
        </pc:spChg>
        <pc:spChg chg="add mod">
          <ac:chgData name="Alexander Simon Thrysøe" userId="3f9b9528-1df8-4235-9262-8bdb6141b1d9" providerId="ADAL" clId="{45C9CCB0-01C4-4662-962D-7EB51A4BA1E1}" dt="2025-10-04T20:29:07.982" v="827"/>
          <ac:spMkLst>
            <pc:docMk/>
            <pc:sldMk cId="2643920945" sldId="558"/>
            <ac:spMk id="16" creationId="{F416D013-28E4-452A-B3BE-866215EBAED1}"/>
          </ac:spMkLst>
        </pc:spChg>
        <pc:spChg chg="add mod">
          <ac:chgData name="Alexander Simon Thrysøe" userId="3f9b9528-1df8-4235-9262-8bdb6141b1d9" providerId="ADAL" clId="{45C9CCB0-01C4-4662-962D-7EB51A4BA1E1}" dt="2025-10-04T20:29:07.986" v="836"/>
          <ac:spMkLst>
            <pc:docMk/>
            <pc:sldMk cId="2643920945" sldId="558"/>
            <ac:spMk id="17" creationId="{89E05A78-335A-4005-B916-75777179BDD4}"/>
          </ac:spMkLst>
        </pc:spChg>
        <pc:spChg chg="add mod">
          <ac:chgData name="Alexander Simon Thrysøe" userId="3f9b9528-1df8-4235-9262-8bdb6141b1d9" providerId="ADAL" clId="{45C9CCB0-01C4-4662-962D-7EB51A4BA1E1}" dt="2025-10-04T20:29:07.992" v="844"/>
          <ac:spMkLst>
            <pc:docMk/>
            <pc:sldMk cId="2643920945" sldId="558"/>
            <ac:spMk id="18" creationId="{C8854740-AC5F-4DB1-8998-CBF9452DC00B}"/>
          </ac:spMkLst>
        </pc:spChg>
        <pc:spChg chg="add mod">
          <ac:chgData name="Alexander Simon Thrysøe" userId="3f9b9528-1df8-4235-9262-8bdb6141b1d9" providerId="ADAL" clId="{45C9CCB0-01C4-4662-962D-7EB51A4BA1E1}" dt="2025-10-04T20:29:07.998" v="852"/>
          <ac:spMkLst>
            <pc:docMk/>
            <pc:sldMk cId="2643920945" sldId="558"/>
            <ac:spMk id="19" creationId="{A6D48FAE-72C7-439C-89F8-0FD37000F933}"/>
          </ac:spMkLst>
        </pc:spChg>
        <pc:spChg chg="add mod">
          <ac:chgData name="Alexander Simon Thrysøe" userId="3f9b9528-1df8-4235-9262-8bdb6141b1d9" providerId="ADAL" clId="{45C9CCB0-01C4-4662-962D-7EB51A4BA1E1}" dt="2025-10-04T20:29:08.002" v="862"/>
          <ac:spMkLst>
            <pc:docMk/>
            <pc:sldMk cId="2643920945" sldId="558"/>
            <ac:spMk id="20" creationId="{B1231C46-F556-4B4D-8164-8EE8D807D55E}"/>
          </ac:spMkLst>
        </pc:spChg>
        <pc:spChg chg="add mod">
          <ac:chgData name="Alexander Simon Thrysøe" userId="3f9b9528-1df8-4235-9262-8bdb6141b1d9" providerId="ADAL" clId="{45C9CCB0-01C4-4662-962D-7EB51A4BA1E1}" dt="2025-10-04T20:29:08.002" v="871"/>
          <ac:spMkLst>
            <pc:docMk/>
            <pc:sldMk cId="2643920945" sldId="558"/>
            <ac:spMk id="21" creationId="{D8EF39CA-76CC-42BB-B592-FD247F2475B5}"/>
          </ac:spMkLst>
        </pc:spChg>
        <pc:spChg chg="add mod">
          <ac:chgData name="Alexander Simon Thrysøe" userId="3f9b9528-1df8-4235-9262-8bdb6141b1d9" providerId="ADAL" clId="{45C9CCB0-01C4-4662-962D-7EB51A4BA1E1}" dt="2025-10-04T20:29:08.002" v="879"/>
          <ac:spMkLst>
            <pc:docMk/>
            <pc:sldMk cId="2643920945" sldId="558"/>
            <ac:spMk id="22" creationId="{8B79D87C-F99E-4C73-A1D5-224A0DA9B2D4}"/>
          </ac:spMkLst>
        </pc:spChg>
        <pc:spChg chg="add mod">
          <ac:chgData name="Alexander Simon Thrysøe" userId="3f9b9528-1df8-4235-9262-8bdb6141b1d9" providerId="ADAL" clId="{45C9CCB0-01C4-4662-962D-7EB51A4BA1E1}" dt="2025-10-04T20:29:08.021" v="887"/>
          <ac:spMkLst>
            <pc:docMk/>
            <pc:sldMk cId="2643920945" sldId="558"/>
            <ac:spMk id="23" creationId="{3089761F-A12C-46D6-B906-E44384CF9A3C}"/>
          </ac:spMkLst>
        </pc:spChg>
        <pc:spChg chg="add mod">
          <ac:chgData name="Alexander Simon Thrysøe" userId="3f9b9528-1df8-4235-9262-8bdb6141b1d9" providerId="ADAL" clId="{45C9CCB0-01C4-4662-962D-7EB51A4BA1E1}" dt="2025-10-04T20:29:08.028" v="897"/>
          <ac:spMkLst>
            <pc:docMk/>
            <pc:sldMk cId="2643920945" sldId="558"/>
            <ac:spMk id="24" creationId="{12C9B028-D1EB-4A0D-902F-47E5F58CDCB9}"/>
          </ac:spMkLst>
        </pc:spChg>
        <pc:spChg chg="add mod">
          <ac:chgData name="Alexander Simon Thrysøe" userId="3f9b9528-1df8-4235-9262-8bdb6141b1d9" providerId="ADAL" clId="{45C9CCB0-01C4-4662-962D-7EB51A4BA1E1}" dt="2025-10-04T20:29:08.033" v="906"/>
          <ac:spMkLst>
            <pc:docMk/>
            <pc:sldMk cId="2643920945" sldId="558"/>
            <ac:spMk id="25" creationId="{C3BB5A60-2F26-43A1-948A-696C42DDB461}"/>
          </ac:spMkLst>
        </pc:spChg>
        <pc:spChg chg="add mod">
          <ac:chgData name="Alexander Simon Thrysøe" userId="3f9b9528-1df8-4235-9262-8bdb6141b1d9" providerId="ADAL" clId="{45C9CCB0-01C4-4662-962D-7EB51A4BA1E1}" dt="2025-10-04T20:29:08.088" v="921"/>
          <ac:spMkLst>
            <pc:docMk/>
            <pc:sldMk cId="2643920945" sldId="558"/>
            <ac:spMk id="26" creationId="{1125B42C-A515-4E33-88E5-545030B155ED}"/>
          </ac:spMkLst>
        </pc:spChg>
        <pc:spChg chg="add mod">
          <ac:chgData name="Alexander Simon Thrysøe" userId="3f9b9528-1df8-4235-9262-8bdb6141b1d9" providerId="ADAL" clId="{45C9CCB0-01C4-4662-962D-7EB51A4BA1E1}" dt="2025-10-04T20:45:52.475" v="2346"/>
          <ac:spMkLst>
            <pc:docMk/>
            <pc:sldMk cId="2643920945" sldId="558"/>
            <ac:spMk id="27" creationId="{EB4EBE07-749A-08EF-B805-536498942E2D}"/>
          </ac:spMkLst>
        </pc:spChg>
      </pc:sldChg>
      <pc:sldChg chg="addSp modSp add mod">
        <pc:chgData name="Alexander Simon Thrysøe" userId="3f9b9528-1df8-4235-9262-8bdb6141b1d9" providerId="ADAL" clId="{45C9CCB0-01C4-4662-962D-7EB51A4BA1E1}" dt="2025-10-04T20:45:22.348" v="2333"/>
        <pc:sldMkLst>
          <pc:docMk/>
          <pc:sldMk cId="2165886527" sldId="559"/>
        </pc:sldMkLst>
        <pc:spChg chg="mod">
          <ac:chgData name="Alexander Simon Thrysøe" userId="3f9b9528-1df8-4235-9262-8bdb6141b1d9" providerId="ADAL" clId="{45C9CCB0-01C4-4662-962D-7EB51A4BA1E1}" dt="2025-10-04T20:40:42.283" v="926"/>
          <ac:spMkLst>
            <pc:docMk/>
            <pc:sldMk cId="2165886527" sldId="559"/>
            <ac:spMk id="2" creationId="{9C65432C-6EE4-3A48-B260-083AF2E7E36A}"/>
          </ac:spMkLst>
        </pc:spChg>
        <pc:spChg chg="mod">
          <ac:chgData name="Alexander Simon Thrysøe" userId="3f9b9528-1df8-4235-9262-8bdb6141b1d9" providerId="ADAL" clId="{45C9CCB0-01C4-4662-962D-7EB51A4BA1E1}" dt="2025-10-04T20:40:42.448" v="927"/>
          <ac:spMkLst>
            <pc:docMk/>
            <pc:sldMk cId="2165886527" sldId="559"/>
            <ac:spMk id="3" creationId="{69BB87DD-025D-AE43-4A03-910135B61E5D}"/>
          </ac:spMkLst>
        </pc:spChg>
        <pc:spChg chg="add mod">
          <ac:chgData name="Alexander Simon Thrysøe" userId="3f9b9528-1df8-4235-9262-8bdb6141b1d9" providerId="ADAL" clId="{45C9CCB0-01C4-4662-962D-7EB51A4BA1E1}" dt="2025-10-04T20:40:42.463" v="938"/>
          <ac:spMkLst>
            <pc:docMk/>
            <pc:sldMk cId="2165886527" sldId="559"/>
            <ac:spMk id="4" creationId="{F946747A-130C-4E51-98D8-C797A63CADDF}"/>
          </ac:spMkLst>
        </pc:spChg>
        <pc:spChg chg="add mod">
          <ac:chgData name="Alexander Simon Thrysøe" userId="3f9b9528-1df8-4235-9262-8bdb6141b1d9" providerId="ADAL" clId="{45C9CCB0-01C4-4662-962D-7EB51A4BA1E1}" dt="2025-10-04T20:40:42.468" v="949"/>
          <ac:spMkLst>
            <pc:docMk/>
            <pc:sldMk cId="2165886527" sldId="559"/>
            <ac:spMk id="5" creationId="{B70A4C61-00D7-479A-BF98-410E4FB91055}"/>
          </ac:spMkLst>
        </pc:spChg>
        <pc:spChg chg="add mod">
          <ac:chgData name="Alexander Simon Thrysøe" userId="3f9b9528-1df8-4235-9262-8bdb6141b1d9" providerId="ADAL" clId="{45C9CCB0-01C4-4662-962D-7EB51A4BA1E1}" dt="2025-10-04T20:40:42.472" v="955"/>
          <ac:spMkLst>
            <pc:docMk/>
            <pc:sldMk cId="2165886527" sldId="559"/>
            <ac:spMk id="6" creationId="{7B2DE088-ABA4-4DE0-9001-FCD351018CAA}"/>
          </ac:spMkLst>
        </pc:spChg>
        <pc:spChg chg="add mod">
          <ac:chgData name="Alexander Simon Thrysøe" userId="3f9b9528-1df8-4235-9262-8bdb6141b1d9" providerId="ADAL" clId="{45C9CCB0-01C4-4662-962D-7EB51A4BA1E1}" dt="2025-10-04T20:40:42.477" v="961"/>
          <ac:spMkLst>
            <pc:docMk/>
            <pc:sldMk cId="2165886527" sldId="559"/>
            <ac:spMk id="7" creationId="{E29D971C-0252-426C-829F-D5DB87DB7243}"/>
          </ac:spMkLst>
        </pc:spChg>
        <pc:spChg chg="add mod">
          <ac:chgData name="Alexander Simon Thrysøe" userId="3f9b9528-1df8-4235-9262-8bdb6141b1d9" providerId="ADAL" clId="{45C9CCB0-01C4-4662-962D-7EB51A4BA1E1}" dt="2025-10-04T20:40:42.481" v="969"/>
          <ac:spMkLst>
            <pc:docMk/>
            <pc:sldMk cId="2165886527" sldId="559"/>
            <ac:spMk id="8" creationId="{AC40B7E3-2ECA-430D-83F2-926B2203F4C9}"/>
          </ac:spMkLst>
        </pc:spChg>
        <pc:spChg chg="add mod">
          <ac:chgData name="Alexander Simon Thrysøe" userId="3f9b9528-1df8-4235-9262-8bdb6141b1d9" providerId="ADAL" clId="{45C9CCB0-01C4-4662-962D-7EB51A4BA1E1}" dt="2025-10-04T20:40:42.521" v="976"/>
          <ac:spMkLst>
            <pc:docMk/>
            <pc:sldMk cId="2165886527" sldId="559"/>
            <ac:spMk id="9" creationId="{7B7A3C28-EBA1-49DB-A345-5204D4A9E963}"/>
          </ac:spMkLst>
        </pc:spChg>
        <pc:spChg chg="add mod">
          <ac:chgData name="Alexander Simon Thrysøe" userId="3f9b9528-1df8-4235-9262-8bdb6141b1d9" providerId="ADAL" clId="{45C9CCB0-01C4-4662-962D-7EB51A4BA1E1}" dt="2025-10-04T20:40:42.538" v="983"/>
          <ac:spMkLst>
            <pc:docMk/>
            <pc:sldMk cId="2165886527" sldId="559"/>
            <ac:spMk id="10" creationId="{A072FDA2-B5B0-44BE-966D-93098A48DF9D}"/>
          </ac:spMkLst>
        </pc:spChg>
        <pc:spChg chg="add mod">
          <ac:chgData name="Alexander Simon Thrysøe" userId="3f9b9528-1df8-4235-9262-8bdb6141b1d9" providerId="ADAL" clId="{45C9CCB0-01C4-4662-962D-7EB51A4BA1E1}" dt="2025-10-04T20:40:42.569" v="995"/>
          <ac:spMkLst>
            <pc:docMk/>
            <pc:sldMk cId="2165886527" sldId="559"/>
            <ac:spMk id="12" creationId="{DF855E6F-D5EC-4823-A641-9901AA2CB02C}"/>
          </ac:spMkLst>
        </pc:spChg>
        <pc:spChg chg="add mod">
          <ac:chgData name="Alexander Simon Thrysøe" userId="3f9b9528-1df8-4235-9262-8bdb6141b1d9" providerId="ADAL" clId="{45C9CCB0-01C4-4662-962D-7EB51A4BA1E1}" dt="2025-10-04T20:40:42.576" v="1008"/>
          <ac:spMkLst>
            <pc:docMk/>
            <pc:sldMk cId="2165886527" sldId="559"/>
            <ac:spMk id="13" creationId="{601ED4E9-7B46-4639-8FC3-D9B3C5964C61}"/>
          </ac:spMkLst>
        </pc:spChg>
        <pc:spChg chg="add mod">
          <ac:chgData name="Alexander Simon Thrysøe" userId="3f9b9528-1df8-4235-9262-8bdb6141b1d9" providerId="ADAL" clId="{45C9CCB0-01C4-4662-962D-7EB51A4BA1E1}" dt="2025-10-04T20:40:42.584" v="1018"/>
          <ac:spMkLst>
            <pc:docMk/>
            <pc:sldMk cId="2165886527" sldId="559"/>
            <ac:spMk id="14" creationId="{A919A1B5-473A-4DEE-8C46-54960BF80C71}"/>
          </ac:spMkLst>
        </pc:spChg>
        <pc:spChg chg="add mod">
          <ac:chgData name="Alexander Simon Thrysøe" userId="3f9b9528-1df8-4235-9262-8bdb6141b1d9" providerId="ADAL" clId="{45C9CCB0-01C4-4662-962D-7EB51A4BA1E1}" dt="2025-10-04T20:40:42.594" v="1031"/>
          <ac:spMkLst>
            <pc:docMk/>
            <pc:sldMk cId="2165886527" sldId="559"/>
            <ac:spMk id="15" creationId="{6978E112-1035-435C-A190-792B8E6E5AA9}"/>
          </ac:spMkLst>
        </pc:spChg>
        <pc:spChg chg="add mod">
          <ac:chgData name="Alexander Simon Thrysøe" userId="3f9b9528-1df8-4235-9262-8bdb6141b1d9" providerId="ADAL" clId="{45C9CCB0-01C4-4662-962D-7EB51A4BA1E1}" dt="2025-10-04T20:40:42.603" v="1041"/>
          <ac:spMkLst>
            <pc:docMk/>
            <pc:sldMk cId="2165886527" sldId="559"/>
            <ac:spMk id="16" creationId="{4693E3EE-1C15-4183-8CA3-BA0CFB87D59F}"/>
          </ac:spMkLst>
        </pc:spChg>
        <pc:spChg chg="add mod">
          <ac:chgData name="Alexander Simon Thrysøe" userId="3f9b9528-1df8-4235-9262-8bdb6141b1d9" providerId="ADAL" clId="{45C9CCB0-01C4-4662-962D-7EB51A4BA1E1}" dt="2025-10-04T20:40:42.611" v="1053"/>
          <ac:spMkLst>
            <pc:docMk/>
            <pc:sldMk cId="2165886527" sldId="559"/>
            <ac:spMk id="18" creationId="{055F5E00-1CC7-4F43-A46E-66DC449FEF14}"/>
          </ac:spMkLst>
        </pc:spChg>
        <pc:spChg chg="add mod">
          <ac:chgData name="Alexander Simon Thrysøe" userId="3f9b9528-1df8-4235-9262-8bdb6141b1d9" providerId="ADAL" clId="{45C9CCB0-01C4-4662-962D-7EB51A4BA1E1}" dt="2025-10-04T20:40:42.618" v="1066"/>
          <ac:spMkLst>
            <pc:docMk/>
            <pc:sldMk cId="2165886527" sldId="559"/>
            <ac:spMk id="19" creationId="{AFF32686-5A00-43B4-A709-EADD730CC069}"/>
          </ac:spMkLst>
        </pc:spChg>
        <pc:spChg chg="add mod">
          <ac:chgData name="Alexander Simon Thrysøe" userId="3f9b9528-1df8-4235-9262-8bdb6141b1d9" providerId="ADAL" clId="{45C9CCB0-01C4-4662-962D-7EB51A4BA1E1}" dt="2025-10-04T20:40:42.624" v="1076"/>
          <ac:spMkLst>
            <pc:docMk/>
            <pc:sldMk cId="2165886527" sldId="559"/>
            <ac:spMk id="20" creationId="{F1525C5D-D8F1-415C-85A3-E92C71492FB1}"/>
          </ac:spMkLst>
        </pc:spChg>
        <pc:spChg chg="add mod">
          <ac:chgData name="Alexander Simon Thrysøe" userId="3f9b9528-1df8-4235-9262-8bdb6141b1d9" providerId="ADAL" clId="{45C9CCB0-01C4-4662-962D-7EB51A4BA1E1}" dt="2025-10-04T20:40:42.632" v="1089"/>
          <ac:spMkLst>
            <pc:docMk/>
            <pc:sldMk cId="2165886527" sldId="559"/>
            <ac:spMk id="21" creationId="{AB339110-2B6B-4B3E-A9E1-21A6A221F9EA}"/>
          </ac:spMkLst>
        </pc:spChg>
        <pc:spChg chg="add mod">
          <ac:chgData name="Alexander Simon Thrysøe" userId="3f9b9528-1df8-4235-9262-8bdb6141b1d9" providerId="ADAL" clId="{45C9CCB0-01C4-4662-962D-7EB51A4BA1E1}" dt="2025-10-04T20:40:42.633" v="1099"/>
          <ac:spMkLst>
            <pc:docMk/>
            <pc:sldMk cId="2165886527" sldId="559"/>
            <ac:spMk id="22" creationId="{5C4B7E39-9E3C-4607-A354-3B1054512E8D}"/>
          </ac:spMkLst>
        </pc:spChg>
        <pc:spChg chg="add mod">
          <ac:chgData name="Alexander Simon Thrysøe" userId="3f9b9528-1df8-4235-9262-8bdb6141b1d9" providerId="ADAL" clId="{45C9CCB0-01C4-4662-962D-7EB51A4BA1E1}" dt="2025-10-04T20:40:42.633" v="1111"/>
          <ac:spMkLst>
            <pc:docMk/>
            <pc:sldMk cId="2165886527" sldId="559"/>
            <ac:spMk id="24" creationId="{4E520134-87D8-4C5B-9972-38E08929D0AA}"/>
          </ac:spMkLst>
        </pc:spChg>
        <pc:spChg chg="add mod">
          <ac:chgData name="Alexander Simon Thrysøe" userId="3f9b9528-1df8-4235-9262-8bdb6141b1d9" providerId="ADAL" clId="{45C9CCB0-01C4-4662-962D-7EB51A4BA1E1}" dt="2025-10-04T20:40:42.653" v="1124"/>
          <ac:spMkLst>
            <pc:docMk/>
            <pc:sldMk cId="2165886527" sldId="559"/>
            <ac:spMk id="25" creationId="{1619D8F7-26D3-4934-9B00-83919FED8673}"/>
          </ac:spMkLst>
        </pc:spChg>
        <pc:spChg chg="add mod">
          <ac:chgData name="Alexander Simon Thrysøe" userId="3f9b9528-1df8-4235-9262-8bdb6141b1d9" providerId="ADAL" clId="{45C9CCB0-01C4-4662-962D-7EB51A4BA1E1}" dt="2025-10-04T20:40:42.659" v="1134"/>
          <ac:spMkLst>
            <pc:docMk/>
            <pc:sldMk cId="2165886527" sldId="559"/>
            <ac:spMk id="26" creationId="{B2DFA473-C8AD-4A46-9D2C-2739A4508E42}"/>
          </ac:spMkLst>
        </pc:spChg>
        <pc:spChg chg="add mod">
          <ac:chgData name="Alexander Simon Thrysøe" userId="3f9b9528-1df8-4235-9262-8bdb6141b1d9" providerId="ADAL" clId="{45C9CCB0-01C4-4662-962D-7EB51A4BA1E1}" dt="2025-10-04T20:40:42.666" v="1147"/>
          <ac:spMkLst>
            <pc:docMk/>
            <pc:sldMk cId="2165886527" sldId="559"/>
            <ac:spMk id="27" creationId="{48662021-B63B-481C-B203-F4AC6C782A6F}"/>
          </ac:spMkLst>
        </pc:spChg>
        <pc:spChg chg="add mod">
          <ac:chgData name="Alexander Simon Thrysøe" userId="3f9b9528-1df8-4235-9262-8bdb6141b1d9" providerId="ADAL" clId="{45C9CCB0-01C4-4662-962D-7EB51A4BA1E1}" dt="2025-10-04T20:40:42.672" v="1157"/>
          <ac:spMkLst>
            <pc:docMk/>
            <pc:sldMk cId="2165886527" sldId="559"/>
            <ac:spMk id="28" creationId="{D5F03A60-8CF9-4A99-98D1-AB645F12AFA4}"/>
          </ac:spMkLst>
        </pc:spChg>
        <pc:spChg chg="add mod">
          <ac:chgData name="Alexander Simon Thrysøe" userId="3f9b9528-1df8-4235-9262-8bdb6141b1d9" providerId="ADAL" clId="{45C9CCB0-01C4-4662-962D-7EB51A4BA1E1}" dt="2025-10-04T20:40:42.679" v="1169"/>
          <ac:spMkLst>
            <pc:docMk/>
            <pc:sldMk cId="2165886527" sldId="559"/>
            <ac:spMk id="30" creationId="{C9967495-C345-4D1F-B13F-46038EA63245}"/>
          </ac:spMkLst>
        </pc:spChg>
        <pc:spChg chg="add mod">
          <ac:chgData name="Alexander Simon Thrysøe" userId="3f9b9528-1df8-4235-9262-8bdb6141b1d9" providerId="ADAL" clId="{45C9CCB0-01C4-4662-962D-7EB51A4BA1E1}" dt="2025-10-04T20:40:42.686" v="1182"/>
          <ac:spMkLst>
            <pc:docMk/>
            <pc:sldMk cId="2165886527" sldId="559"/>
            <ac:spMk id="31" creationId="{09A11265-A4AE-4A71-A7AB-4D378D020915}"/>
          </ac:spMkLst>
        </pc:spChg>
        <pc:spChg chg="add mod">
          <ac:chgData name="Alexander Simon Thrysøe" userId="3f9b9528-1df8-4235-9262-8bdb6141b1d9" providerId="ADAL" clId="{45C9CCB0-01C4-4662-962D-7EB51A4BA1E1}" dt="2025-10-04T20:40:42.692" v="1192"/>
          <ac:spMkLst>
            <pc:docMk/>
            <pc:sldMk cId="2165886527" sldId="559"/>
            <ac:spMk id="32" creationId="{38903C2E-C3D0-4FC1-9979-6F4965149325}"/>
          </ac:spMkLst>
        </pc:spChg>
        <pc:spChg chg="add mod">
          <ac:chgData name="Alexander Simon Thrysøe" userId="3f9b9528-1df8-4235-9262-8bdb6141b1d9" providerId="ADAL" clId="{45C9CCB0-01C4-4662-962D-7EB51A4BA1E1}" dt="2025-10-04T20:40:42.699" v="1205"/>
          <ac:spMkLst>
            <pc:docMk/>
            <pc:sldMk cId="2165886527" sldId="559"/>
            <ac:spMk id="33" creationId="{70D04959-DAE6-47DC-B4EB-E6EE92AB5290}"/>
          </ac:spMkLst>
        </pc:spChg>
        <pc:spChg chg="add mod">
          <ac:chgData name="Alexander Simon Thrysøe" userId="3f9b9528-1df8-4235-9262-8bdb6141b1d9" providerId="ADAL" clId="{45C9CCB0-01C4-4662-962D-7EB51A4BA1E1}" dt="2025-10-04T20:40:42.704" v="1215"/>
          <ac:spMkLst>
            <pc:docMk/>
            <pc:sldMk cId="2165886527" sldId="559"/>
            <ac:spMk id="34" creationId="{6579F431-F3A7-489D-A365-D83AB3CBF764}"/>
          </ac:spMkLst>
        </pc:spChg>
        <pc:spChg chg="add mod">
          <ac:chgData name="Alexander Simon Thrysøe" userId="3f9b9528-1df8-4235-9262-8bdb6141b1d9" providerId="ADAL" clId="{45C9CCB0-01C4-4662-962D-7EB51A4BA1E1}" dt="2025-10-04T20:40:42.712" v="1227"/>
          <ac:spMkLst>
            <pc:docMk/>
            <pc:sldMk cId="2165886527" sldId="559"/>
            <ac:spMk id="36" creationId="{8B3625C1-937C-4A5C-9D65-5D6223CD01A6}"/>
          </ac:spMkLst>
        </pc:spChg>
        <pc:spChg chg="add mod">
          <ac:chgData name="Alexander Simon Thrysøe" userId="3f9b9528-1df8-4235-9262-8bdb6141b1d9" providerId="ADAL" clId="{45C9CCB0-01C4-4662-962D-7EB51A4BA1E1}" dt="2025-10-04T20:40:42.719" v="1240"/>
          <ac:spMkLst>
            <pc:docMk/>
            <pc:sldMk cId="2165886527" sldId="559"/>
            <ac:spMk id="37" creationId="{B5B922EE-ECC2-42DA-B6C5-5AE37CEAF253}"/>
          </ac:spMkLst>
        </pc:spChg>
        <pc:spChg chg="add mod">
          <ac:chgData name="Alexander Simon Thrysøe" userId="3f9b9528-1df8-4235-9262-8bdb6141b1d9" providerId="ADAL" clId="{45C9CCB0-01C4-4662-962D-7EB51A4BA1E1}" dt="2025-10-04T20:40:42.724" v="1250"/>
          <ac:spMkLst>
            <pc:docMk/>
            <pc:sldMk cId="2165886527" sldId="559"/>
            <ac:spMk id="38" creationId="{6BC9BD28-602D-4BE8-8965-47143E63DE68}"/>
          </ac:spMkLst>
        </pc:spChg>
        <pc:spChg chg="add mod">
          <ac:chgData name="Alexander Simon Thrysøe" userId="3f9b9528-1df8-4235-9262-8bdb6141b1d9" providerId="ADAL" clId="{45C9CCB0-01C4-4662-962D-7EB51A4BA1E1}" dt="2025-10-04T20:40:42.724" v="1263"/>
          <ac:spMkLst>
            <pc:docMk/>
            <pc:sldMk cId="2165886527" sldId="559"/>
            <ac:spMk id="39" creationId="{18B4652B-1494-493A-90B1-09E420DE1713}"/>
          </ac:spMkLst>
        </pc:spChg>
        <pc:spChg chg="add mod">
          <ac:chgData name="Alexander Simon Thrysøe" userId="3f9b9528-1df8-4235-9262-8bdb6141b1d9" providerId="ADAL" clId="{45C9CCB0-01C4-4662-962D-7EB51A4BA1E1}" dt="2025-10-04T20:40:42.724" v="1273"/>
          <ac:spMkLst>
            <pc:docMk/>
            <pc:sldMk cId="2165886527" sldId="559"/>
            <ac:spMk id="40" creationId="{C131405A-BAEB-4648-AB28-DB6FD700131C}"/>
          </ac:spMkLst>
        </pc:spChg>
        <pc:spChg chg="add mod">
          <ac:chgData name="Alexander Simon Thrysøe" userId="3f9b9528-1df8-4235-9262-8bdb6141b1d9" providerId="ADAL" clId="{45C9CCB0-01C4-4662-962D-7EB51A4BA1E1}" dt="2025-10-04T20:40:42.744" v="1285"/>
          <ac:spMkLst>
            <pc:docMk/>
            <pc:sldMk cId="2165886527" sldId="559"/>
            <ac:spMk id="42" creationId="{AC4762E8-0C18-4348-B7B9-75A1B37D847A}"/>
          </ac:spMkLst>
        </pc:spChg>
        <pc:spChg chg="add mod">
          <ac:chgData name="Alexander Simon Thrysøe" userId="3f9b9528-1df8-4235-9262-8bdb6141b1d9" providerId="ADAL" clId="{45C9CCB0-01C4-4662-962D-7EB51A4BA1E1}" dt="2025-10-04T20:40:42.750" v="1298"/>
          <ac:spMkLst>
            <pc:docMk/>
            <pc:sldMk cId="2165886527" sldId="559"/>
            <ac:spMk id="43" creationId="{D360F275-7542-4DFE-878D-3144610061F5}"/>
          </ac:spMkLst>
        </pc:spChg>
        <pc:spChg chg="add mod">
          <ac:chgData name="Alexander Simon Thrysøe" userId="3f9b9528-1df8-4235-9262-8bdb6141b1d9" providerId="ADAL" clId="{45C9CCB0-01C4-4662-962D-7EB51A4BA1E1}" dt="2025-10-04T20:40:42.758" v="1308"/>
          <ac:spMkLst>
            <pc:docMk/>
            <pc:sldMk cId="2165886527" sldId="559"/>
            <ac:spMk id="44" creationId="{5C039DCB-F4A5-4411-845B-AEC0F91B08FF}"/>
          </ac:spMkLst>
        </pc:spChg>
        <pc:spChg chg="add mod">
          <ac:chgData name="Alexander Simon Thrysøe" userId="3f9b9528-1df8-4235-9262-8bdb6141b1d9" providerId="ADAL" clId="{45C9CCB0-01C4-4662-962D-7EB51A4BA1E1}" dt="2025-10-04T20:40:42.764" v="1321"/>
          <ac:spMkLst>
            <pc:docMk/>
            <pc:sldMk cId="2165886527" sldId="559"/>
            <ac:spMk id="45" creationId="{A757D0EF-EF38-40D2-8C00-657473AD2607}"/>
          </ac:spMkLst>
        </pc:spChg>
        <pc:spChg chg="add mod">
          <ac:chgData name="Alexander Simon Thrysøe" userId="3f9b9528-1df8-4235-9262-8bdb6141b1d9" providerId="ADAL" clId="{45C9CCB0-01C4-4662-962D-7EB51A4BA1E1}" dt="2025-10-04T20:40:42.770" v="1331"/>
          <ac:spMkLst>
            <pc:docMk/>
            <pc:sldMk cId="2165886527" sldId="559"/>
            <ac:spMk id="46" creationId="{9C0D15CA-D97B-47C6-8481-EC7EE64D32D3}"/>
          </ac:spMkLst>
        </pc:spChg>
        <pc:spChg chg="add mod">
          <ac:chgData name="Alexander Simon Thrysøe" userId="3f9b9528-1df8-4235-9262-8bdb6141b1d9" providerId="ADAL" clId="{45C9CCB0-01C4-4662-962D-7EB51A4BA1E1}" dt="2025-10-04T20:40:42.780" v="1343"/>
          <ac:spMkLst>
            <pc:docMk/>
            <pc:sldMk cId="2165886527" sldId="559"/>
            <ac:spMk id="48" creationId="{9E0420FD-0B2F-4D11-B4AA-04BA538E2937}"/>
          </ac:spMkLst>
        </pc:spChg>
        <pc:spChg chg="add mod">
          <ac:chgData name="Alexander Simon Thrysøe" userId="3f9b9528-1df8-4235-9262-8bdb6141b1d9" providerId="ADAL" clId="{45C9CCB0-01C4-4662-962D-7EB51A4BA1E1}" dt="2025-10-04T20:40:42.787" v="1356"/>
          <ac:spMkLst>
            <pc:docMk/>
            <pc:sldMk cId="2165886527" sldId="559"/>
            <ac:spMk id="49" creationId="{940A0683-436F-44C8-86E7-FB4B2FEADA96}"/>
          </ac:spMkLst>
        </pc:spChg>
        <pc:spChg chg="add mod">
          <ac:chgData name="Alexander Simon Thrysøe" userId="3f9b9528-1df8-4235-9262-8bdb6141b1d9" providerId="ADAL" clId="{45C9CCB0-01C4-4662-962D-7EB51A4BA1E1}" dt="2025-10-04T20:40:42.787" v="1366"/>
          <ac:spMkLst>
            <pc:docMk/>
            <pc:sldMk cId="2165886527" sldId="559"/>
            <ac:spMk id="50" creationId="{E552097D-3FDA-4ED8-A1A9-D95F0E503232}"/>
          </ac:spMkLst>
        </pc:spChg>
        <pc:spChg chg="add mod">
          <ac:chgData name="Alexander Simon Thrysøe" userId="3f9b9528-1df8-4235-9262-8bdb6141b1d9" providerId="ADAL" clId="{45C9CCB0-01C4-4662-962D-7EB51A4BA1E1}" dt="2025-10-04T20:40:42.803" v="1379"/>
          <ac:spMkLst>
            <pc:docMk/>
            <pc:sldMk cId="2165886527" sldId="559"/>
            <ac:spMk id="51" creationId="{C9B724AF-D9A6-43CF-B346-19E7285F72C3}"/>
          </ac:spMkLst>
        </pc:spChg>
        <pc:spChg chg="add mod">
          <ac:chgData name="Alexander Simon Thrysøe" userId="3f9b9528-1df8-4235-9262-8bdb6141b1d9" providerId="ADAL" clId="{45C9CCB0-01C4-4662-962D-7EB51A4BA1E1}" dt="2025-10-04T20:40:42.803" v="1389"/>
          <ac:spMkLst>
            <pc:docMk/>
            <pc:sldMk cId="2165886527" sldId="559"/>
            <ac:spMk id="52" creationId="{54DE18C0-1803-45E8-8FBC-C11E25947467}"/>
          </ac:spMkLst>
        </pc:spChg>
        <pc:spChg chg="add mod">
          <ac:chgData name="Alexander Simon Thrysøe" userId="3f9b9528-1df8-4235-9262-8bdb6141b1d9" providerId="ADAL" clId="{45C9CCB0-01C4-4662-962D-7EB51A4BA1E1}" dt="2025-10-04T20:40:42.817" v="1401"/>
          <ac:spMkLst>
            <pc:docMk/>
            <pc:sldMk cId="2165886527" sldId="559"/>
            <ac:spMk id="54" creationId="{46B48CE8-3475-4E45-B65F-C4D3CAFF3AC1}"/>
          </ac:spMkLst>
        </pc:spChg>
        <pc:spChg chg="add mod">
          <ac:chgData name="Alexander Simon Thrysøe" userId="3f9b9528-1df8-4235-9262-8bdb6141b1d9" providerId="ADAL" clId="{45C9CCB0-01C4-4662-962D-7EB51A4BA1E1}" dt="2025-10-04T20:40:42.823" v="1414"/>
          <ac:spMkLst>
            <pc:docMk/>
            <pc:sldMk cId="2165886527" sldId="559"/>
            <ac:spMk id="55" creationId="{9ED57D45-6160-494C-85DB-15782BBFF3DB}"/>
          </ac:spMkLst>
        </pc:spChg>
        <pc:spChg chg="add mod">
          <ac:chgData name="Alexander Simon Thrysøe" userId="3f9b9528-1df8-4235-9262-8bdb6141b1d9" providerId="ADAL" clId="{45C9CCB0-01C4-4662-962D-7EB51A4BA1E1}" dt="2025-10-04T20:40:42.829" v="1424"/>
          <ac:spMkLst>
            <pc:docMk/>
            <pc:sldMk cId="2165886527" sldId="559"/>
            <ac:spMk id="56" creationId="{6D9803D7-DA4D-4F54-98AC-E357B8075ADB}"/>
          </ac:spMkLst>
        </pc:spChg>
        <pc:spChg chg="add mod">
          <ac:chgData name="Alexander Simon Thrysøe" userId="3f9b9528-1df8-4235-9262-8bdb6141b1d9" providerId="ADAL" clId="{45C9CCB0-01C4-4662-962D-7EB51A4BA1E1}" dt="2025-10-04T20:40:42.835" v="1437"/>
          <ac:spMkLst>
            <pc:docMk/>
            <pc:sldMk cId="2165886527" sldId="559"/>
            <ac:spMk id="57" creationId="{98903325-BA4A-42E1-B43B-FC6B9AB7DE0D}"/>
          </ac:spMkLst>
        </pc:spChg>
        <pc:spChg chg="add mod">
          <ac:chgData name="Alexander Simon Thrysøe" userId="3f9b9528-1df8-4235-9262-8bdb6141b1d9" providerId="ADAL" clId="{45C9CCB0-01C4-4662-962D-7EB51A4BA1E1}" dt="2025-10-04T20:40:42.841" v="1447"/>
          <ac:spMkLst>
            <pc:docMk/>
            <pc:sldMk cId="2165886527" sldId="559"/>
            <ac:spMk id="58" creationId="{98EFDAFA-77F8-4A0D-A043-9D1C1C455E11}"/>
          </ac:spMkLst>
        </pc:spChg>
        <pc:spChg chg="add mod">
          <ac:chgData name="Alexander Simon Thrysøe" userId="3f9b9528-1df8-4235-9262-8bdb6141b1d9" providerId="ADAL" clId="{45C9CCB0-01C4-4662-962D-7EB51A4BA1E1}" dt="2025-10-04T20:40:42.848" v="1459"/>
          <ac:spMkLst>
            <pc:docMk/>
            <pc:sldMk cId="2165886527" sldId="559"/>
            <ac:spMk id="60" creationId="{6F5D99FC-8A72-4D49-ABB9-66A65602A78B}"/>
          </ac:spMkLst>
        </pc:spChg>
        <pc:spChg chg="add mod">
          <ac:chgData name="Alexander Simon Thrysøe" userId="3f9b9528-1df8-4235-9262-8bdb6141b1d9" providerId="ADAL" clId="{45C9CCB0-01C4-4662-962D-7EB51A4BA1E1}" dt="2025-10-04T20:40:42.857" v="1472"/>
          <ac:spMkLst>
            <pc:docMk/>
            <pc:sldMk cId="2165886527" sldId="559"/>
            <ac:spMk id="61" creationId="{A8B37D4A-F96A-4255-B8BB-DFF010A8385F}"/>
          </ac:spMkLst>
        </pc:spChg>
        <pc:spChg chg="add mod">
          <ac:chgData name="Alexander Simon Thrysøe" userId="3f9b9528-1df8-4235-9262-8bdb6141b1d9" providerId="ADAL" clId="{45C9CCB0-01C4-4662-962D-7EB51A4BA1E1}" dt="2025-10-04T20:40:42.863" v="1482"/>
          <ac:spMkLst>
            <pc:docMk/>
            <pc:sldMk cId="2165886527" sldId="559"/>
            <ac:spMk id="62" creationId="{B6B9CDCC-BCCC-4957-9D74-A07B84C6D0C9}"/>
          </ac:spMkLst>
        </pc:spChg>
        <pc:spChg chg="add mod">
          <ac:chgData name="Alexander Simon Thrysøe" userId="3f9b9528-1df8-4235-9262-8bdb6141b1d9" providerId="ADAL" clId="{45C9CCB0-01C4-4662-962D-7EB51A4BA1E1}" dt="2025-10-04T20:40:42.867" v="1495"/>
          <ac:spMkLst>
            <pc:docMk/>
            <pc:sldMk cId="2165886527" sldId="559"/>
            <ac:spMk id="63" creationId="{0C665CA0-5D88-4AD9-BBC0-0DA227732DBC}"/>
          </ac:spMkLst>
        </pc:spChg>
        <pc:spChg chg="add mod">
          <ac:chgData name="Alexander Simon Thrysøe" userId="3f9b9528-1df8-4235-9262-8bdb6141b1d9" providerId="ADAL" clId="{45C9CCB0-01C4-4662-962D-7EB51A4BA1E1}" dt="2025-10-04T20:40:42.876" v="1505"/>
          <ac:spMkLst>
            <pc:docMk/>
            <pc:sldMk cId="2165886527" sldId="559"/>
            <ac:spMk id="64" creationId="{47D3700C-3740-463E-BCD8-308F91309723}"/>
          </ac:spMkLst>
        </pc:spChg>
        <pc:spChg chg="add mod">
          <ac:chgData name="Alexander Simon Thrysøe" userId="3f9b9528-1df8-4235-9262-8bdb6141b1d9" providerId="ADAL" clId="{45C9CCB0-01C4-4662-962D-7EB51A4BA1E1}" dt="2025-10-04T20:40:42.883" v="1517"/>
          <ac:spMkLst>
            <pc:docMk/>
            <pc:sldMk cId="2165886527" sldId="559"/>
            <ac:spMk id="66" creationId="{6A7BB459-1549-4BAD-8F43-B1FF432F611B}"/>
          </ac:spMkLst>
        </pc:spChg>
        <pc:spChg chg="add mod">
          <ac:chgData name="Alexander Simon Thrysøe" userId="3f9b9528-1df8-4235-9262-8bdb6141b1d9" providerId="ADAL" clId="{45C9CCB0-01C4-4662-962D-7EB51A4BA1E1}" dt="2025-10-04T20:40:42.890" v="1530"/>
          <ac:spMkLst>
            <pc:docMk/>
            <pc:sldMk cId="2165886527" sldId="559"/>
            <ac:spMk id="67" creationId="{6264634A-E026-4C9E-9FA3-6D3B2260CC21}"/>
          </ac:spMkLst>
        </pc:spChg>
        <pc:spChg chg="add mod">
          <ac:chgData name="Alexander Simon Thrysøe" userId="3f9b9528-1df8-4235-9262-8bdb6141b1d9" providerId="ADAL" clId="{45C9CCB0-01C4-4662-962D-7EB51A4BA1E1}" dt="2025-10-04T20:40:42.895" v="1540"/>
          <ac:spMkLst>
            <pc:docMk/>
            <pc:sldMk cId="2165886527" sldId="559"/>
            <ac:spMk id="68" creationId="{BA2CA64B-4928-46A6-86D8-D3798265F66C}"/>
          </ac:spMkLst>
        </pc:spChg>
        <pc:spChg chg="add mod">
          <ac:chgData name="Alexander Simon Thrysøe" userId="3f9b9528-1df8-4235-9262-8bdb6141b1d9" providerId="ADAL" clId="{45C9CCB0-01C4-4662-962D-7EB51A4BA1E1}" dt="2025-10-04T20:40:42.896" v="1553"/>
          <ac:spMkLst>
            <pc:docMk/>
            <pc:sldMk cId="2165886527" sldId="559"/>
            <ac:spMk id="69" creationId="{041082B8-0BD3-4A7A-8C1C-C63FC9A09F6B}"/>
          </ac:spMkLst>
        </pc:spChg>
        <pc:spChg chg="add mod">
          <ac:chgData name="Alexander Simon Thrysøe" userId="3f9b9528-1df8-4235-9262-8bdb6141b1d9" providerId="ADAL" clId="{45C9CCB0-01C4-4662-962D-7EB51A4BA1E1}" dt="2025-10-04T20:40:42.896" v="1563"/>
          <ac:spMkLst>
            <pc:docMk/>
            <pc:sldMk cId="2165886527" sldId="559"/>
            <ac:spMk id="70" creationId="{EF806A7C-E723-4B3D-96CF-7F8EFEE7042A}"/>
          </ac:spMkLst>
        </pc:spChg>
        <pc:spChg chg="add mod">
          <ac:chgData name="Alexander Simon Thrysøe" userId="3f9b9528-1df8-4235-9262-8bdb6141b1d9" providerId="ADAL" clId="{45C9CCB0-01C4-4662-962D-7EB51A4BA1E1}" dt="2025-10-04T20:40:42.912" v="1575"/>
          <ac:spMkLst>
            <pc:docMk/>
            <pc:sldMk cId="2165886527" sldId="559"/>
            <ac:spMk id="72" creationId="{9E019AC6-0CFF-4051-A809-3A5090625CDD}"/>
          </ac:spMkLst>
        </pc:spChg>
        <pc:spChg chg="add mod">
          <ac:chgData name="Alexander Simon Thrysøe" userId="3f9b9528-1df8-4235-9262-8bdb6141b1d9" providerId="ADAL" clId="{45C9CCB0-01C4-4662-962D-7EB51A4BA1E1}" dt="2025-10-04T20:40:42.912" v="1588"/>
          <ac:spMkLst>
            <pc:docMk/>
            <pc:sldMk cId="2165886527" sldId="559"/>
            <ac:spMk id="73" creationId="{753794DE-D2FD-4D71-BEB9-1A167BDDB968}"/>
          </ac:spMkLst>
        </pc:spChg>
        <pc:spChg chg="add mod">
          <ac:chgData name="Alexander Simon Thrysøe" userId="3f9b9528-1df8-4235-9262-8bdb6141b1d9" providerId="ADAL" clId="{45C9CCB0-01C4-4662-962D-7EB51A4BA1E1}" dt="2025-10-04T20:40:42.928" v="1598"/>
          <ac:spMkLst>
            <pc:docMk/>
            <pc:sldMk cId="2165886527" sldId="559"/>
            <ac:spMk id="74" creationId="{4DDF1FD5-F4FA-4C27-8182-57DD5472077A}"/>
          </ac:spMkLst>
        </pc:spChg>
        <pc:spChg chg="add mod">
          <ac:chgData name="Alexander Simon Thrysøe" userId="3f9b9528-1df8-4235-9262-8bdb6141b1d9" providerId="ADAL" clId="{45C9CCB0-01C4-4662-962D-7EB51A4BA1E1}" dt="2025-10-04T20:40:42.928" v="1605"/>
          <ac:spMkLst>
            <pc:docMk/>
            <pc:sldMk cId="2165886527" sldId="559"/>
            <ac:spMk id="75" creationId="{5A66F592-B7CE-42D2-A6B8-163C96C8BB22}"/>
          </ac:spMkLst>
        </pc:spChg>
        <pc:spChg chg="add mod">
          <ac:chgData name="Alexander Simon Thrysøe" userId="3f9b9528-1df8-4235-9262-8bdb6141b1d9" providerId="ADAL" clId="{45C9CCB0-01C4-4662-962D-7EB51A4BA1E1}" dt="2025-10-04T20:45:22.348" v="2333"/>
          <ac:spMkLst>
            <pc:docMk/>
            <pc:sldMk cId="2165886527" sldId="559"/>
            <ac:spMk id="76" creationId="{C53B3DC7-E477-420F-8ED4-321ED95A2232}"/>
          </ac:spMkLst>
        </pc:spChg>
        <pc:cxnChg chg="add mod">
          <ac:chgData name="Alexander Simon Thrysøe" userId="3f9b9528-1df8-4235-9262-8bdb6141b1d9" providerId="ADAL" clId="{45C9CCB0-01C4-4662-962D-7EB51A4BA1E1}" dt="2025-10-04T20:40:42.562" v="986"/>
          <ac:cxnSpMkLst>
            <pc:docMk/>
            <pc:sldMk cId="2165886527" sldId="559"/>
            <ac:cxnSpMk id="11" creationId="{69ED245E-CCC8-43F1-A657-8922DD6BFC94}"/>
          </ac:cxnSpMkLst>
        </pc:cxnChg>
        <pc:cxnChg chg="add mod">
          <ac:chgData name="Alexander Simon Thrysøe" userId="3f9b9528-1df8-4235-9262-8bdb6141b1d9" providerId="ADAL" clId="{45C9CCB0-01C4-4662-962D-7EB51A4BA1E1}" dt="2025-10-04T20:40:42.605" v="1044"/>
          <ac:cxnSpMkLst>
            <pc:docMk/>
            <pc:sldMk cId="2165886527" sldId="559"/>
            <ac:cxnSpMk id="17" creationId="{876EA6DC-C78A-4582-BA4C-245FC90689FB}"/>
          </ac:cxnSpMkLst>
        </pc:cxnChg>
        <pc:cxnChg chg="add mod">
          <ac:chgData name="Alexander Simon Thrysøe" userId="3f9b9528-1df8-4235-9262-8bdb6141b1d9" providerId="ADAL" clId="{45C9CCB0-01C4-4662-962D-7EB51A4BA1E1}" dt="2025-10-04T20:40:42.633" v="1102"/>
          <ac:cxnSpMkLst>
            <pc:docMk/>
            <pc:sldMk cId="2165886527" sldId="559"/>
            <ac:cxnSpMk id="23" creationId="{7AF53971-CD51-4258-9F8D-B4FD2FDEEF50}"/>
          </ac:cxnSpMkLst>
        </pc:cxnChg>
        <pc:cxnChg chg="add mod">
          <ac:chgData name="Alexander Simon Thrysøe" userId="3f9b9528-1df8-4235-9262-8bdb6141b1d9" providerId="ADAL" clId="{45C9CCB0-01C4-4662-962D-7EB51A4BA1E1}" dt="2025-10-04T20:40:42.673" v="1160"/>
          <ac:cxnSpMkLst>
            <pc:docMk/>
            <pc:sldMk cId="2165886527" sldId="559"/>
            <ac:cxnSpMk id="29" creationId="{FE675ADA-CE07-42CA-BDF7-F0474050D5F2}"/>
          </ac:cxnSpMkLst>
        </pc:cxnChg>
        <pc:cxnChg chg="add mod">
          <ac:chgData name="Alexander Simon Thrysøe" userId="3f9b9528-1df8-4235-9262-8bdb6141b1d9" providerId="ADAL" clId="{45C9CCB0-01C4-4662-962D-7EB51A4BA1E1}" dt="2025-10-04T20:40:42.706" v="1218"/>
          <ac:cxnSpMkLst>
            <pc:docMk/>
            <pc:sldMk cId="2165886527" sldId="559"/>
            <ac:cxnSpMk id="35" creationId="{8B85524A-DE63-4638-B84E-026804E4A055}"/>
          </ac:cxnSpMkLst>
        </pc:cxnChg>
        <pc:cxnChg chg="add mod">
          <ac:chgData name="Alexander Simon Thrysøe" userId="3f9b9528-1df8-4235-9262-8bdb6141b1d9" providerId="ADAL" clId="{45C9CCB0-01C4-4662-962D-7EB51A4BA1E1}" dt="2025-10-04T20:40:42.724" v="1276"/>
          <ac:cxnSpMkLst>
            <pc:docMk/>
            <pc:sldMk cId="2165886527" sldId="559"/>
            <ac:cxnSpMk id="41" creationId="{B4DD9AD6-1438-49FD-B0D3-A82630B2529C}"/>
          </ac:cxnSpMkLst>
        </pc:cxnChg>
        <pc:cxnChg chg="add mod">
          <ac:chgData name="Alexander Simon Thrysøe" userId="3f9b9528-1df8-4235-9262-8bdb6141b1d9" providerId="ADAL" clId="{45C9CCB0-01C4-4662-962D-7EB51A4BA1E1}" dt="2025-10-04T20:40:42.772" v="1334"/>
          <ac:cxnSpMkLst>
            <pc:docMk/>
            <pc:sldMk cId="2165886527" sldId="559"/>
            <ac:cxnSpMk id="47" creationId="{6E94AE61-E17C-4B3F-8F92-53AA9DC0673D}"/>
          </ac:cxnSpMkLst>
        </pc:cxnChg>
        <pc:cxnChg chg="add mod">
          <ac:chgData name="Alexander Simon Thrysøe" userId="3f9b9528-1df8-4235-9262-8bdb6141b1d9" providerId="ADAL" clId="{45C9CCB0-01C4-4662-962D-7EB51A4BA1E1}" dt="2025-10-04T20:40:42.811" v="1392"/>
          <ac:cxnSpMkLst>
            <pc:docMk/>
            <pc:sldMk cId="2165886527" sldId="559"/>
            <ac:cxnSpMk id="53" creationId="{3448E929-B04D-41D6-BC54-43FD5DA7A8C7}"/>
          </ac:cxnSpMkLst>
        </pc:cxnChg>
        <pc:cxnChg chg="add mod">
          <ac:chgData name="Alexander Simon Thrysøe" userId="3f9b9528-1df8-4235-9262-8bdb6141b1d9" providerId="ADAL" clId="{45C9CCB0-01C4-4662-962D-7EB51A4BA1E1}" dt="2025-10-04T20:40:42.841" v="1450"/>
          <ac:cxnSpMkLst>
            <pc:docMk/>
            <pc:sldMk cId="2165886527" sldId="559"/>
            <ac:cxnSpMk id="59" creationId="{43EB2BCF-84C1-421D-8BF2-EF3638C4A97B}"/>
          </ac:cxnSpMkLst>
        </pc:cxnChg>
        <pc:cxnChg chg="add mod">
          <ac:chgData name="Alexander Simon Thrysøe" userId="3f9b9528-1df8-4235-9262-8bdb6141b1d9" providerId="ADAL" clId="{45C9CCB0-01C4-4662-962D-7EB51A4BA1E1}" dt="2025-10-04T20:40:42.876" v="1508"/>
          <ac:cxnSpMkLst>
            <pc:docMk/>
            <pc:sldMk cId="2165886527" sldId="559"/>
            <ac:cxnSpMk id="65" creationId="{7DE5FB1F-5438-418A-B7D8-6E85E60A68B3}"/>
          </ac:cxnSpMkLst>
        </pc:cxnChg>
        <pc:cxnChg chg="add mod">
          <ac:chgData name="Alexander Simon Thrysøe" userId="3f9b9528-1df8-4235-9262-8bdb6141b1d9" providerId="ADAL" clId="{45C9CCB0-01C4-4662-962D-7EB51A4BA1E1}" dt="2025-10-04T20:40:42.896" v="1566"/>
          <ac:cxnSpMkLst>
            <pc:docMk/>
            <pc:sldMk cId="2165886527" sldId="559"/>
            <ac:cxnSpMk id="71" creationId="{55FADA97-AF01-4BBB-A3F3-89764F623CE9}"/>
          </ac:cxnSpMkLst>
        </pc:cxnChg>
      </pc:sldChg>
      <pc:sldChg chg="addSp modSp add mod">
        <pc:chgData name="Alexander Simon Thrysøe" userId="3f9b9528-1df8-4235-9262-8bdb6141b1d9" providerId="ADAL" clId="{45C9CCB0-01C4-4662-962D-7EB51A4BA1E1}" dt="2025-10-04T20:45:23.486" v="2334"/>
        <pc:sldMkLst>
          <pc:docMk/>
          <pc:sldMk cId="470011872" sldId="560"/>
        </pc:sldMkLst>
        <pc:spChg chg="mod">
          <ac:chgData name="Alexander Simon Thrysøe" userId="3f9b9528-1df8-4235-9262-8bdb6141b1d9" providerId="ADAL" clId="{45C9CCB0-01C4-4662-962D-7EB51A4BA1E1}" dt="2025-10-04T20:40:43.678" v="1609"/>
          <ac:spMkLst>
            <pc:docMk/>
            <pc:sldMk cId="470011872" sldId="560"/>
            <ac:spMk id="2" creationId="{9C65432C-6EE4-3A48-B260-083AF2E7E36A}"/>
          </ac:spMkLst>
        </pc:spChg>
        <pc:spChg chg="mod">
          <ac:chgData name="Alexander Simon Thrysøe" userId="3f9b9528-1df8-4235-9262-8bdb6141b1d9" providerId="ADAL" clId="{45C9CCB0-01C4-4662-962D-7EB51A4BA1E1}" dt="2025-10-04T20:40:43.759" v="1610"/>
          <ac:spMkLst>
            <pc:docMk/>
            <pc:sldMk cId="470011872" sldId="560"/>
            <ac:spMk id="3" creationId="{69BB87DD-025D-AE43-4A03-910135B61E5D}"/>
          </ac:spMkLst>
        </pc:spChg>
        <pc:spChg chg="add mod">
          <ac:chgData name="Alexander Simon Thrysøe" userId="3f9b9528-1df8-4235-9262-8bdb6141b1d9" providerId="ADAL" clId="{45C9CCB0-01C4-4662-962D-7EB51A4BA1E1}" dt="2025-10-04T20:40:43.771" v="1621"/>
          <ac:spMkLst>
            <pc:docMk/>
            <pc:sldMk cId="470011872" sldId="560"/>
            <ac:spMk id="4" creationId="{1F0547A8-7F11-4F09-97A6-C0E6E75B6245}"/>
          </ac:spMkLst>
        </pc:spChg>
        <pc:spChg chg="add mod">
          <ac:chgData name="Alexander Simon Thrysøe" userId="3f9b9528-1df8-4235-9262-8bdb6141b1d9" providerId="ADAL" clId="{45C9CCB0-01C4-4662-962D-7EB51A4BA1E1}" dt="2025-10-04T20:40:43.771" v="1632"/>
          <ac:spMkLst>
            <pc:docMk/>
            <pc:sldMk cId="470011872" sldId="560"/>
            <ac:spMk id="5" creationId="{81773B42-4F83-4129-8DD0-9052215DFB1F}"/>
          </ac:spMkLst>
        </pc:spChg>
        <pc:spChg chg="add mod">
          <ac:chgData name="Alexander Simon Thrysøe" userId="3f9b9528-1df8-4235-9262-8bdb6141b1d9" providerId="ADAL" clId="{45C9CCB0-01C4-4662-962D-7EB51A4BA1E1}" dt="2025-10-04T20:40:43.771" v="1638"/>
          <ac:spMkLst>
            <pc:docMk/>
            <pc:sldMk cId="470011872" sldId="560"/>
            <ac:spMk id="6" creationId="{24449103-29CA-4445-A506-6D29392D62E8}"/>
          </ac:spMkLst>
        </pc:spChg>
        <pc:spChg chg="add mod">
          <ac:chgData name="Alexander Simon Thrysøe" userId="3f9b9528-1df8-4235-9262-8bdb6141b1d9" providerId="ADAL" clId="{45C9CCB0-01C4-4662-962D-7EB51A4BA1E1}" dt="2025-10-04T20:40:43.786" v="1644"/>
          <ac:spMkLst>
            <pc:docMk/>
            <pc:sldMk cId="470011872" sldId="560"/>
            <ac:spMk id="7" creationId="{8BDF9AC5-05BF-4D49-A51E-0B7E6C078100}"/>
          </ac:spMkLst>
        </pc:spChg>
        <pc:spChg chg="add mod">
          <ac:chgData name="Alexander Simon Thrysøe" userId="3f9b9528-1df8-4235-9262-8bdb6141b1d9" providerId="ADAL" clId="{45C9CCB0-01C4-4662-962D-7EB51A4BA1E1}" dt="2025-10-04T20:40:43.800" v="1651"/>
          <ac:spMkLst>
            <pc:docMk/>
            <pc:sldMk cId="470011872" sldId="560"/>
            <ac:spMk id="8" creationId="{3D9E065D-2EE0-4FB9-8F28-F5DD7B191FE3}"/>
          </ac:spMkLst>
        </pc:spChg>
        <pc:spChg chg="add mod">
          <ac:chgData name="Alexander Simon Thrysøe" userId="3f9b9528-1df8-4235-9262-8bdb6141b1d9" providerId="ADAL" clId="{45C9CCB0-01C4-4662-962D-7EB51A4BA1E1}" dt="2025-10-04T20:40:43.821" v="1658"/>
          <ac:spMkLst>
            <pc:docMk/>
            <pc:sldMk cId="470011872" sldId="560"/>
            <ac:spMk id="9" creationId="{A9FC60B9-16BB-4540-A67A-92802E0AE614}"/>
          </ac:spMkLst>
        </pc:spChg>
        <pc:spChg chg="add mod">
          <ac:chgData name="Alexander Simon Thrysøe" userId="3f9b9528-1df8-4235-9262-8bdb6141b1d9" providerId="ADAL" clId="{45C9CCB0-01C4-4662-962D-7EB51A4BA1E1}" dt="2025-10-04T20:40:43.856" v="1670"/>
          <ac:spMkLst>
            <pc:docMk/>
            <pc:sldMk cId="470011872" sldId="560"/>
            <ac:spMk id="11" creationId="{89287304-E4A8-46CC-B472-A0B6DBCC3BC4}"/>
          </ac:spMkLst>
        </pc:spChg>
        <pc:spChg chg="add mod">
          <ac:chgData name="Alexander Simon Thrysøe" userId="3f9b9528-1df8-4235-9262-8bdb6141b1d9" providerId="ADAL" clId="{45C9CCB0-01C4-4662-962D-7EB51A4BA1E1}" dt="2025-10-04T20:40:43.864" v="1683"/>
          <ac:spMkLst>
            <pc:docMk/>
            <pc:sldMk cId="470011872" sldId="560"/>
            <ac:spMk id="12" creationId="{C5C70062-2E00-4234-BADC-90B626317F83}"/>
          </ac:spMkLst>
        </pc:spChg>
        <pc:spChg chg="add mod">
          <ac:chgData name="Alexander Simon Thrysøe" userId="3f9b9528-1df8-4235-9262-8bdb6141b1d9" providerId="ADAL" clId="{45C9CCB0-01C4-4662-962D-7EB51A4BA1E1}" dt="2025-10-04T20:40:43.869" v="1693"/>
          <ac:spMkLst>
            <pc:docMk/>
            <pc:sldMk cId="470011872" sldId="560"/>
            <ac:spMk id="13" creationId="{5047475A-CD27-461D-87AF-536C0E37BDE1}"/>
          </ac:spMkLst>
        </pc:spChg>
        <pc:spChg chg="add mod">
          <ac:chgData name="Alexander Simon Thrysøe" userId="3f9b9528-1df8-4235-9262-8bdb6141b1d9" providerId="ADAL" clId="{45C9CCB0-01C4-4662-962D-7EB51A4BA1E1}" dt="2025-10-04T20:40:43.876" v="1706"/>
          <ac:spMkLst>
            <pc:docMk/>
            <pc:sldMk cId="470011872" sldId="560"/>
            <ac:spMk id="14" creationId="{C9AF0E29-9533-44B7-86E3-EE5DF650992E}"/>
          </ac:spMkLst>
        </pc:spChg>
        <pc:spChg chg="add mod">
          <ac:chgData name="Alexander Simon Thrysøe" userId="3f9b9528-1df8-4235-9262-8bdb6141b1d9" providerId="ADAL" clId="{45C9CCB0-01C4-4662-962D-7EB51A4BA1E1}" dt="2025-10-04T20:40:43.881" v="1716"/>
          <ac:spMkLst>
            <pc:docMk/>
            <pc:sldMk cId="470011872" sldId="560"/>
            <ac:spMk id="15" creationId="{DEF12689-DAC9-4037-90EC-5FC4714E0884}"/>
          </ac:spMkLst>
        </pc:spChg>
        <pc:spChg chg="add mod">
          <ac:chgData name="Alexander Simon Thrysøe" userId="3f9b9528-1df8-4235-9262-8bdb6141b1d9" providerId="ADAL" clId="{45C9CCB0-01C4-4662-962D-7EB51A4BA1E1}" dt="2025-10-04T20:40:43.881" v="1728"/>
          <ac:spMkLst>
            <pc:docMk/>
            <pc:sldMk cId="470011872" sldId="560"/>
            <ac:spMk id="17" creationId="{0A3816A4-5F4A-4164-B78E-519CC7A62E2A}"/>
          </ac:spMkLst>
        </pc:spChg>
        <pc:spChg chg="add mod">
          <ac:chgData name="Alexander Simon Thrysøe" userId="3f9b9528-1df8-4235-9262-8bdb6141b1d9" providerId="ADAL" clId="{45C9CCB0-01C4-4662-962D-7EB51A4BA1E1}" dt="2025-10-04T20:40:43.881" v="1741"/>
          <ac:spMkLst>
            <pc:docMk/>
            <pc:sldMk cId="470011872" sldId="560"/>
            <ac:spMk id="18" creationId="{A782883C-408A-4340-BE99-D76226A39ECD}"/>
          </ac:spMkLst>
        </pc:spChg>
        <pc:spChg chg="add mod">
          <ac:chgData name="Alexander Simon Thrysøe" userId="3f9b9528-1df8-4235-9262-8bdb6141b1d9" providerId="ADAL" clId="{45C9CCB0-01C4-4662-962D-7EB51A4BA1E1}" dt="2025-10-04T20:40:43.901" v="1751"/>
          <ac:spMkLst>
            <pc:docMk/>
            <pc:sldMk cId="470011872" sldId="560"/>
            <ac:spMk id="19" creationId="{E1C20C5E-F374-4A4E-97CF-286F01173250}"/>
          </ac:spMkLst>
        </pc:spChg>
        <pc:spChg chg="add mod">
          <ac:chgData name="Alexander Simon Thrysøe" userId="3f9b9528-1df8-4235-9262-8bdb6141b1d9" providerId="ADAL" clId="{45C9CCB0-01C4-4662-962D-7EB51A4BA1E1}" dt="2025-10-04T20:40:43.909" v="1764"/>
          <ac:spMkLst>
            <pc:docMk/>
            <pc:sldMk cId="470011872" sldId="560"/>
            <ac:spMk id="20" creationId="{530611B0-1CE9-4EAE-A991-DBBE02DD758B}"/>
          </ac:spMkLst>
        </pc:spChg>
        <pc:spChg chg="add mod">
          <ac:chgData name="Alexander Simon Thrysøe" userId="3f9b9528-1df8-4235-9262-8bdb6141b1d9" providerId="ADAL" clId="{45C9CCB0-01C4-4662-962D-7EB51A4BA1E1}" dt="2025-10-04T20:40:43.918" v="1774"/>
          <ac:spMkLst>
            <pc:docMk/>
            <pc:sldMk cId="470011872" sldId="560"/>
            <ac:spMk id="21" creationId="{9C9FE37A-CFE0-4B25-B711-49BAFF08CD24}"/>
          </ac:spMkLst>
        </pc:spChg>
        <pc:spChg chg="add mod">
          <ac:chgData name="Alexander Simon Thrysøe" userId="3f9b9528-1df8-4235-9262-8bdb6141b1d9" providerId="ADAL" clId="{45C9CCB0-01C4-4662-962D-7EB51A4BA1E1}" dt="2025-10-04T20:40:43.926" v="1786"/>
          <ac:spMkLst>
            <pc:docMk/>
            <pc:sldMk cId="470011872" sldId="560"/>
            <ac:spMk id="23" creationId="{79FF953E-87DD-43D7-B222-B5C37CD96E54}"/>
          </ac:spMkLst>
        </pc:spChg>
        <pc:spChg chg="add mod">
          <ac:chgData name="Alexander Simon Thrysøe" userId="3f9b9528-1df8-4235-9262-8bdb6141b1d9" providerId="ADAL" clId="{45C9CCB0-01C4-4662-962D-7EB51A4BA1E1}" dt="2025-10-04T20:40:43.933" v="1799"/>
          <ac:spMkLst>
            <pc:docMk/>
            <pc:sldMk cId="470011872" sldId="560"/>
            <ac:spMk id="24" creationId="{D94D8725-73E1-4D8E-AA39-24EA3F313C4D}"/>
          </ac:spMkLst>
        </pc:spChg>
        <pc:spChg chg="add mod">
          <ac:chgData name="Alexander Simon Thrysøe" userId="3f9b9528-1df8-4235-9262-8bdb6141b1d9" providerId="ADAL" clId="{45C9CCB0-01C4-4662-962D-7EB51A4BA1E1}" dt="2025-10-04T20:40:43.938" v="1809"/>
          <ac:spMkLst>
            <pc:docMk/>
            <pc:sldMk cId="470011872" sldId="560"/>
            <ac:spMk id="25" creationId="{81CEDB8B-BE45-47DC-AB47-C6C63C8BEDDB}"/>
          </ac:spMkLst>
        </pc:spChg>
        <pc:spChg chg="add mod">
          <ac:chgData name="Alexander Simon Thrysøe" userId="3f9b9528-1df8-4235-9262-8bdb6141b1d9" providerId="ADAL" clId="{45C9CCB0-01C4-4662-962D-7EB51A4BA1E1}" dt="2025-10-04T20:40:43.946" v="1822"/>
          <ac:spMkLst>
            <pc:docMk/>
            <pc:sldMk cId="470011872" sldId="560"/>
            <ac:spMk id="26" creationId="{C10D61A1-D3C3-442F-B6BE-54981B989659}"/>
          </ac:spMkLst>
        </pc:spChg>
        <pc:spChg chg="add mod">
          <ac:chgData name="Alexander Simon Thrysøe" userId="3f9b9528-1df8-4235-9262-8bdb6141b1d9" providerId="ADAL" clId="{45C9CCB0-01C4-4662-962D-7EB51A4BA1E1}" dt="2025-10-04T20:40:43.952" v="1832"/>
          <ac:spMkLst>
            <pc:docMk/>
            <pc:sldMk cId="470011872" sldId="560"/>
            <ac:spMk id="27" creationId="{778A1486-9791-49AC-AFC7-791D0FACE7C1}"/>
          </ac:spMkLst>
        </pc:spChg>
        <pc:spChg chg="add mod">
          <ac:chgData name="Alexander Simon Thrysøe" userId="3f9b9528-1df8-4235-9262-8bdb6141b1d9" providerId="ADAL" clId="{45C9CCB0-01C4-4662-962D-7EB51A4BA1E1}" dt="2025-10-04T20:40:43.960" v="1844"/>
          <ac:spMkLst>
            <pc:docMk/>
            <pc:sldMk cId="470011872" sldId="560"/>
            <ac:spMk id="29" creationId="{B298B69C-C4EB-4F1F-A045-1B979609A8A3}"/>
          </ac:spMkLst>
        </pc:spChg>
        <pc:spChg chg="add mod">
          <ac:chgData name="Alexander Simon Thrysøe" userId="3f9b9528-1df8-4235-9262-8bdb6141b1d9" providerId="ADAL" clId="{45C9CCB0-01C4-4662-962D-7EB51A4BA1E1}" dt="2025-10-04T20:40:43.967" v="1857"/>
          <ac:spMkLst>
            <pc:docMk/>
            <pc:sldMk cId="470011872" sldId="560"/>
            <ac:spMk id="30" creationId="{98650F65-59F1-4783-B4A3-8534D027F932}"/>
          </ac:spMkLst>
        </pc:spChg>
        <pc:spChg chg="add mod">
          <ac:chgData name="Alexander Simon Thrysøe" userId="3f9b9528-1df8-4235-9262-8bdb6141b1d9" providerId="ADAL" clId="{45C9CCB0-01C4-4662-962D-7EB51A4BA1E1}" dt="2025-10-04T20:40:43.974" v="1867"/>
          <ac:spMkLst>
            <pc:docMk/>
            <pc:sldMk cId="470011872" sldId="560"/>
            <ac:spMk id="31" creationId="{404DE693-E1D5-4189-B5BC-AC297EBEBEC6}"/>
          </ac:spMkLst>
        </pc:spChg>
        <pc:spChg chg="add mod">
          <ac:chgData name="Alexander Simon Thrysøe" userId="3f9b9528-1df8-4235-9262-8bdb6141b1d9" providerId="ADAL" clId="{45C9CCB0-01C4-4662-962D-7EB51A4BA1E1}" dt="2025-10-04T20:40:43.981" v="1880"/>
          <ac:spMkLst>
            <pc:docMk/>
            <pc:sldMk cId="470011872" sldId="560"/>
            <ac:spMk id="32" creationId="{6AB6B7F2-1346-4B6D-B4DB-34DF981189A0}"/>
          </ac:spMkLst>
        </pc:spChg>
        <pc:spChg chg="add mod">
          <ac:chgData name="Alexander Simon Thrysøe" userId="3f9b9528-1df8-4235-9262-8bdb6141b1d9" providerId="ADAL" clId="{45C9CCB0-01C4-4662-962D-7EB51A4BA1E1}" dt="2025-10-04T20:40:43.987" v="1890"/>
          <ac:spMkLst>
            <pc:docMk/>
            <pc:sldMk cId="470011872" sldId="560"/>
            <ac:spMk id="33" creationId="{6F879BB5-004D-4C6A-80B8-9686C87E496C}"/>
          </ac:spMkLst>
        </pc:spChg>
        <pc:spChg chg="add mod">
          <ac:chgData name="Alexander Simon Thrysøe" userId="3f9b9528-1df8-4235-9262-8bdb6141b1d9" providerId="ADAL" clId="{45C9CCB0-01C4-4662-962D-7EB51A4BA1E1}" dt="2025-10-04T20:40:43.995" v="1902"/>
          <ac:spMkLst>
            <pc:docMk/>
            <pc:sldMk cId="470011872" sldId="560"/>
            <ac:spMk id="35" creationId="{510BA625-080D-47A6-9356-B85C13DC6054}"/>
          </ac:spMkLst>
        </pc:spChg>
        <pc:spChg chg="add mod">
          <ac:chgData name="Alexander Simon Thrysøe" userId="3f9b9528-1df8-4235-9262-8bdb6141b1d9" providerId="ADAL" clId="{45C9CCB0-01C4-4662-962D-7EB51A4BA1E1}" dt="2025-10-04T20:40:44.002" v="1915"/>
          <ac:spMkLst>
            <pc:docMk/>
            <pc:sldMk cId="470011872" sldId="560"/>
            <ac:spMk id="36" creationId="{12DF7FEC-2D44-4EB1-AC59-AF884210657B}"/>
          </ac:spMkLst>
        </pc:spChg>
        <pc:spChg chg="add mod">
          <ac:chgData name="Alexander Simon Thrysøe" userId="3f9b9528-1df8-4235-9262-8bdb6141b1d9" providerId="ADAL" clId="{45C9CCB0-01C4-4662-962D-7EB51A4BA1E1}" dt="2025-10-04T20:40:44.007" v="1925"/>
          <ac:spMkLst>
            <pc:docMk/>
            <pc:sldMk cId="470011872" sldId="560"/>
            <ac:spMk id="37" creationId="{A5D27795-52E8-4B94-BDA4-6301E47CC7B9}"/>
          </ac:spMkLst>
        </pc:spChg>
        <pc:spChg chg="add mod">
          <ac:chgData name="Alexander Simon Thrysøe" userId="3f9b9528-1df8-4235-9262-8bdb6141b1d9" providerId="ADAL" clId="{45C9CCB0-01C4-4662-962D-7EB51A4BA1E1}" dt="2025-10-04T20:40:44.015" v="1938"/>
          <ac:spMkLst>
            <pc:docMk/>
            <pc:sldMk cId="470011872" sldId="560"/>
            <ac:spMk id="38" creationId="{1F5D9094-D089-49AB-8119-F9C623D98BCF}"/>
          </ac:spMkLst>
        </pc:spChg>
        <pc:spChg chg="add mod">
          <ac:chgData name="Alexander Simon Thrysøe" userId="3f9b9528-1df8-4235-9262-8bdb6141b1d9" providerId="ADAL" clId="{45C9CCB0-01C4-4662-962D-7EB51A4BA1E1}" dt="2025-10-04T20:40:44.020" v="1948"/>
          <ac:spMkLst>
            <pc:docMk/>
            <pc:sldMk cId="470011872" sldId="560"/>
            <ac:spMk id="39" creationId="{495848AB-5ED1-40D9-BB2A-FC5EEE0D2027}"/>
          </ac:spMkLst>
        </pc:spChg>
        <pc:spChg chg="add mod">
          <ac:chgData name="Alexander Simon Thrysøe" userId="3f9b9528-1df8-4235-9262-8bdb6141b1d9" providerId="ADAL" clId="{45C9CCB0-01C4-4662-962D-7EB51A4BA1E1}" dt="2025-10-04T20:40:44.035" v="1960"/>
          <ac:spMkLst>
            <pc:docMk/>
            <pc:sldMk cId="470011872" sldId="560"/>
            <ac:spMk id="41" creationId="{A9CF4790-A8A2-4D41-9C7D-15FBBA48883D}"/>
          </ac:spMkLst>
        </pc:spChg>
        <pc:spChg chg="add mod">
          <ac:chgData name="Alexander Simon Thrysøe" userId="3f9b9528-1df8-4235-9262-8bdb6141b1d9" providerId="ADAL" clId="{45C9CCB0-01C4-4662-962D-7EB51A4BA1E1}" dt="2025-10-04T20:40:44.042" v="1973"/>
          <ac:spMkLst>
            <pc:docMk/>
            <pc:sldMk cId="470011872" sldId="560"/>
            <ac:spMk id="42" creationId="{44441AB3-B99A-47B5-B017-BCFC665CB25E}"/>
          </ac:spMkLst>
        </pc:spChg>
        <pc:spChg chg="add mod">
          <ac:chgData name="Alexander Simon Thrysøe" userId="3f9b9528-1df8-4235-9262-8bdb6141b1d9" providerId="ADAL" clId="{45C9CCB0-01C4-4662-962D-7EB51A4BA1E1}" dt="2025-10-04T20:40:44.046" v="1983"/>
          <ac:spMkLst>
            <pc:docMk/>
            <pc:sldMk cId="470011872" sldId="560"/>
            <ac:spMk id="43" creationId="{C144CA34-6B70-4C76-887D-CFE34C1B11D1}"/>
          </ac:spMkLst>
        </pc:spChg>
        <pc:spChg chg="add mod">
          <ac:chgData name="Alexander Simon Thrysøe" userId="3f9b9528-1df8-4235-9262-8bdb6141b1d9" providerId="ADAL" clId="{45C9CCB0-01C4-4662-962D-7EB51A4BA1E1}" dt="2025-10-04T20:40:44.052" v="1996"/>
          <ac:spMkLst>
            <pc:docMk/>
            <pc:sldMk cId="470011872" sldId="560"/>
            <ac:spMk id="44" creationId="{2248099D-66F0-4E11-BAF1-6AFCF88621E0}"/>
          </ac:spMkLst>
        </pc:spChg>
        <pc:spChg chg="add mod">
          <ac:chgData name="Alexander Simon Thrysøe" userId="3f9b9528-1df8-4235-9262-8bdb6141b1d9" providerId="ADAL" clId="{45C9CCB0-01C4-4662-962D-7EB51A4BA1E1}" dt="2025-10-04T20:40:44.052" v="2006"/>
          <ac:spMkLst>
            <pc:docMk/>
            <pc:sldMk cId="470011872" sldId="560"/>
            <ac:spMk id="45" creationId="{B3D96377-AC30-4967-A132-F0325FCC455F}"/>
          </ac:spMkLst>
        </pc:spChg>
        <pc:spChg chg="add mod">
          <ac:chgData name="Alexander Simon Thrysøe" userId="3f9b9528-1df8-4235-9262-8bdb6141b1d9" providerId="ADAL" clId="{45C9CCB0-01C4-4662-962D-7EB51A4BA1E1}" dt="2025-10-04T20:40:44.052" v="2018"/>
          <ac:spMkLst>
            <pc:docMk/>
            <pc:sldMk cId="470011872" sldId="560"/>
            <ac:spMk id="47" creationId="{B2F3FDDF-3DE8-4FF8-9832-1D1C7C59A993}"/>
          </ac:spMkLst>
        </pc:spChg>
        <pc:spChg chg="add mod">
          <ac:chgData name="Alexander Simon Thrysøe" userId="3f9b9528-1df8-4235-9262-8bdb6141b1d9" providerId="ADAL" clId="{45C9CCB0-01C4-4662-962D-7EB51A4BA1E1}" dt="2025-10-04T20:40:44.074" v="2031"/>
          <ac:spMkLst>
            <pc:docMk/>
            <pc:sldMk cId="470011872" sldId="560"/>
            <ac:spMk id="48" creationId="{D9D4A1B1-7364-425A-943F-8D7C92197695}"/>
          </ac:spMkLst>
        </pc:spChg>
        <pc:spChg chg="add mod">
          <ac:chgData name="Alexander Simon Thrysøe" userId="3f9b9528-1df8-4235-9262-8bdb6141b1d9" providerId="ADAL" clId="{45C9CCB0-01C4-4662-962D-7EB51A4BA1E1}" dt="2025-10-04T20:40:44.081" v="2041"/>
          <ac:spMkLst>
            <pc:docMk/>
            <pc:sldMk cId="470011872" sldId="560"/>
            <ac:spMk id="49" creationId="{D94224C9-8BF9-45D4-ACE0-9118CDC71F88}"/>
          </ac:spMkLst>
        </pc:spChg>
        <pc:spChg chg="add mod">
          <ac:chgData name="Alexander Simon Thrysøe" userId="3f9b9528-1df8-4235-9262-8bdb6141b1d9" providerId="ADAL" clId="{45C9CCB0-01C4-4662-962D-7EB51A4BA1E1}" dt="2025-10-04T20:40:44.090" v="2054"/>
          <ac:spMkLst>
            <pc:docMk/>
            <pc:sldMk cId="470011872" sldId="560"/>
            <ac:spMk id="50" creationId="{880A70BF-CBA5-42E4-BCCA-8308CAF1703E}"/>
          </ac:spMkLst>
        </pc:spChg>
        <pc:spChg chg="add mod">
          <ac:chgData name="Alexander Simon Thrysøe" userId="3f9b9528-1df8-4235-9262-8bdb6141b1d9" providerId="ADAL" clId="{45C9CCB0-01C4-4662-962D-7EB51A4BA1E1}" dt="2025-10-04T20:40:44.101" v="2064"/>
          <ac:spMkLst>
            <pc:docMk/>
            <pc:sldMk cId="470011872" sldId="560"/>
            <ac:spMk id="51" creationId="{4C11BFF5-A3C6-4AD9-AEE5-6C59376BD027}"/>
          </ac:spMkLst>
        </pc:spChg>
        <pc:spChg chg="add mod">
          <ac:chgData name="Alexander Simon Thrysøe" userId="3f9b9528-1df8-4235-9262-8bdb6141b1d9" providerId="ADAL" clId="{45C9CCB0-01C4-4662-962D-7EB51A4BA1E1}" dt="2025-10-04T20:40:44.111" v="2076"/>
          <ac:spMkLst>
            <pc:docMk/>
            <pc:sldMk cId="470011872" sldId="560"/>
            <ac:spMk id="53" creationId="{CA478C42-A514-437C-9285-F49633A6A4B6}"/>
          </ac:spMkLst>
        </pc:spChg>
        <pc:spChg chg="add mod">
          <ac:chgData name="Alexander Simon Thrysøe" userId="3f9b9528-1df8-4235-9262-8bdb6141b1d9" providerId="ADAL" clId="{45C9CCB0-01C4-4662-962D-7EB51A4BA1E1}" dt="2025-10-04T20:40:44.117" v="2089"/>
          <ac:spMkLst>
            <pc:docMk/>
            <pc:sldMk cId="470011872" sldId="560"/>
            <ac:spMk id="54" creationId="{722EE09D-7F62-4AF5-B052-B79249090EEF}"/>
          </ac:spMkLst>
        </pc:spChg>
        <pc:spChg chg="add mod">
          <ac:chgData name="Alexander Simon Thrysøe" userId="3f9b9528-1df8-4235-9262-8bdb6141b1d9" providerId="ADAL" clId="{45C9CCB0-01C4-4662-962D-7EB51A4BA1E1}" dt="2025-10-04T20:40:44.117" v="2099"/>
          <ac:spMkLst>
            <pc:docMk/>
            <pc:sldMk cId="470011872" sldId="560"/>
            <ac:spMk id="55" creationId="{E9B4347C-4485-4DD4-B3F7-CADC8AB136E5}"/>
          </ac:spMkLst>
        </pc:spChg>
        <pc:spChg chg="add mod">
          <ac:chgData name="Alexander Simon Thrysøe" userId="3f9b9528-1df8-4235-9262-8bdb6141b1d9" providerId="ADAL" clId="{45C9CCB0-01C4-4662-962D-7EB51A4BA1E1}" dt="2025-10-04T20:40:44.133" v="2112"/>
          <ac:spMkLst>
            <pc:docMk/>
            <pc:sldMk cId="470011872" sldId="560"/>
            <ac:spMk id="56" creationId="{755B4A1F-7289-4904-8BCF-0D369F0E84FF}"/>
          </ac:spMkLst>
        </pc:spChg>
        <pc:spChg chg="add mod">
          <ac:chgData name="Alexander Simon Thrysøe" userId="3f9b9528-1df8-4235-9262-8bdb6141b1d9" providerId="ADAL" clId="{45C9CCB0-01C4-4662-962D-7EB51A4BA1E1}" dt="2025-10-04T20:40:44.143" v="2122"/>
          <ac:spMkLst>
            <pc:docMk/>
            <pc:sldMk cId="470011872" sldId="560"/>
            <ac:spMk id="57" creationId="{6A4360CE-496B-4847-B540-58A6C5BD2A55}"/>
          </ac:spMkLst>
        </pc:spChg>
        <pc:spChg chg="add mod">
          <ac:chgData name="Alexander Simon Thrysøe" userId="3f9b9528-1df8-4235-9262-8bdb6141b1d9" providerId="ADAL" clId="{45C9CCB0-01C4-4662-962D-7EB51A4BA1E1}" dt="2025-10-04T20:40:44.154" v="2134"/>
          <ac:spMkLst>
            <pc:docMk/>
            <pc:sldMk cId="470011872" sldId="560"/>
            <ac:spMk id="59" creationId="{B3FB954D-B91E-46DE-9B84-048A50296037}"/>
          </ac:spMkLst>
        </pc:spChg>
        <pc:spChg chg="add mod">
          <ac:chgData name="Alexander Simon Thrysøe" userId="3f9b9528-1df8-4235-9262-8bdb6141b1d9" providerId="ADAL" clId="{45C9CCB0-01C4-4662-962D-7EB51A4BA1E1}" dt="2025-10-04T20:40:44.164" v="2147"/>
          <ac:spMkLst>
            <pc:docMk/>
            <pc:sldMk cId="470011872" sldId="560"/>
            <ac:spMk id="60" creationId="{EA10454C-B311-405A-8516-7D87B8EE3A96}"/>
          </ac:spMkLst>
        </pc:spChg>
        <pc:spChg chg="add mod">
          <ac:chgData name="Alexander Simon Thrysøe" userId="3f9b9528-1df8-4235-9262-8bdb6141b1d9" providerId="ADAL" clId="{45C9CCB0-01C4-4662-962D-7EB51A4BA1E1}" dt="2025-10-04T20:40:44.166" v="2157"/>
          <ac:spMkLst>
            <pc:docMk/>
            <pc:sldMk cId="470011872" sldId="560"/>
            <ac:spMk id="61" creationId="{4F7C4435-89B2-4701-B6A8-2496553089C1}"/>
          </ac:spMkLst>
        </pc:spChg>
        <pc:spChg chg="add mod">
          <ac:chgData name="Alexander Simon Thrysøe" userId="3f9b9528-1df8-4235-9262-8bdb6141b1d9" providerId="ADAL" clId="{45C9CCB0-01C4-4662-962D-7EB51A4BA1E1}" dt="2025-10-04T20:40:44.166" v="2170"/>
          <ac:spMkLst>
            <pc:docMk/>
            <pc:sldMk cId="470011872" sldId="560"/>
            <ac:spMk id="62" creationId="{248644DF-BBAB-41EE-A934-71F6314DDF3E}"/>
          </ac:spMkLst>
        </pc:spChg>
        <pc:spChg chg="add mod">
          <ac:chgData name="Alexander Simon Thrysøe" userId="3f9b9528-1df8-4235-9262-8bdb6141b1d9" providerId="ADAL" clId="{45C9CCB0-01C4-4662-962D-7EB51A4BA1E1}" dt="2025-10-04T20:40:44.178" v="2180"/>
          <ac:spMkLst>
            <pc:docMk/>
            <pc:sldMk cId="470011872" sldId="560"/>
            <ac:spMk id="63" creationId="{DF6C8B29-FBA6-4A8C-B59E-47DBFBE8E2D7}"/>
          </ac:spMkLst>
        </pc:spChg>
        <pc:spChg chg="add mod">
          <ac:chgData name="Alexander Simon Thrysøe" userId="3f9b9528-1df8-4235-9262-8bdb6141b1d9" providerId="ADAL" clId="{45C9CCB0-01C4-4662-962D-7EB51A4BA1E1}" dt="2025-10-04T20:40:44.178" v="2192"/>
          <ac:spMkLst>
            <pc:docMk/>
            <pc:sldMk cId="470011872" sldId="560"/>
            <ac:spMk id="65" creationId="{9678AF10-F9F5-4EEF-BB4D-6FC2F57F9581}"/>
          </ac:spMkLst>
        </pc:spChg>
        <pc:spChg chg="add mod">
          <ac:chgData name="Alexander Simon Thrysøe" userId="3f9b9528-1df8-4235-9262-8bdb6141b1d9" providerId="ADAL" clId="{45C9CCB0-01C4-4662-962D-7EB51A4BA1E1}" dt="2025-10-04T20:40:44.194" v="2205"/>
          <ac:spMkLst>
            <pc:docMk/>
            <pc:sldMk cId="470011872" sldId="560"/>
            <ac:spMk id="66" creationId="{25935121-6118-4D70-B248-B2765E57F7B1}"/>
          </ac:spMkLst>
        </pc:spChg>
        <pc:spChg chg="add mod">
          <ac:chgData name="Alexander Simon Thrysøe" userId="3f9b9528-1df8-4235-9262-8bdb6141b1d9" providerId="ADAL" clId="{45C9CCB0-01C4-4662-962D-7EB51A4BA1E1}" dt="2025-10-04T20:40:44.194" v="2215"/>
          <ac:spMkLst>
            <pc:docMk/>
            <pc:sldMk cId="470011872" sldId="560"/>
            <ac:spMk id="67" creationId="{74496ED4-3440-41AC-A901-A42BFCC8A515}"/>
          </ac:spMkLst>
        </pc:spChg>
        <pc:spChg chg="add mod">
          <ac:chgData name="Alexander Simon Thrysøe" userId="3f9b9528-1df8-4235-9262-8bdb6141b1d9" providerId="ADAL" clId="{45C9CCB0-01C4-4662-962D-7EB51A4BA1E1}" dt="2025-10-04T20:40:44.209" v="2228"/>
          <ac:spMkLst>
            <pc:docMk/>
            <pc:sldMk cId="470011872" sldId="560"/>
            <ac:spMk id="68" creationId="{B5577460-EE2C-4FD9-8FC3-5756A105C5AB}"/>
          </ac:spMkLst>
        </pc:spChg>
        <pc:spChg chg="add mod">
          <ac:chgData name="Alexander Simon Thrysøe" userId="3f9b9528-1df8-4235-9262-8bdb6141b1d9" providerId="ADAL" clId="{45C9CCB0-01C4-4662-962D-7EB51A4BA1E1}" dt="2025-10-04T20:40:44.218" v="2238"/>
          <ac:spMkLst>
            <pc:docMk/>
            <pc:sldMk cId="470011872" sldId="560"/>
            <ac:spMk id="69" creationId="{31DC3958-348C-4BF6-B941-3534682C94DD}"/>
          </ac:spMkLst>
        </pc:spChg>
        <pc:spChg chg="add mod">
          <ac:chgData name="Alexander Simon Thrysøe" userId="3f9b9528-1df8-4235-9262-8bdb6141b1d9" providerId="ADAL" clId="{45C9CCB0-01C4-4662-962D-7EB51A4BA1E1}" dt="2025-10-04T20:40:44.228" v="2250"/>
          <ac:spMkLst>
            <pc:docMk/>
            <pc:sldMk cId="470011872" sldId="560"/>
            <ac:spMk id="71" creationId="{A7D5035B-CDC8-4F7B-8EE6-7FA16944B4FB}"/>
          </ac:spMkLst>
        </pc:spChg>
        <pc:spChg chg="add mod">
          <ac:chgData name="Alexander Simon Thrysøe" userId="3f9b9528-1df8-4235-9262-8bdb6141b1d9" providerId="ADAL" clId="{45C9CCB0-01C4-4662-962D-7EB51A4BA1E1}" dt="2025-10-04T20:40:44.238" v="2263"/>
          <ac:spMkLst>
            <pc:docMk/>
            <pc:sldMk cId="470011872" sldId="560"/>
            <ac:spMk id="72" creationId="{6DB0FE65-2C28-4BE6-ABC2-1D60390A0751}"/>
          </ac:spMkLst>
        </pc:spChg>
        <pc:spChg chg="add mod">
          <ac:chgData name="Alexander Simon Thrysøe" userId="3f9b9528-1df8-4235-9262-8bdb6141b1d9" providerId="ADAL" clId="{45C9CCB0-01C4-4662-962D-7EB51A4BA1E1}" dt="2025-10-04T20:40:44.244" v="2273"/>
          <ac:spMkLst>
            <pc:docMk/>
            <pc:sldMk cId="470011872" sldId="560"/>
            <ac:spMk id="73" creationId="{6DD1BF30-D3FD-426A-861C-5C3ABDD05786}"/>
          </ac:spMkLst>
        </pc:spChg>
        <pc:spChg chg="add mod">
          <ac:chgData name="Alexander Simon Thrysøe" userId="3f9b9528-1df8-4235-9262-8bdb6141b1d9" providerId="ADAL" clId="{45C9CCB0-01C4-4662-962D-7EB51A4BA1E1}" dt="2025-10-04T20:40:44.249" v="2280"/>
          <ac:spMkLst>
            <pc:docMk/>
            <pc:sldMk cId="470011872" sldId="560"/>
            <ac:spMk id="74" creationId="{7FCD2640-A86E-4CAC-BAA2-14C6FAC47210}"/>
          </ac:spMkLst>
        </pc:spChg>
        <pc:spChg chg="add mod">
          <ac:chgData name="Alexander Simon Thrysøe" userId="3f9b9528-1df8-4235-9262-8bdb6141b1d9" providerId="ADAL" clId="{45C9CCB0-01C4-4662-962D-7EB51A4BA1E1}" dt="2025-10-04T20:40:44.325" v="2295"/>
          <ac:spMkLst>
            <pc:docMk/>
            <pc:sldMk cId="470011872" sldId="560"/>
            <ac:spMk id="75" creationId="{72032BE2-A8EF-4F27-8060-34392B6CE3CC}"/>
          </ac:spMkLst>
        </pc:spChg>
        <pc:spChg chg="add mod">
          <ac:chgData name="Alexander Simon Thrysøe" userId="3f9b9528-1df8-4235-9262-8bdb6141b1d9" providerId="ADAL" clId="{45C9CCB0-01C4-4662-962D-7EB51A4BA1E1}" dt="2025-10-04T20:45:23.486" v="2334"/>
          <ac:spMkLst>
            <pc:docMk/>
            <pc:sldMk cId="470011872" sldId="560"/>
            <ac:spMk id="76" creationId="{1A7B691F-924F-706B-38A6-3F9B4C76000A}"/>
          </ac:spMkLst>
        </pc:spChg>
        <pc:cxnChg chg="add mod">
          <ac:chgData name="Alexander Simon Thrysøe" userId="3f9b9528-1df8-4235-9262-8bdb6141b1d9" providerId="ADAL" clId="{45C9CCB0-01C4-4662-962D-7EB51A4BA1E1}" dt="2025-10-04T20:40:43.847" v="1661"/>
          <ac:cxnSpMkLst>
            <pc:docMk/>
            <pc:sldMk cId="470011872" sldId="560"/>
            <ac:cxnSpMk id="10" creationId="{4FEB5F45-C196-4861-B802-A19AA382B4D8}"/>
          </ac:cxnSpMkLst>
        </pc:cxnChg>
        <pc:cxnChg chg="add mod">
          <ac:chgData name="Alexander Simon Thrysøe" userId="3f9b9528-1df8-4235-9262-8bdb6141b1d9" providerId="ADAL" clId="{45C9CCB0-01C4-4662-962D-7EB51A4BA1E1}" dt="2025-10-04T20:40:43.881" v="1719"/>
          <ac:cxnSpMkLst>
            <pc:docMk/>
            <pc:sldMk cId="470011872" sldId="560"/>
            <ac:cxnSpMk id="16" creationId="{31E4CFDB-D08C-422C-83AF-03778239A5FC}"/>
          </ac:cxnSpMkLst>
        </pc:cxnChg>
        <pc:cxnChg chg="add mod">
          <ac:chgData name="Alexander Simon Thrysøe" userId="3f9b9528-1df8-4235-9262-8bdb6141b1d9" providerId="ADAL" clId="{45C9CCB0-01C4-4662-962D-7EB51A4BA1E1}" dt="2025-10-04T20:40:43.920" v="1777"/>
          <ac:cxnSpMkLst>
            <pc:docMk/>
            <pc:sldMk cId="470011872" sldId="560"/>
            <ac:cxnSpMk id="22" creationId="{CBD5A269-E6B8-48AD-8F84-60325DE8F4FC}"/>
          </ac:cxnSpMkLst>
        </pc:cxnChg>
        <pc:cxnChg chg="add mod">
          <ac:chgData name="Alexander Simon Thrysøe" userId="3f9b9528-1df8-4235-9262-8bdb6141b1d9" providerId="ADAL" clId="{45C9CCB0-01C4-4662-962D-7EB51A4BA1E1}" dt="2025-10-04T20:40:43.953" v="1835"/>
          <ac:cxnSpMkLst>
            <pc:docMk/>
            <pc:sldMk cId="470011872" sldId="560"/>
            <ac:cxnSpMk id="28" creationId="{A4350227-4568-4B75-AE3E-4DD92997E843}"/>
          </ac:cxnSpMkLst>
        </pc:cxnChg>
        <pc:cxnChg chg="add mod">
          <ac:chgData name="Alexander Simon Thrysøe" userId="3f9b9528-1df8-4235-9262-8bdb6141b1d9" providerId="ADAL" clId="{45C9CCB0-01C4-4662-962D-7EB51A4BA1E1}" dt="2025-10-04T20:40:43.989" v="1893"/>
          <ac:cxnSpMkLst>
            <pc:docMk/>
            <pc:sldMk cId="470011872" sldId="560"/>
            <ac:cxnSpMk id="34" creationId="{DBAEBD82-C216-492B-AAA9-11EFF037D9B5}"/>
          </ac:cxnSpMkLst>
        </pc:cxnChg>
        <pc:cxnChg chg="add mod">
          <ac:chgData name="Alexander Simon Thrysøe" userId="3f9b9528-1df8-4235-9262-8bdb6141b1d9" providerId="ADAL" clId="{45C9CCB0-01C4-4662-962D-7EB51A4BA1E1}" dt="2025-10-04T20:40:44.025" v="1951"/>
          <ac:cxnSpMkLst>
            <pc:docMk/>
            <pc:sldMk cId="470011872" sldId="560"/>
            <ac:cxnSpMk id="40" creationId="{F54486EA-2ADC-4CFD-8183-F58ACDC94EF8}"/>
          </ac:cxnSpMkLst>
        </pc:cxnChg>
        <pc:cxnChg chg="add mod">
          <ac:chgData name="Alexander Simon Thrysøe" userId="3f9b9528-1df8-4235-9262-8bdb6141b1d9" providerId="ADAL" clId="{45C9CCB0-01C4-4662-962D-7EB51A4BA1E1}" dt="2025-10-04T20:40:44.052" v="2009"/>
          <ac:cxnSpMkLst>
            <pc:docMk/>
            <pc:sldMk cId="470011872" sldId="560"/>
            <ac:cxnSpMk id="46" creationId="{E2417CB8-5273-40F4-B536-0EDF437ED8D7}"/>
          </ac:cxnSpMkLst>
        </pc:cxnChg>
        <pc:cxnChg chg="add mod">
          <ac:chgData name="Alexander Simon Thrysøe" userId="3f9b9528-1df8-4235-9262-8bdb6141b1d9" providerId="ADAL" clId="{45C9CCB0-01C4-4662-962D-7EB51A4BA1E1}" dt="2025-10-04T20:40:44.103" v="2067"/>
          <ac:cxnSpMkLst>
            <pc:docMk/>
            <pc:sldMk cId="470011872" sldId="560"/>
            <ac:cxnSpMk id="52" creationId="{81706695-3440-4BCE-9483-C387854088CE}"/>
          </ac:cxnSpMkLst>
        </pc:cxnChg>
        <pc:cxnChg chg="add mod">
          <ac:chgData name="Alexander Simon Thrysøe" userId="3f9b9528-1df8-4235-9262-8bdb6141b1d9" providerId="ADAL" clId="{45C9CCB0-01C4-4662-962D-7EB51A4BA1E1}" dt="2025-10-04T20:40:44.146" v="2125"/>
          <ac:cxnSpMkLst>
            <pc:docMk/>
            <pc:sldMk cId="470011872" sldId="560"/>
            <ac:cxnSpMk id="58" creationId="{40299963-FE8A-4263-82C7-2B772DB9B9F4}"/>
          </ac:cxnSpMkLst>
        </pc:cxnChg>
        <pc:cxnChg chg="add mod">
          <ac:chgData name="Alexander Simon Thrysøe" userId="3f9b9528-1df8-4235-9262-8bdb6141b1d9" providerId="ADAL" clId="{45C9CCB0-01C4-4662-962D-7EB51A4BA1E1}" dt="2025-10-04T20:40:44.178" v="2183"/>
          <ac:cxnSpMkLst>
            <pc:docMk/>
            <pc:sldMk cId="470011872" sldId="560"/>
            <ac:cxnSpMk id="64" creationId="{64E9DB9A-57A6-4170-9302-64C05D5E086B}"/>
          </ac:cxnSpMkLst>
        </pc:cxnChg>
        <pc:cxnChg chg="add mod">
          <ac:chgData name="Alexander Simon Thrysøe" userId="3f9b9528-1df8-4235-9262-8bdb6141b1d9" providerId="ADAL" clId="{45C9CCB0-01C4-4662-962D-7EB51A4BA1E1}" dt="2025-10-04T20:40:44.220" v="2241"/>
          <ac:cxnSpMkLst>
            <pc:docMk/>
            <pc:sldMk cId="470011872" sldId="560"/>
            <ac:cxnSpMk id="70" creationId="{C9858C66-C529-4E8D-A645-70C23D3FC896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fld id="{491ECFBD-4A0D-4BCF-98A8-E205F44719BF}" type="slidenum">
              <a:rPr lang="da-DK" smtClean="0">
                <a:latin typeface="Arial" panose="020B0604020202020204" pitchFamily="34" charset="0"/>
              </a:rPr>
              <a:pPr/>
              <a:t>‹#›</a:t>
            </a:fld>
            <a:endParaRPr lang="da-DK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8099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Master </a:t>
            </a:r>
            <a:r>
              <a:rPr lang="da-DK" dirty="0" err="1"/>
              <a:t>text</a:t>
            </a:r>
            <a:r>
              <a:rPr lang="da-DK" dirty="0"/>
              <a:t> </a:t>
            </a:r>
            <a:r>
              <a:rPr lang="da-DK" dirty="0" err="1"/>
              <a:t>styles</a:t>
            </a:r>
            <a:endParaRPr lang="da-DK" dirty="0"/>
          </a:p>
          <a:p>
            <a:pPr lvl="1"/>
            <a:r>
              <a:rPr lang="da-DK" dirty="0"/>
              <a:t>Second </a:t>
            </a:r>
            <a:r>
              <a:rPr lang="da-DK" dirty="0" err="1"/>
              <a:t>level</a:t>
            </a:r>
            <a:endParaRPr lang="da-DK" dirty="0"/>
          </a:p>
          <a:p>
            <a:pPr lvl="2"/>
            <a:r>
              <a:rPr lang="da-DK" dirty="0"/>
              <a:t>Third </a:t>
            </a:r>
            <a:r>
              <a:rPr lang="da-DK" dirty="0" err="1"/>
              <a:t>level</a:t>
            </a:r>
            <a:endParaRPr lang="da-DK" dirty="0"/>
          </a:p>
          <a:p>
            <a:pPr lvl="3"/>
            <a:r>
              <a:rPr lang="da-DK" dirty="0" err="1"/>
              <a:t>Fourth</a:t>
            </a:r>
            <a:r>
              <a:rPr lang="da-DK" dirty="0"/>
              <a:t> </a:t>
            </a:r>
            <a:r>
              <a:rPr lang="da-DK" dirty="0" err="1"/>
              <a:t>level</a:t>
            </a:r>
            <a:endParaRPr lang="da-DK" dirty="0"/>
          </a:p>
          <a:p>
            <a:pPr lvl="4"/>
            <a:r>
              <a:rPr lang="da-DK" dirty="0"/>
              <a:t>Fifth </a:t>
            </a:r>
            <a:r>
              <a:rPr lang="da-DK" dirty="0" err="1"/>
              <a:t>level</a:t>
            </a:r>
            <a:endParaRPr lang="da-DK" dirty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fld id="{C734BB09-483B-4C4B-A5A4-C02A22055B01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778360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1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5969466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4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5719169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V=</a:t>
            </a:r>
            <a:r>
              <a:rPr lang="da-DK" dirty="0" err="1"/>
              <a:t>sqrt</a:t>
            </a:r>
            <a:r>
              <a:rPr lang="da-DK" dirty="0"/>
              <a:t>(GM/r)  = 7906 m/s &gt; 47 m/s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22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2073835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V=</a:t>
            </a:r>
            <a:r>
              <a:rPr lang="da-DK" dirty="0" err="1"/>
              <a:t>sqrt</a:t>
            </a:r>
            <a:r>
              <a:rPr lang="da-DK" dirty="0"/>
              <a:t>(GM/r)  = 7906 m/s &gt; 47 m/s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25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4833978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V=</a:t>
            </a:r>
            <a:r>
              <a:rPr lang="da-DK" dirty="0" err="1"/>
              <a:t>sqrt</a:t>
            </a:r>
            <a:r>
              <a:rPr lang="da-DK" dirty="0"/>
              <a:t>(GM/r)  = 7906 m/s &gt; 47 m/s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26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2763925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V=</a:t>
            </a:r>
            <a:r>
              <a:rPr lang="da-DK" dirty="0" err="1"/>
              <a:t>sqrt</a:t>
            </a:r>
            <a:r>
              <a:rPr lang="da-DK" dirty="0"/>
              <a:t>(GM/r)  = 7906 m/s &gt; 47 m/s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27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9449637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28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7341837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31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4433465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32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5187524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33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879175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rgbClr val="79238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1" name="Logo white">
            <a:extLst>
              <a:ext uri="{FF2B5EF4-FFF2-40B4-BE49-F238E27FC236}">
                <a16:creationId xmlns:a16="http://schemas.microsoft.com/office/drawing/2014/main" id="{275A6477-FE3A-4D40-B1FE-E46C11E344A5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D7FF0C31-1704-1111-6DB2-22CB7A573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02.09.2024</a:t>
            </a:r>
            <a:endParaRPr lang="en-GB" dirty="0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AFE7597D-088F-31AF-BC85-65279EA11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10060 Fysik (PG) | temperatur og varme</a:t>
            </a:r>
            <a:endParaRPr lang="da-DK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FB195C89-6116-9178-8EFE-27C188F72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227214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10060 Fysik (PG) | temperatur og varme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285F0C-D96E-1E47-B5CB-0D4402240661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da-DK"/>
              <a:t>02.09.2024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59193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8A0E3C-0CE1-4BBF-A912-5A81BF3B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FCA8860-CDAD-4F91-9292-2B11655C19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10060 Fysik (PG) | temperatur og varme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7A21B-9B48-4777-BF0D-9FB95719C2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8090D-9E9E-D19F-64E8-48E3721AB66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a-DK"/>
              <a:t>02.09.2024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7774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1117" userDrawn="1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EB1D5E1-0C4E-4A74-BE37-26307F7E2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312374" cy="9727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74800" y="1706399"/>
            <a:ext cx="4410177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78001" y="1706399"/>
            <a:ext cx="4409100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499420-B0E8-4C8A-8C00-E21262271A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10060 Fysik (PG) | temperatur og varme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EE7F0E-E606-41AC-BBBF-B5AECB1112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41092B-FA79-D49E-746F-FF6DB5D4790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a-DK"/>
              <a:t>02.09.2024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3522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8">
          <p15:clr>
            <a:srgbClr val="F26B43"/>
          </p15:clr>
        </p15:guide>
        <p15:guide id="2" pos="3896">
          <p15:clr>
            <a:srgbClr val="F26B43"/>
          </p15:clr>
        </p15:guide>
        <p15:guide id="3" pos="4205">
          <p15:clr>
            <a:srgbClr val="F26B43"/>
          </p15:clr>
        </p15:guide>
        <p15:guide id="4" pos="6984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90A2595F-A737-4D92-946C-EC0BBF885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6048672" cy="9727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726" y="1706328"/>
            <a:ext cx="6048672" cy="4545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31213" y="849734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31213" y="3563718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986237-C7E2-4498-82A4-361A340A650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10060 Fysik (PG) | temperatur og varme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4EEF-2B63-484E-803A-4FCD66F243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84AB2-789D-CA6F-1F13-DDE15E0777A5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da-DK"/>
              <a:t>02.09.2024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2670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27" userDrawn="1">
          <p15:clr>
            <a:srgbClr val="F26B43"/>
          </p15:clr>
        </p15:guide>
        <p15:guide id="2" pos="5247" userDrawn="1">
          <p15:clr>
            <a:srgbClr val="F26B43"/>
          </p15:clr>
        </p15:guide>
        <p15:guide id="3" pos="1117" userDrawn="1">
          <p15:clr>
            <a:srgbClr val="F26B43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92213382-11A1-48CE-B0A0-D8A7D268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360" y="426127"/>
            <a:ext cx="6865740" cy="9727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1360" y="1706328"/>
            <a:ext cx="6865740" cy="4545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131452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396815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26B732-1A52-4AA9-89FC-8FC5439E40D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10060 Fysik (PG) | temperatur og varme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5D0DC-E43F-43DA-AA0F-C0C54C8939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4A2F0-05CC-BD72-2EAF-26BDB05FDFF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da-DK"/>
              <a:t>02.09.2024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3562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2660" userDrawn="1">
          <p15:clr>
            <a:srgbClr val="F26B43"/>
          </p15:clr>
        </p15:guide>
        <p15:guide id="3" pos="2335" userDrawn="1">
          <p15:clr>
            <a:srgbClr val="F26B43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953C3-F3F7-4638-96F8-7CF20CB55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650" y="980727"/>
            <a:ext cx="3740400" cy="418115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add title one line</a:t>
            </a:r>
            <a:endParaRPr lang="en-GB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C0DB591-4602-46B3-B1C3-1E64148AB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4407150"/>
            <a:ext cx="3740400" cy="184442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8416079-1CFC-426F-A6ED-5AB355FC54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227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US" dirty="0"/>
              <a:t>Click to add title one line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358873C-68BF-4E89-B536-B3248F2B25F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222750" y="4406899"/>
            <a:ext cx="3740401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9A0E900-1FE2-4CC1-B435-93F3A118935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78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US" dirty="0"/>
              <a:t>Click to add title one line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E094886A-F110-4851-B1DA-8DFC40D509F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97850" y="4406899"/>
            <a:ext cx="3740400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1B02311-54A6-4455-B615-BBCA0DA742E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47650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710A5827-3485-49A0-81F0-FF89EE34B80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23149" y="1548581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E27B0558-FCB8-4A55-9BA9-182DFF0387F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198648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10060 Fysik (PG) | temperatur og varme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7FD562-C942-35C5-7D0D-385A66B6BC5A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da-DK"/>
              <a:t>02.09.2024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63740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>
          <p15:clr>
            <a:srgbClr val="F26B43"/>
          </p15:clr>
        </p15:guide>
        <p15:guide id="2" pos="7522" userDrawn="1">
          <p15:clr>
            <a:srgbClr val="F26B43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97DEAA-3B7B-49C7-8C28-3F21F36A9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F74546-9D06-4CF7-806D-E04B043BF5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10060 Fysik (PG) | temperatur og varme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53AB3-8AAF-469F-AD3F-AE5E1A39D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64AFAB-198F-4969-6DA5-846B1D959C6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a-DK"/>
              <a:t>02.09.2024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845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7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ogo og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75ABF-082F-4A38-B952-09157E37A8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10060 Fysik (PG) | temperatur og varme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39F3A-7714-4FD6-9132-D60FFA220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62CE95-4F12-D4A0-AAC9-34618B004C8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a-DK"/>
              <a:t>02.09.2024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9264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/Pause 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AF9D3C51-A276-4E1F-B6B6-FD6A4E17EE28}"/>
              </a:ext>
            </a:extLst>
          </p:cNvPr>
          <p:cNvSpPr/>
          <p:nvPr userDrawn="1"/>
        </p:nvSpPr>
        <p:spPr bwMode="auto">
          <a:xfrm>
            <a:off x="0" y="-3600"/>
            <a:ext cx="12193200" cy="6861600"/>
          </a:xfrm>
          <a:prstGeom prst="rect">
            <a:avLst/>
          </a:prstGeom>
          <a:solidFill>
            <a:srgbClr val="79238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C9776080-6230-4AB8-AB28-4D6744DD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da-DK"/>
              <a:t>02.09.2024</a:t>
            </a:r>
            <a:endParaRPr lang="en-GB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B7FFAE6-D148-4A15-9DFC-7D71B820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10060 Fysik (PG) | temperatur og varme</a:t>
            </a:r>
            <a:endParaRPr lang="en-GB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3125B57E-AFC7-4517-B327-461DB01D2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Logo color">
            <a:extLst>
              <a:ext uri="{FF2B5EF4-FFF2-40B4-BE49-F238E27FC236}">
                <a16:creationId xmlns:a16="http://schemas.microsoft.com/office/drawing/2014/main" id="{B0EE486B-843B-49D6-90AE-5093AB56E30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1786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/Paus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A3420087-96DF-432F-B192-585D42BF6A4E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3" name="Logo color">
            <a:extLst>
              <a:ext uri="{FF2B5EF4-FFF2-40B4-BE49-F238E27FC236}">
                <a16:creationId xmlns:a16="http://schemas.microsoft.com/office/drawing/2014/main" id="{09BBEE10-6A59-474F-B766-7643F97F869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79238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AF062B26-8169-4B93-8FD8-CFDB0855A9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da-DK"/>
              <a:t>02.09.2024</a:t>
            </a:r>
            <a:endParaRPr lang="en-GB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CA59923C-6F09-424E-AF1E-AC62326A9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10060 Fysik (PG) | temperatur og varme</a:t>
            </a:r>
            <a:endParaRPr lang="en-GB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4C299FA2-BF46-4410-B2CD-E3C80B7A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495865CE-5BE9-4122-8AB8-48E534DD88F7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79238E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2" name="Top bar">
            <a:extLst>
              <a:ext uri="{FF2B5EF4-FFF2-40B4-BE49-F238E27FC236}">
                <a16:creationId xmlns:a16="http://schemas.microsoft.com/office/drawing/2014/main" id="{0D436479-94F3-475C-8F8D-D3CDC81793FD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79238E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6376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vox basic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72F2E-3F20-0DC0-CFA3-D11D49B01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DD3D74-F972-E096-E828-44B6C11A3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3657D-8E22-4681-BD7E-16E8F6F56673}" type="datetimeFigureOut">
              <a:rPr lang="en-FI" smtClean="0"/>
              <a:t>10/04/2025</a:t>
            </a:fld>
            <a:endParaRPr lang="en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87A18-8950-3A86-D6FB-14BF0F08B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D9F6BC-1B26-1DC3-0C4B-4C12F07C7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D3D6-B89C-4D82-B254-B84B3D342745}" type="slidenum">
              <a:rPr lang="en-FI" smtClean="0"/>
              <a:t>‹#›</a:t>
            </a:fld>
            <a:endParaRPr lang="en-FI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CADAFE8-3608-FDE7-C3ED-12BD6811F72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091" y="1798320"/>
            <a:ext cx="10514231" cy="4429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6353944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vox double dec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37C4F-B92E-1E2D-D640-6453A375F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2EE1D6-E875-BC73-C0F1-ACBBEB438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3657D-8E22-4681-BD7E-16E8F6F56673}" type="datetimeFigureOut">
              <a:rPr lang="en-FI" smtClean="0"/>
              <a:t>10/04/2025</a:t>
            </a:fld>
            <a:endParaRPr lang="en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04571B-68EF-9D7B-0A35-F71996C84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E06B6A-CB89-EBFF-94F3-3663DAF52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D3D6-B89C-4D82-B254-B84B3D342745}" type="slidenum">
              <a:rPr lang="en-FI" smtClean="0"/>
              <a:t>‹#›</a:t>
            </a:fld>
            <a:endParaRPr lang="en-FI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6DA7FF6-8C19-BA4D-02FE-C99E3C5CBD7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091" y="1838325"/>
            <a:ext cx="5155529" cy="4398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A01FD0F-07FA-89FA-36B2-E925D11193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96793" y="1828801"/>
            <a:ext cx="5155529" cy="4398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262392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ogo color">
            <a:extLst>
              <a:ext uri="{FF2B5EF4-FFF2-40B4-BE49-F238E27FC236}">
                <a16:creationId xmlns:a16="http://schemas.microsoft.com/office/drawing/2014/main" id="{ADC92552-7939-46C1-AAFE-B97F51EBFFE9}"/>
              </a:ext>
            </a:extLst>
          </p:cNvPr>
          <p:cNvSpPr>
            <a:spLocks noChangeAspect="1"/>
          </p:cNvSpPr>
          <p:nvPr userDrawn="1">
            <p:custDataLst>
              <p:tags r:id="rId15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79238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FFFFD011-0D94-46EE-B45C-787FE82C3B5E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79238E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" name="FLD_Presentation Title"/>
          <p:cNvSpPr>
            <a:spLocks noGrp="1"/>
          </p:cNvSpPr>
          <p:nvPr>
            <p:ph type="ftr" sz="quarter" idx="3"/>
          </p:nvPr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spcBef>
                <a:spcPts val="0"/>
              </a:spcBef>
              <a:defRPr sz="7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a-DK" dirty="0"/>
              <a:t>10060 Fysik (PG) | temperatur og varme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700" b="1">
                <a:solidFill>
                  <a:schemeClr val="bg1"/>
                </a:solidFill>
                <a:latin typeface="+mj-lt"/>
              </a:defRPr>
            </a:lvl1pPr>
          </a:lstStyle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4726" y="426127"/>
            <a:ext cx="9312374" cy="97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da-DK" dirty="0"/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4726" y="1706328"/>
            <a:ext cx="9312374" cy="4545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3676" name="text" descr="{&quot;templafy&quot;:{&quot;type&quot;:&quot;text&quot;,&quot;binding&quot;:&quot;UserProfile.Offices.Workarea_{{DocumentLanguage}}&quot;}}" title="UserProfile.Offices.Workarea_{{DocumentLanguage}}"/>
          <p:cNvSpPr>
            <a:spLocks noChangeArrowheads="1"/>
          </p:cNvSpPr>
          <p:nvPr userDrawn="1"/>
        </p:nvSpPr>
        <p:spPr bwMode="auto">
          <a:xfrm>
            <a:off x="1774726" y="6541200"/>
            <a:ext cx="3397071" cy="316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/>
          <a:lstStyle/>
          <a:p>
            <a:pPr algn="l" eaLnBrk="0" hangingPunct="0">
              <a:spcBef>
                <a:spcPct val="0"/>
              </a:spcBef>
            </a:pPr>
            <a:r>
              <a:rPr lang="da-DK" sz="700" b="1" kern="12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Alexander Simon Thrysøe | Danmarks Tekniske Universitet</a:t>
            </a:r>
            <a:endParaRPr lang="da-DK" sz="7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date" descr="{&quot;templafy&quot;:{&quot;type&quot;:&quot;date&quot;,&quot;binding&quot;:&quot;Form.Date&quot;,&quot;format&quot;:&quot;{{DateFormats.GeneralDate}}&quot;}}" title="Form.Date">
            <a:extLst>
              <a:ext uri="{FF2B5EF4-FFF2-40B4-BE49-F238E27FC236}">
                <a16:creationId xmlns:a16="http://schemas.microsoft.com/office/drawing/2014/main" id="{792B975C-625D-4095-8E1D-63F20A11B57C}"/>
              </a:ext>
            </a:extLst>
          </p:cNvPr>
          <p:cNvSpPr/>
          <p:nvPr userDrawn="1"/>
        </p:nvSpPr>
        <p:spPr bwMode="auto">
          <a:xfrm>
            <a:off x="251363" y="6541200"/>
            <a:ext cx="1104013" cy="3168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7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ＭＳ Ｐゴシック" pitchFamily="-80" charset="-128"/>
            </a:endParaRPr>
          </a:p>
        </p:txBody>
      </p:sp>
      <p:sp>
        <p:nvSpPr>
          <p:cNvPr id="2" name="Top bar">
            <a:extLst>
              <a:ext uri="{FF2B5EF4-FFF2-40B4-BE49-F238E27FC236}">
                <a16:creationId xmlns:a16="http://schemas.microsoft.com/office/drawing/2014/main" id="{35912424-89BF-4A93-9096-3282916C71FE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79238E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1498C49-6F56-292E-8610-924B874793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a-DK"/>
              <a:t>02.09.2024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54702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71" r:id="rId2"/>
    <p:sldLayoutId id="2147483664" r:id="rId3"/>
    <p:sldLayoutId id="2147483677" r:id="rId4"/>
    <p:sldLayoutId id="2147483672" r:id="rId5"/>
    <p:sldLayoutId id="2147483673" r:id="rId6"/>
    <p:sldLayoutId id="2147483676" r:id="rId7"/>
    <p:sldLayoutId id="2147483666" r:id="rId8"/>
    <p:sldLayoutId id="2147483667" r:id="rId9"/>
    <p:sldLayoutId id="2147483668" r:id="rId10"/>
    <p:sldLayoutId id="2147483669" r:id="rId11"/>
    <p:sldLayoutId id="2147483678" r:id="rId12"/>
    <p:sldLayoutId id="2147483679" r:id="rId13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9pPr>
    </p:titleStyle>
    <p:bodyStyle>
      <a:lvl1pPr marL="1980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14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2pPr>
      <a:lvl3pPr marL="6156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828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4pPr>
      <a:lvl5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5pPr>
      <a:lvl6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6pPr>
      <a:lvl7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7pPr>
      <a:lvl8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8pPr>
      <a:lvl9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68" userDrawn="1">
          <p15:clr>
            <a:srgbClr val="F26B43"/>
          </p15:clr>
        </p15:guide>
        <p15:guide id="4" orient="horz" pos="881" userDrawn="1">
          <p15:clr>
            <a:srgbClr val="F26B43"/>
          </p15:clr>
        </p15:guide>
        <p15:guide id="5" orient="horz" pos="1074" userDrawn="1">
          <p15:clr>
            <a:srgbClr val="F26B43"/>
          </p15:clr>
        </p15:guide>
        <p15:guide id="6" orient="horz" pos="393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customXml" Target="../../customXml/item7.xml"/><Relationship Id="rId1" Type="http://schemas.openxmlformats.org/officeDocument/2006/relationships/customXml" Target="../../customXml/item6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9.xml"/><Relationship Id="rId1" Type="http://schemas.openxmlformats.org/officeDocument/2006/relationships/customXml" Target="../../customXml/item8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tags" Target="../tags/tag122.xml"/><Relationship Id="rId299" Type="http://schemas.openxmlformats.org/officeDocument/2006/relationships/tags" Target="../tags/tag304.xml"/><Relationship Id="rId21" Type="http://schemas.openxmlformats.org/officeDocument/2006/relationships/tags" Target="../tags/tag26.xml"/><Relationship Id="rId63" Type="http://schemas.openxmlformats.org/officeDocument/2006/relationships/tags" Target="../tags/tag68.xml"/><Relationship Id="rId159" Type="http://schemas.openxmlformats.org/officeDocument/2006/relationships/tags" Target="../tags/tag164.xml"/><Relationship Id="rId324" Type="http://schemas.openxmlformats.org/officeDocument/2006/relationships/tags" Target="../tags/tag329.xml"/><Relationship Id="rId366" Type="http://schemas.openxmlformats.org/officeDocument/2006/relationships/tags" Target="../tags/tag371.xml"/><Relationship Id="rId170" Type="http://schemas.openxmlformats.org/officeDocument/2006/relationships/tags" Target="../tags/tag175.xml"/><Relationship Id="rId226" Type="http://schemas.openxmlformats.org/officeDocument/2006/relationships/tags" Target="../tags/tag231.xml"/><Relationship Id="rId433" Type="http://schemas.openxmlformats.org/officeDocument/2006/relationships/tags" Target="../tags/tag438.xml"/><Relationship Id="rId268" Type="http://schemas.openxmlformats.org/officeDocument/2006/relationships/tags" Target="../tags/tag273.xml"/><Relationship Id="rId32" Type="http://schemas.openxmlformats.org/officeDocument/2006/relationships/tags" Target="../tags/tag37.xml"/><Relationship Id="rId74" Type="http://schemas.openxmlformats.org/officeDocument/2006/relationships/tags" Target="../tags/tag79.xml"/><Relationship Id="rId128" Type="http://schemas.openxmlformats.org/officeDocument/2006/relationships/tags" Target="../tags/tag133.xml"/><Relationship Id="rId335" Type="http://schemas.openxmlformats.org/officeDocument/2006/relationships/tags" Target="../tags/tag340.xml"/><Relationship Id="rId377" Type="http://schemas.openxmlformats.org/officeDocument/2006/relationships/tags" Target="../tags/tag382.xml"/><Relationship Id="rId5" Type="http://schemas.openxmlformats.org/officeDocument/2006/relationships/tags" Target="../tags/tag10.xml"/><Relationship Id="rId181" Type="http://schemas.openxmlformats.org/officeDocument/2006/relationships/tags" Target="../tags/tag186.xml"/><Relationship Id="rId237" Type="http://schemas.openxmlformats.org/officeDocument/2006/relationships/tags" Target="../tags/tag242.xml"/><Relationship Id="rId402" Type="http://schemas.openxmlformats.org/officeDocument/2006/relationships/tags" Target="../tags/tag407.xml"/><Relationship Id="rId279" Type="http://schemas.openxmlformats.org/officeDocument/2006/relationships/tags" Target="../tags/tag284.xml"/><Relationship Id="rId444" Type="http://schemas.openxmlformats.org/officeDocument/2006/relationships/tags" Target="../tags/tag449.xml"/><Relationship Id="rId43" Type="http://schemas.openxmlformats.org/officeDocument/2006/relationships/tags" Target="../tags/tag48.xml"/><Relationship Id="rId139" Type="http://schemas.openxmlformats.org/officeDocument/2006/relationships/tags" Target="../tags/tag144.xml"/><Relationship Id="rId290" Type="http://schemas.openxmlformats.org/officeDocument/2006/relationships/tags" Target="../tags/tag295.xml"/><Relationship Id="rId304" Type="http://schemas.openxmlformats.org/officeDocument/2006/relationships/tags" Target="../tags/tag309.xml"/><Relationship Id="rId346" Type="http://schemas.openxmlformats.org/officeDocument/2006/relationships/tags" Target="../tags/tag351.xml"/><Relationship Id="rId388" Type="http://schemas.openxmlformats.org/officeDocument/2006/relationships/tags" Target="../tags/tag393.xml"/><Relationship Id="rId85" Type="http://schemas.openxmlformats.org/officeDocument/2006/relationships/tags" Target="../tags/tag90.xml"/><Relationship Id="rId150" Type="http://schemas.openxmlformats.org/officeDocument/2006/relationships/tags" Target="../tags/tag155.xml"/><Relationship Id="rId192" Type="http://schemas.openxmlformats.org/officeDocument/2006/relationships/tags" Target="../tags/tag197.xml"/><Relationship Id="rId206" Type="http://schemas.openxmlformats.org/officeDocument/2006/relationships/tags" Target="../tags/tag211.xml"/><Relationship Id="rId413" Type="http://schemas.openxmlformats.org/officeDocument/2006/relationships/tags" Target="../tags/tag418.xml"/><Relationship Id="rId248" Type="http://schemas.openxmlformats.org/officeDocument/2006/relationships/tags" Target="../tags/tag253.xml"/><Relationship Id="rId12" Type="http://schemas.openxmlformats.org/officeDocument/2006/relationships/tags" Target="../tags/tag17.xml"/><Relationship Id="rId108" Type="http://schemas.openxmlformats.org/officeDocument/2006/relationships/tags" Target="../tags/tag113.xml"/><Relationship Id="rId315" Type="http://schemas.openxmlformats.org/officeDocument/2006/relationships/tags" Target="../tags/tag320.xml"/><Relationship Id="rId357" Type="http://schemas.openxmlformats.org/officeDocument/2006/relationships/tags" Target="../tags/tag362.xml"/><Relationship Id="rId54" Type="http://schemas.openxmlformats.org/officeDocument/2006/relationships/tags" Target="../tags/tag59.xml"/><Relationship Id="rId96" Type="http://schemas.openxmlformats.org/officeDocument/2006/relationships/tags" Target="../tags/tag101.xml"/><Relationship Id="rId161" Type="http://schemas.openxmlformats.org/officeDocument/2006/relationships/tags" Target="../tags/tag166.xml"/><Relationship Id="rId217" Type="http://schemas.openxmlformats.org/officeDocument/2006/relationships/tags" Target="../tags/tag222.xml"/><Relationship Id="rId399" Type="http://schemas.openxmlformats.org/officeDocument/2006/relationships/tags" Target="../tags/tag404.xml"/><Relationship Id="rId259" Type="http://schemas.openxmlformats.org/officeDocument/2006/relationships/tags" Target="../tags/tag264.xml"/><Relationship Id="rId424" Type="http://schemas.openxmlformats.org/officeDocument/2006/relationships/tags" Target="../tags/tag429.xml"/><Relationship Id="rId23" Type="http://schemas.openxmlformats.org/officeDocument/2006/relationships/tags" Target="../tags/tag28.xml"/><Relationship Id="rId119" Type="http://schemas.openxmlformats.org/officeDocument/2006/relationships/tags" Target="../tags/tag124.xml"/><Relationship Id="rId270" Type="http://schemas.openxmlformats.org/officeDocument/2006/relationships/tags" Target="../tags/tag275.xml"/><Relationship Id="rId326" Type="http://schemas.openxmlformats.org/officeDocument/2006/relationships/tags" Target="../tags/tag331.xml"/><Relationship Id="rId65" Type="http://schemas.openxmlformats.org/officeDocument/2006/relationships/tags" Target="../tags/tag70.xml"/><Relationship Id="rId130" Type="http://schemas.openxmlformats.org/officeDocument/2006/relationships/tags" Target="../tags/tag135.xml"/><Relationship Id="rId368" Type="http://schemas.openxmlformats.org/officeDocument/2006/relationships/tags" Target="../tags/tag373.xml"/><Relationship Id="rId172" Type="http://schemas.openxmlformats.org/officeDocument/2006/relationships/tags" Target="../tags/tag177.xml"/><Relationship Id="rId228" Type="http://schemas.openxmlformats.org/officeDocument/2006/relationships/tags" Target="../tags/tag233.xml"/><Relationship Id="rId435" Type="http://schemas.openxmlformats.org/officeDocument/2006/relationships/tags" Target="../tags/tag440.xml"/><Relationship Id="rId281" Type="http://schemas.openxmlformats.org/officeDocument/2006/relationships/tags" Target="../tags/tag286.xml"/><Relationship Id="rId337" Type="http://schemas.openxmlformats.org/officeDocument/2006/relationships/tags" Target="../tags/tag342.xml"/><Relationship Id="rId34" Type="http://schemas.openxmlformats.org/officeDocument/2006/relationships/tags" Target="../tags/tag39.xml"/><Relationship Id="rId76" Type="http://schemas.openxmlformats.org/officeDocument/2006/relationships/tags" Target="../tags/tag81.xml"/><Relationship Id="rId141" Type="http://schemas.openxmlformats.org/officeDocument/2006/relationships/tags" Target="../tags/tag146.xml"/><Relationship Id="rId379" Type="http://schemas.openxmlformats.org/officeDocument/2006/relationships/tags" Target="../tags/tag384.xml"/><Relationship Id="rId7" Type="http://schemas.openxmlformats.org/officeDocument/2006/relationships/tags" Target="../tags/tag12.xml"/><Relationship Id="rId183" Type="http://schemas.openxmlformats.org/officeDocument/2006/relationships/tags" Target="../tags/tag188.xml"/><Relationship Id="rId239" Type="http://schemas.openxmlformats.org/officeDocument/2006/relationships/tags" Target="../tags/tag244.xml"/><Relationship Id="rId390" Type="http://schemas.openxmlformats.org/officeDocument/2006/relationships/tags" Target="../tags/tag395.xml"/><Relationship Id="rId404" Type="http://schemas.openxmlformats.org/officeDocument/2006/relationships/tags" Target="../tags/tag409.xml"/><Relationship Id="rId446" Type="http://schemas.openxmlformats.org/officeDocument/2006/relationships/tags" Target="../tags/tag451.xml"/><Relationship Id="rId250" Type="http://schemas.openxmlformats.org/officeDocument/2006/relationships/tags" Target="../tags/tag255.xml"/><Relationship Id="rId292" Type="http://schemas.openxmlformats.org/officeDocument/2006/relationships/tags" Target="../tags/tag297.xml"/><Relationship Id="rId306" Type="http://schemas.openxmlformats.org/officeDocument/2006/relationships/tags" Target="../tags/tag311.xml"/><Relationship Id="rId45" Type="http://schemas.openxmlformats.org/officeDocument/2006/relationships/tags" Target="../tags/tag50.xml"/><Relationship Id="rId87" Type="http://schemas.openxmlformats.org/officeDocument/2006/relationships/tags" Target="../tags/tag92.xml"/><Relationship Id="rId110" Type="http://schemas.openxmlformats.org/officeDocument/2006/relationships/tags" Target="../tags/tag115.xml"/><Relationship Id="rId348" Type="http://schemas.openxmlformats.org/officeDocument/2006/relationships/tags" Target="../tags/tag353.xml"/><Relationship Id="rId152" Type="http://schemas.openxmlformats.org/officeDocument/2006/relationships/tags" Target="../tags/tag157.xml"/><Relationship Id="rId194" Type="http://schemas.openxmlformats.org/officeDocument/2006/relationships/tags" Target="../tags/tag199.xml"/><Relationship Id="rId208" Type="http://schemas.openxmlformats.org/officeDocument/2006/relationships/tags" Target="../tags/tag213.xml"/><Relationship Id="rId415" Type="http://schemas.openxmlformats.org/officeDocument/2006/relationships/tags" Target="../tags/tag420.xml"/><Relationship Id="rId261" Type="http://schemas.openxmlformats.org/officeDocument/2006/relationships/tags" Target="../tags/tag266.xml"/><Relationship Id="rId14" Type="http://schemas.openxmlformats.org/officeDocument/2006/relationships/tags" Target="../tags/tag19.xml"/><Relationship Id="rId56" Type="http://schemas.openxmlformats.org/officeDocument/2006/relationships/tags" Target="../tags/tag61.xml"/><Relationship Id="rId317" Type="http://schemas.openxmlformats.org/officeDocument/2006/relationships/tags" Target="../tags/tag322.xml"/><Relationship Id="rId359" Type="http://schemas.openxmlformats.org/officeDocument/2006/relationships/tags" Target="../tags/tag364.xml"/><Relationship Id="rId98" Type="http://schemas.openxmlformats.org/officeDocument/2006/relationships/tags" Target="../tags/tag103.xml"/><Relationship Id="rId121" Type="http://schemas.openxmlformats.org/officeDocument/2006/relationships/tags" Target="../tags/tag126.xml"/><Relationship Id="rId163" Type="http://schemas.openxmlformats.org/officeDocument/2006/relationships/tags" Target="../tags/tag168.xml"/><Relationship Id="rId219" Type="http://schemas.openxmlformats.org/officeDocument/2006/relationships/tags" Target="../tags/tag224.xml"/><Relationship Id="rId370" Type="http://schemas.openxmlformats.org/officeDocument/2006/relationships/tags" Target="../tags/tag375.xml"/><Relationship Id="rId426" Type="http://schemas.openxmlformats.org/officeDocument/2006/relationships/tags" Target="../tags/tag431.xml"/><Relationship Id="rId230" Type="http://schemas.openxmlformats.org/officeDocument/2006/relationships/tags" Target="../tags/tag235.xml"/><Relationship Id="rId25" Type="http://schemas.openxmlformats.org/officeDocument/2006/relationships/tags" Target="../tags/tag30.xml"/><Relationship Id="rId67" Type="http://schemas.openxmlformats.org/officeDocument/2006/relationships/tags" Target="../tags/tag72.xml"/><Relationship Id="rId272" Type="http://schemas.openxmlformats.org/officeDocument/2006/relationships/tags" Target="../tags/tag277.xml"/><Relationship Id="rId328" Type="http://schemas.openxmlformats.org/officeDocument/2006/relationships/tags" Target="../tags/tag333.xml"/><Relationship Id="rId132" Type="http://schemas.openxmlformats.org/officeDocument/2006/relationships/tags" Target="../tags/tag137.xml"/><Relationship Id="rId174" Type="http://schemas.openxmlformats.org/officeDocument/2006/relationships/tags" Target="../tags/tag179.xml"/><Relationship Id="rId381" Type="http://schemas.openxmlformats.org/officeDocument/2006/relationships/tags" Target="../tags/tag386.xml"/><Relationship Id="rId241" Type="http://schemas.openxmlformats.org/officeDocument/2006/relationships/tags" Target="../tags/tag246.xml"/><Relationship Id="rId437" Type="http://schemas.openxmlformats.org/officeDocument/2006/relationships/tags" Target="../tags/tag442.xml"/><Relationship Id="rId36" Type="http://schemas.openxmlformats.org/officeDocument/2006/relationships/tags" Target="../tags/tag41.xml"/><Relationship Id="rId283" Type="http://schemas.openxmlformats.org/officeDocument/2006/relationships/tags" Target="../tags/tag288.xml"/><Relationship Id="rId339" Type="http://schemas.openxmlformats.org/officeDocument/2006/relationships/tags" Target="../tags/tag344.xml"/><Relationship Id="rId78" Type="http://schemas.openxmlformats.org/officeDocument/2006/relationships/tags" Target="../tags/tag83.xml"/><Relationship Id="rId101" Type="http://schemas.openxmlformats.org/officeDocument/2006/relationships/tags" Target="../tags/tag106.xml"/><Relationship Id="rId143" Type="http://schemas.openxmlformats.org/officeDocument/2006/relationships/tags" Target="../tags/tag148.xml"/><Relationship Id="rId185" Type="http://schemas.openxmlformats.org/officeDocument/2006/relationships/tags" Target="../tags/tag190.xml"/><Relationship Id="rId350" Type="http://schemas.openxmlformats.org/officeDocument/2006/relationships/tags" Target="../tags/tag355.xml"/><Relationship Id="rId406" Type="http://schemas.openxmlformats.org/officeDocument/2006/relationships/tags" Target="../tags/tag411.xml"/><Relationship Id="rId9" Type="http://schemas.openxmlformats.org/officeDocument/2006/relationships/tags" Target="../tags/tag14.xml"/><Relationship Id="rId210" Type="http://schemas.openxmlformats.org/officeDocument/2006/relationships/tags" Target="../tags/tag215.xml"/><Relationship Id="rId392" Type="http://schemas.openxmlformats.org/officeDocument/2006/relationships/tags" Target="../tags/tag397.xml"/><Relationship Id="rId252" Type="http://schemas.openxmlformats.org/officeDocument/2006/relationships/tags" Target="../tags/tag257.xml"/><Relationship Id="rId294" Type="http://schemas.openxmlformats.org/officeDocument/2006/relationships/tags" Target="../tags/tag299.xml"/><Relationship Id="rId308" Type="http://schemas.openxmlformats.org/officeDocument/2006/relationships/tags" Target="../tags/tag313.xml"/><Relationship Id="rId47" Type="http://schemas.openxmlformats.org/officeDocument/2006/relationships/tags" Target="../tags/tag52.xml"/><Relationship Id="rId89" Type="http://schemas.openxmlformats.org/officeDocument/2006/relationships/tags" Target="../tags/tag94.xml"/><Relationship Id="rId112" Type="http://schemas.openxmlformats.org/officeDocument/2006/relationships/tags" Target="../tags/tag117.xml"/><Relationship Id="rId154" Type="http://schemas.openxmlformats.org/officeDocument/2006/relationships/tags" Target="../tags/tag159.xml"/><Relationship Id="rId361" Type="http://schemas.openxmlformats.org/officeDocument/2006/relationships/tags" Target="../tags/tag366.xml"/><Relationship Id="rId196" Type="http://schemas.openxmlformats.org/officeDocument/2006/relationships/tags" Target="../tags/tag201.xml"/><Relationship Id="rId417" Type="http://schemas.openxmlformats.org/officeDocument/2006/relationships/tags" Target="../tags/tag422.xml"/><Relationship Id="rId16" Type="http://schemas.openxmlformats.org/officeDocument/2006/relationships/tags" Target="../tags/tag21.xml"/><Relationship Id="rId221" Type="http://schemas.openxmlformats.org/officeDocument/2006/relationships/tags" Target="../tags/tag226.xml"/><Relationship Id="rId263" Type="http://schemas.openxmlformats.org/officeDocument/2006/relationships/tags" Target="../tags/tag268.xml"/><Relationship Id="rId319" Type="http://schemas.openxmlformats.org/officeDocument/2006/relationships/tags" Target="../tags/tag324.xml"/><Relationship Id="rId58" Type="http://schemas.openxmlformats.org/officeDocument/2006/relationships/tags" Target="../tags/tag63.xml"/><Relationship Id="rId123" Type="http://schemas.openxmlformats.org/officeDocument/2006/relationships/tags" Target="../tags/tag128.xml"/><Relationship Id="rId330" Type="http://schemas.openxmlformats.org/officeDocument/2006/relationships/tags" Target="../tags/tag335.xml"/><Relationship Id="rId165" Type="http://schemas.openxmlformats.org/officeDocument/2006/relationships/tags" Target="../tags/tag170.xml"/><Relationship Id="rId372" Type="http://schemas.openxmlformats.org/officeDocument/2006/relationships/tags" Target="../tags/tag377.xml"/><Relationship Id="rId428" Type="http://schemas.openxmlformats.org/officeDocument/2006/relationships/tags" Target="../tags/tag433.xml"/><Relationship Id="rId232" Type="http://schemas.openxmlformats.org/officeDocument/2006/relationships/tags" Target="../tags/tag237.xml"/><Relationship Id="rId274" Type="http://schemas.openxmlformats.org/officeDocument/2006/relationships/tags" Target="../tags/tag279.xml"/><Relationship Id="rId27" Type="http://schemas.openxmlformats.org/officeDocument/2006/relationships/tags" Target="../tags/tag32.xml"/><Relationship Id="rId69" Type="http://schemas.openxmlformats.org/officeDocument/2006/relationships/tags" Target="../tags/tag74.xml"/><Relationship Id="rId134" Type="http://schemas.openxmlformats.org/officeDocument/2006/relationships/tags" Target="../tags/tag139.xml"/><Relationship Id="rId80" Type="http://schemas.openxmlformats.org/officeDocument/2006/relationships/tags" Target="../tags/tag85.xml"/><Relationship Id="rId176" Type="http://schemas.openxmlformats.org/officeDocument/2006/relationships/tags" Target="../tags/tag181.xml"/><Relationship Id="rId341" Type="http://schemas.openxmlformats.org/officeDocument/2006/relationships/tags" Target="../tags/tag346.xml"/><Relationship Id="rId383" Type="http://schemas.openxmlformats.org/officeDocument/2006/relationships/tags" Target="../tags/tag388.xml"/><Relationship Id="rId439" Type="http://schemas.openxmlformats.org/officeDocument/2006/relationships/tags" Target="../tags/tag444.xml"/><Relationship Id="rId201" Type="http://schemas.openxmlformats.org/officeDocument/2006/relationships/tags" Target="../tags/tag206.xml"/><Relationship Id="rId243" Type="http://schemas.openxmlformats.org/officeDocument/2006/relationships/tags" Target="../tags/tag248.xml"/><Relationship Id="rId285" Type="http://schemas.openxmlformats.org/officeDocument/2006/relationships/tags" Target="../tags/tag290.xml"/><Relationship Id="rId38" Type="http://schemas.openxmlformats.org/officeDocument/2006/relationships/tags" Target="../tags/tag43.xml"/><Relationship Id="rId103" Type="http://schemas.openxmlformats.org/officeDocument/2006/relationships/tags" Target="../tags/tag108.xml"/><Relationship Id="rId310" Type="http://schemas.openxmlformats.org/officeDocument/2006/relationships/tags" Target="../tags/tag315.xml"/><Relationship Id="rId91" Type="http://schemas.openxmlformats.org/officeDocument/2006/relationships/tags" Target="../tags/tag96.xml"/><Relationship Id="rId145" Type="http://schemas.openxmlformats.org/officeDocument/2006/relationships/tags" Target="../tags/tag150.xml"/><Relationship Id="rId187" Type="http://schemas.openxmlformats.org/officeDocument/2006/relationships/tags" Target="../tags/tag192.xml"/><Relationship Id="rId352" Type="http://schemas.openxmlformats.org/officeDocument/2006/relationships/tags" Target="../tags/tag357.xml"/><Relationship Id="rId394" Type="http://schemas.openxmlformats.org/officeDocument/2006/relationships/tags" Target="../tags/tag399.xml"/><Relationship Id="rId408" Type="http://schemas.openxmlformats.org/officeDocument/2006/relationships/tags" Target="../tags/tag413.xml"/><Relationship Id="rId212" Type="http://schemas.openxmlformats.org/officeDocument/2006/relationships/tags" Target="../tags/tag217.xml"/><Relationship Id="rId254" Type="http://schemas.openxmlformats.org/officeDocument/2006/relationships/tags" Target="../tags/tag259.xml"/><Relationship Id="rId49" Type="http://schemas.openxmlformats.org/officeDocument/2006/relationships/tags" Target="../tags/tag54.xml"/><Relationship Id="rId114" Type="http://schemas.openxmlformats.org/officeDocument/2006/relationships/tags" Target="../tags/tag119.xml"/><Relationship Id="rId296" Type="http://schemas.openxmlformats.org/officeDocument/2006/relationships/tags" Target="../tags/tag301.xml"/><Relationship Id="rId60" Type="http://schemas.openxmlformats.org/officeDocument/2006/relationships/tags" Target="../tags/tag65.xml"/><Relationship Id="rId156" Type="http://schemas.openxmlformats.org/officeDocument/2006/relationships/tags" Target="../tags/tag161.xml"/><Relationship Id="rId198" Type="http://schemas.openxmlformats.org/officeDocument/2006/relationships/tags" Target="../tags/tag203.xml"/><Relationship Id="rId321" Type="http://schemas.openxmlformats.org/officeDocument/2006/relationships/tags" Target="../tags/tag326.xml"/><Relationship Id="rId363" Type="http://schemas.openxmlformats.org/officeDocument/2006/relationships/tags" Target="../tags/tag368.xml"/><Relationship Id="rId419" Type="http://schemas.openxmlformats.org/officeDocument/2006/relationships/tags" Target="../tags/tag424.xml"/><Relationship Id="rId223" Type="http://schemas.openxmlformats.org/officeDocument/2006/relationships/tags" Target="../tags/tag228.xml"/><Relationship Id="rId430" Type="http://schemas.openxmlformats.org/officeDocument/2006/relationships/tags" Target="../tags/tag435.xml"/><Relationship Id="rId18" Type="http://schemas.openxmlformats.org/officeDocument/2006/relationships/tags" Target="../tags/tag23.xml"/><Relationship Id="rId39" Type="http://schemas.openxmlformats.org/officeDocument/2006/relationships/tags" Target="../tags/tag44.xml"/><Relationship Id="rId265" Type="http://schemas.openxmlformats.org/officeDocument/2006/relationships/tags" Target="../tags/tag270.xml"/><Relationship Id="rId286" Type="http://schemas.openxmlformats.org/officeDocument/2006/relationships/tags" Target="../tags/tag291.xml"/><Relationship Id="rId50" Type="http://schemas.openxmlformats.org/officeDocument/2006/relationships/tags" Target="../tags/tag55.xml"/><Relationship Id="rId104" Type="http://schemas.openxmlformats.org/officeDocument/2006/relationships/tags" Target="../tags/tag109.xml"/><Relationship Id="rId125" Type="http://schemas.openxmlformats.org/officeDocument/2006/relationships/tags" Target="../tags/tag130.xml"/><Relationship Id="rId146" Type="http://schemas.openxmlformats.org/officeDocument/2006/relationships/tags" Target="../tags/tag151.xml"/><Relationship Id="rId167" Type="http://schemas.openxmlformats.org/officeDocument/2006/relationships/tags" Target="../tags/tag172.xml"/><Relationship Id="rId188" Type="http://schemas.openxmlformats.org/officeDocument/2006/relationships/tags" Target="../tags/tag193.xml"/><Relationship Id="rId311" Type="http://schemas.openxmlformats.org/officeDocument/2006/relationships/tags" Target="../tags/tag316.xml"/><Relationship Id="rId332" Type="http://schemas.openxmlformats.org/officeDocument/2006/relationships/tags" Target="../tags/tag337.xml"/><Relationship Id="rId353" Type="http://schemas.openxmlformats.org/officeDocument/2006/relationships/tags" Target="../tags/tag358.xml"/><Relationship Id="rId374" Type="http://schemas.openxmlformats.org/officeDocument/2006/relationships/tags" Target="../tags/tag379.xml"/><Relationship Id="rId395" Type="http://schemas.openxmlformats.org/officeDocument/2006/relationships/tags" Target="../tags/tag400.xml"/><Relationship Id="rId409" Type="http://schemas.openxmlformats.org/officeDocument/2006/relationships/tags" Target="../tags/tag414.xml"/><Relationship Id="rId71" Type="http://schemas.openxmlformats.org/officeDocument/2006/relationships/tags" Target="../tags/tag76.xml"/><Relationship Id="rId92" Type="http://schemas.openxmlformats.org/officeDocument/2006/relationships/tags" Target="../tags/tag97.xml"/><Relationship Id="rId213" Type="http://schemas.openxmlformats.org/officeDocument/2006/relationships/tags" Target="../tags/tag218.xml"/><Relationship Id="rId234" Type="http://schemas.openxmlformats.org/officeDocument/2006/relationships/tags" Target="../tags/tag239.xml"/><Relationship Id="rId420" Type="http://schemas.openxmlformats.org/officeDocument/2006/relationships/tags" Target="../tags/tag425.xml"/><Relationship Id="rId2" Type="http://schemas.openxmlformats.org/officeDocument/2006/relationships/tags" Target="../tags/tag7.xml"/><Relationship Id="rId29" Type="http://schemas.openxmlformats.org/officeDocument/2006/relationships/tags" Target="../tags/tag34.xml"/><Relationship Id="rId255" Type="http://schemas.openxmlformats.org/officeDocument/2006/relationships/tags" Target="../tags/tag260.xml"/><Relationship Id="rId276" Type="http://schemas.openxmlformats.org/officeDocument/2006/relationships/tags" Target="../tags/tag281.xml"/><Relationship Id="rId297" Type="http://schemas.openxmlformats.org/officeDocument/2006/relationships/tags" Target="../tags/tag302.xml"/><Relationship Id="rId441" Type="http://schemas.openxmlformats.org/officeDocument/2006/relationships/tags" Target="../tags/tag446.xml"/><Relationship Id="rId40" Type="http://schemas.openxmlformats.org/officeDocument/2006/relationships/tags" Target="../tags/tag45.xml"/><Relationship Id="rId115" Type="http://schemas.openxmlformats.org/officeDocument/2006/relationships/tags" Target="../tags/tag120.xml"/><Relationship Id="rId136" Type="http://schemas.openxmlformats.org/officeDocument/2006/relationships/tags" Target="../tags/tag141.xml"/><Relationship Id="rId157" Type="http://schemas.openxmlformats.org/officeDocument/2006/relationships/tags" Target="../tags/tag162.xml"/><Relationship Id="rId178" Type="http://schemas.openxmlformats.org/officeDocument/2006/relationships/tags" Target="../tags/tag183.xml"/><Relationship Id="rId301" Type="http://schemas.openxmlformats.org/officeDocument/2006/relationships/tags" Target="../tags/tag306.xml"/><Relationship Id="rId322" Type="http://schemas.openxmlformats.org/officeDocument/2006/relationships/tags" Target="../tags/tag327.xml"/><Relationship Id="rId343" Type="http://schemas.openxmlformats.org/officeDocument/2006/relationships/tags" Target="../tags/tag348.xml"/><Relationship Id="rId364" Type="http://schemas.openxmlformats.org/officeDocument/2006/relationships/tags" Target="../tags/tag369.xml"/><Relationship Id="rId61" Type="http://schemas.openxmlformats.org/officeDocument/2006/relationships/tags" Target="../tags/tag66.xml"/><Relationship Id="rId82" Type="http://schemas.openxmlformats.org/officeDocument/2006/relationships/tags" Target="../tags/tag87.xml"/><Relationship Id="rId199" Type="http://schemas.openxmlformats.org/officeDocument/2006/relationships/tags" Target="../tags/tag204.xml"/><Relationship Id="rId203" Type="http://schemas.openxmlformats.org/officeDocument/2006/relationships/tags" Target="../tags/tag208.xml"/><Relationship Id="rId385" Type="http://schemas.openxmlformats.org/officeDocument/2006/relationships/tags" Target="../tags/tag390.xml"/><Relationship Id="rId19" Type="http://schemas.openxmlformats.org/officeDocument/2006/relationships/tags" Target="../tags/tag24.xml"/><Relationship Id="rId224" Type="http://schemas.openxmlformats.org/officeDocument/2006/relationships/tags" Target="../tags/tag229.xml"/><Relationship Id="rId245" Type="http://schemas.openxmlformats.org/officeDocument/2006/relationships/tags" Target="../tags/tag250.xml"/><Relationship Id="rId266" Type="http://schemas.openxmlformats.org/officeDocument/2006/relationships/tags" Target="../tags/tag271.xml"/><Relationship Id="rId287" Type="http://schemas.openxmlformats.org/officeDocument/2006/relationships/tags" Target="../tags/tag292.xml"/><Relationship Id="rId410" Type="http://schemas.openxmlformats.org/officeDocument/2006/relationships/tags" Target="../tags/tag415.xml"/><Relationship Id="rId431" Type="http://schemas.openxmlformats.org/officeDocument/2006/relationships/tags" Target="../tags/tag436.xml"/><Relationship Id="rId30" Type="http://schemas.openxmlformats.org/officeDocument/2006/relationships/tags" Target="../tags/tag35.xml"/><Relationship Id="rId105" Type="http://schemas.openxmlformats.org/officeDocument/2006/relationships/tags" Target="../tags/tag110.xml"/><Relationship Id="rId126" Type="http://schemas.openxmlformats.org/officeDocument/2006/relationships/tags" Target="../tags/tag131.xml"/><Relationship Id="rId147" Type="http://schemas.openxmlformats.org/officeDocument/2006/relationships/tags" Target="../tags/tag152.xml"/><Relationship Id="rId168" Type="http://schemas.openxmlformats.org/officeDocument/2006/relationships/tags" Target="../tags/tag173.xml"/><Relationship Id="rId312" Type="http://schemas.openxmlformats.org/officeDocument/2006/relationships/tags" Target="../tags/tag317.xml"/><Relationship Id="rId333" Type="http://schemas.openxmlformats.org/officeDocument/2006/relationships/tags" Target="../tags/tag338.xml"/><Relationship Id="rId354" Type="http://schemas.openxmlformats.org/officeDocument/2006/relationships/tags" Target="../tags/tag359.xml"/><Relationship Id="rId51" Type="http://schemas.openxmlformats.org/officeDocument/2006/relationships/tags" Target="../tags/tag56.xml"/><Relationship Id="rId72" Type="http://schemas.openxmlformats.org/officeDocument/2006/relationships/tags" Target="../tags/tag77.xml"/><Relationship Id="rId93" Type="http://schemas.openxmlformats.org/officeDocument/2006/relationships/tags" Target="../tags/tag98.xml"/><Relationship Id="rId189" Type="http://schemas.openxmlformats.org/officeDocument/2006/relationships/tags" Target="../tags/tag194.xml"/><Relationship Id="rId375" Type="http://schemas.openxmlformats.org/officeDocument/2006/relationships/tags" Target="../tags/tag380.xml"/><Relationship Id="rId396" Type="http://schemas.openxmlformats.org/officeDocument/2006/relationships/tags" Target="../tags/tag401.xml"/><Relationship Id="rId3" Type="http://schemas.openxmlformats.org/officeDocument/2006/relationships/tags" Target="../tags/tag8.xml"/><Relationship Id="rId214" Type="http://schemas.openxmlformats.org/officeDocument/2006/relationships/tags" Target="../tags/tag219.xml"/><Relationship Id="rId235" Type="http://schemas.openxmlformats.org/officeDocument/2006/relationships/tags" Target="../tags/tag240.xml"/><Relationship Id="rId256" Type="http://schemas.openxmlformats.org/officeDocument/2006/relationships/tags" Target="../tags/tag261.xml"/><Relationship Id="rId277" Type="http://schemas.openxmlformats.org/officeDocument/2006/relationships/tags" Target="../tags/tag282.xml"/><Relationship Id="rId298" Type="http://schemas.openxmlformats.org/officeDocument/2006/relationships/tags" Target="../tags/tag303.xml"/><Relationship Id="rId400" Type="http://schemas.openxmlformats.org/officeDocument/2006/relationships/tags" Target="../tags/tag405.xml"/><Relationship Id="rId421" Type="http://schemas.openxmlformats.org/officeDocument/2006/relationships/tags" Target="../tags/tag426.xml"/><Relationship Id="rId442" Type="http://schemas.openxmlformats.org/officeDocument/2006/relationships/tags" Target="../tags/tag447.xml"/><Relationship Id="rId116" Type="http://schemas.openxmlformats.org/officeDocument/2006/relationships/tags" Target="../tags/tag121.xml"/><Relationship Id="rId137" Type="http://schemas.openxmlformats.org/officeDocument/2006/relationships/tags" Target="../tags/tag142.xml"/><Relationship Id="rId158" Type="http://schemas.openxmlformats.org/officeDocument/2006/relationships/tags" Target="../tags/tag163.xml"/><Relationship Id="rId302" Type="http://schemas.openxmlformats.org/officeDocument/2006/relationships/tags" Target="../tags/tag307.xml"/><Relationship Id="rId323" Type="http://schemas.openxmlformats.org/officeDocument/2006/relationships/tags" Target="../tags/tag328.xml"/><Relationship Id="rId344" Type="http://schemas.openxmlformats.org/officeDocument/2006/relationships/tags" Target="../tags/tag349.xml"/><Relationship Id="rId20" Type="http://schemas.openxmlformats.org/officeDocument/2006/relationships/tags" Target="../tags/tag25.xml"/><Relationship Id="rId41" Type="http://schemas.openxmlformats.org/officeDocument/2006/relationships/tags" Target="../tags/tag46.xml"/><Relationship Id="rId62" Type="http://schemas.openxmlformats.org/officeDocument/2006/relationships/tags" Target="../tags/tag67.xml"/><Relationship Id="rId83" Type="http://schemas.openxmlformats.org/officeDocument/2006/relationships/tags" Target="../tags/tag88.xml"/><Relationship Id="rId179" Type="http://schemas.openxmlformats.org/officeDocument/2006/relationships/tags" Target="../tags/tag184.xml"/><Relationship Id="rId365" Type="http://schemas.openxmlformats.org/officeDocument/2006/relationships/tags" Target="../tags/tag370.xml"/><Relationship Id="rId386" Type="http://schemas.openxmlformats.org/officeDocument/2006/relationships/tags" Target="../tags/tag391.xml"/><Relationship Id="rId190" Type="http://schemas.openxmlformats.org/officeDocument/2006/relationships/tags" Target="../tags/tag195.xml"/><Relationship Id="rId204" Type="http://schemas.openxmlformats.org/officeDocument/2006/relationships/tags" Target="../tags/tag209.xml"/><Relationship Id="rId225" Type="http://schemas.openxmlformats.org/officeDocument/2006/relationships/tags" Target="../tags/tag230.xml"/><Relationship Id="rId246" Type="http://schemas.openxmlformats.org/officeDocument/2006/relationships/tags" Target="../tags/tag251.xml"/><Relationship Id="rId267" Type="http://schemas.openxmlformats.org/officeDocument/2006/relationships/tags" Target="../tags/tag272.xml"/><Relationship Id="rId288" Type="http://schemas.openxmlformats.org/officeDocument/2006/relationships/tags" Target="../tags/tag293.xml"/><Relationship Id="rId411" Type="http://schemas.openxmlformats.org/officeDocument/2006/relationships/tags" Target="../tags/tag416.xml"/><Relationship Id="rId432" Type="http://schemas.openxmlformats.org/officeDocument/2006/relationships/tags" Target="../tags/tag437.xml"/><Relationship Id="rId106" Type="http://schemas.openxmlformats.org/officeDocument/2006/relationships/tags" Target="../tags/tag111.xml"/><Relationship Id="rId127" Type="http://schemas.openxmlformats.org/officeDocument/2006/relationships/tags" Target="../tags/tag132.xml"/><Relationship Id="rId313" Type="http://schemas.openxmlformats.org/officeDocument/2006/relationships/tags" Target="../tags/tag318.xml"/><Relationship Id="rId10" Type="http://schemas.openxmlformats.org/officeDocument/2006/relationships/tags" Target="../tags/tag15.xml"/><Relationship Id="rId31" Type="http://schemas.openxmlformats.org/officeDocument/2006/relationships/tags" Target="../tags/tag36.xml"/><Relationship Id="rId52" Type="http://schemas.openxmlformats.org/officeDocument/2006/relationships/tags" Target="../tags/tag57.xml"/><Relationship Id="rId73" Type="http://schemas.openxmlformats.org/officeDocument/2006/relationships/tags" Target="../tags/tag78.xml"/><Relationship Id="rId94" Type="http://schemas.openxmlformats.org/officeDocument/2006/relationships/tags" Target="../tags/tag99.xml"/><Relationship Id="rId148" Type="http://schemas.openxmlformats.org/officeDocument/2006/relationships/tags" Target="../tags/tag153.xml"/><Relationship Id="rId169" Type="http://schemas.openxmlformats.org/officeDocument/2006/relationships/tags" Target="../tags/tag174.xml"/><Relationship Id="rId334" Type="http://schemas.openxmlformats.org/officeDocument/2006/relationships/tags" Target="../tags/tag339.xml"/><Relationship Id="rId355" Type="http://schemas.openxmlformats.org/officeDocument/2006/relationships/tags" Target="../tags/tag360.xml"/><Relationship Id="rId376" Type="http://schemas.openxmlformats.org/officeDocument/2006/relationships/tags" Target="../tags/tag381.xml"/><Relationship Id="rId397" Type="http://schemas.openxmlformats.org/officeDocument/2006/relationships/tags" Target="../tags/tag402.xml"/><Relationship Id="rId4" Type="http://schemas.openxmlformats.org/officeDocument/2006/relationships/tags" Target="../tags/tag9.xml"/><Relationship Id="rId180" Type="http://schemas.openxmlformats.org/officeDocument/2006/relationships/tags" Target="../tags/tag185.xml"/><Relationship Id="rId215" Type="http://schemas.openxmlformats.org/officeDocument/2006/relationships/tags" Target="../tags/tag220.xml"/><Relationship Id="rId236" Type="http://schemas.openxmlformats.org/officeDocument/2006/relationships/tags" Target="../tags/tag241.xml"/><Relationship Id="rId257" Type="http://schemas.openxmlformats.org/officeDocument/2006/relationships/tags" Target="../tags/tag262.xml"/><Relationship Id="rId278" Type="http://schemas.openxmlformats.org/officeDocument/2006/relationships/tags" Target="../tags/tag283.xml"/><Relationship Id="rId401" Type="http://schemas.openxmlformats.org/officeDocument/2006/relationships/tags" Target="../tags/tag406.xml"/><Relationship Id="rId422" Type="http://schemas.openxmlformats.org/officeDocument/2006/relationships/tags" Target="../tags/tag427.xml"/><Relationship Id="rId443" Type="http://schemas.openxmlformats.org/officeDocument/2006/relationships/tags" Target="../tags/tag448.xml"/><Relationship Id="rId303" Type="http://schemas.openxmlformats.org/officeDocument/2006/relationships/tags" Target="../tags/tag308.xml"/><Relationship Id="rId42" Type="http://schemas.openxmlformats.org/officeDocument/2006/relationships/tags" Target="../tags/tag47.xml"/><Relationship Id="rId84" Type="http://schemas.openxmlformats.org/officeDocument/2006/relationships/tags" Target="../tags/tag89.xml"/><Relationship Id="rId138" Type="http://schemas.openxmlformats.org/officeDocument/2006/relationships/tags" Target="../tags/tag143.xml"/><Relationship Id="rId345" Type="http://schemas.openxmlformats.org/officeDocument/2006/relationships/tags" Target="../tags/tag350.xml"/><Relationship Id="rId387" Type="http://schemas.openxmlformats.org/officeDocument/2006/relationships/tags" Target="../tags/tag392.xml"/><Relationship Id="rId191" Type="http://schemas.openxmlformats.org/officeDocument/2006/relationships/tags" Target="../tags/tag196.xml"/><Relationship Id="rId205" Type="http://schemas.openxmlformats.org/officeDocument/2006/relationships/tags" Target="../tags/tag210.xml"/><Relationship Id="rId247" Type="http://schemas.openxmlformats.org/officeDocument/2006/relationships/tags" Target="../tags/tag252.xml"/><Relationship Id="rId412" Type="http://schemas.openxmlformats.org/officeDocument/2006/relationships/tags" Target="../tags/tag417.xml"/><Relationship Id="rId107" Type="http://schemas.openxmlformats.org/officeDocument/2006/relationships/tags" Target="../tags/tag112.xml"/><Relationship Id="rId289" Type="http://schemas.openxmlformats.org/officeDocument/2006/relationships/tags" Target="../tags/tag294.xml"/><Relationship Id="rId11" Type="http://schemas.openxmlformats.org/officeDocument/2006/relationships/tags" Target="../tags/tag16.xml"/><Relationship Id="rId53" Type="http://schemas.openxmlformats.org/officeDocument/2006/relationships/tags" Target="../tags/tag58.xml"/><Relationship Id="rId149" Type="http://schemas.openxmlformats.org/officeDocument/2006/relationships/tags" Target="../tags/tag154.xml"/><Relationship Id="rId314" Type="http://schemas.openxmlformats.org/officeDocument/2006/relationships/tags" Target="../tags/tag319.xml"/><Relationship Id="rId356" Type="http://schemas.openxmlformats.org/officeDocument/2006/relationships/tags" Target="../tags/tag361.xml"/><Relationship Id="rId398" Type="http://schemas.openxmlformats.org/officeDocument/2006/relationships/tags" Target="../tags/tag403.xml"/><Relationship Id="rId95" Type="http://schemas.openxmlformats.org/officeDocument/2006/relationships/tags" Target="../tags/tag100.xml"/><Relationship Id="rId160" Type="http://schemas.openxmlformats.org/officeDocument/2006/relationships/tags" Target="../tags/tag165.xml"/><Relationship Id="rId216" Type="http://schemas.openxmlformats.org/officeDocument/2006/relationships/tags" Target="../tags/tag221.xml"/><Relationship Id="rId423" Type="http://schemas.openxmlformats.org/officeDocument/2006/relationships/tags" Target="../tags/tag428.xml"/><Relationship Id="rId258" Type="http://schemas.openxmlformats.org/officeDocument/2006/relationships/tags" Target="../tags/tag263.xml"/><Relationship Id="rId22" Type="http://schemas.openxmlformats.org/officeDocument/2006/relationships/tags" Target="../tags/tag27.xml"/><Relationship Id="rId64" Type="http://schemas.openxmlformats.org/officeDocument/2006/relationships/tags" Target="../tags/tag69.xml"/><Relationship Id="rId118" Type="http://schemas.openxmlformats.org/officeDocument/2006/relationships/tags" Target="../tags/tag123.xml"/><Relationship Id="rId325" Type="http://schemas.openxmlformats.org/officeDocument/2006/relationships/tags" Target="../tags/tag330.xml"/><Relationship Id="rId367" Type="http://schemas.openxmlformats.org/officeDocument/2006/relationships/tags" Target="../tags/tag372.xml"/><Relationship Id="rId171" Type="http://schemas.openxmlformats.org/officeDocument/2006/relationships/tags" Target="../tags/tag176.xml"/><Relationship Id="rId227" Type="http://schemas.openxmlformats.org/officeDocument/2006/relationships/tags" Target="../tags/tag232.xml"/><Relationship Id="rId269" Type="http://schemas.openxmlformats.org/officeDocument/2006/relationships/tags" Target="../tags/tag274.xml"/><Relationship Id="rId434" Type="http://schemas.openxmlformats.org/officeDocument/2006/relationships/tags" Target="../tags/tag439.xml"/><Relationship Id="rId33" Type="http://schemas.openxmlformats.org/officeDocument/2006/relationships/tags" Target="../tags/tag38.xml"/><Relationship Id="rId129" Type="http://schemas.openxmlformats.org/officeDocument/2006/relationships/tags" Target="../tags/tag134.xml"/><Relationship Id="rId280" Type="http://schemas.openxmlformats.org/officeDocument/2006/relationships/tags" Target="../tags/tag285.xml"/><Relationship Id="rId336" Type="http://schemas.openxmlformats.org/officeDocument/2006/relationships/tags" Target="../tags/tag341.xml"/><Relationship Id="rId75" Type="http://schemas.openxmlformats.org/officeDocument/2006/relationships/tags" Target="../tags/tag80.xml"/><Relationship Id="rId140" Type="http://schemas.openxmlformats.org/officeDocument/2006/relationships/tags" Target="../tags/tag145.xml"/><Relationship Id="rId182" Type="http://schemas.openxmlformats.org/officeDocument/2006/relationships/tags" Target="../tags/tag187.xml"/><Relationship Id="rId378" Type="http://schemas.openxmlformats.org/officeDocument/2006/relationships/tags" Target="../tags/tag383.xml"/><Relationship Id="rId403" Type="http://schemas.openxmlformats.org/officeDocument/2006/relationships/tags" Target="../tags/tag408.xml"/><Relationship Id="rId6" Type="http://schemas.openxmlformats.org/officeDocument/2006/relationships/tags" Target="../tags/tag11.xml"/><Relationship Id="rId238" Type="http://schemas.openxmlformats.org/officeDocument/2006/relationships/tags" Target="../tags/tag243.xml"/><Relationship Id="rId445" Type="http://schemas.openxmlformats.org/officeDocument/2006/relationships/tags" Target="../tags/tag450.xml"/><Relationship Id="rId291" Type="http://schemas.openxmlformats.org/officeDocument/2006/relationships/tags" Target="../tags/tag296.xml"/><Relationship Id="rId305" Type="http://schemas.openxmlformats.org/officeDocument/2006/relationships/tags" Target="../tags/tag310.xml"/><Relationship Id="rId347" Type="http://schemas.openxmlformats.org/officeDocument/2006/relationships/tags" Target="../tags/tag352.xml"/><Relationship Id="rId44" Type="http://schemas.openxmlformats.org/officeDocument/2006/relationships/tags" Target="../tags/tag49.xml"/><Relationship Id="rId86" Type="http://schemas.openxmlformats.org/officeDocument/2006/relationships/tags" Target="../tags/tag91.xml"/><Relationship Id="rId151" Type="http://schemas.openxmlformats.org/officeDocument/2006/relationships/tags" Target="../tags/tag156.xml"/><Relationship Id="rId389" Type="http://schemas.openxmlformats.org/officeDocument/2006/relationships/tags" Target="../tags/tag394.xml"/><Relationship Id="rId193" Type="http://schemas.openxmlformats.org/officeDocument/2006/relationships/tags" Target="../tags/tag198.xml"/><Relationship Id="rId207" Type="http://schemas.openxmlformats.org/officeDocument/2006/relationships/tags" Target="../tags/tag212.xml"/><Relationship Id="rId249" Type="http://schemas.openxmlformats.org/officeDocument/2006/relationships/tags" Target="../tags/tag254.xml"/><Relationship Id="rId414" Type="http://schemas.openxmlformats.org/officeDocument/2006/relationships/tags" Target="../tags/tag419.xml"/><Relationship Id="rId13" Type="http://schemas.openxmlformats.org/officeDocument/2006/relationships/tags" Target="../tags/tag18.xml"/><Relationship Id="rId109" Type="http://schemas.openxmlformats.org/officeDocument/2006/relationships/tags" Target="../tags/tag114.xml"/><Relationship Id="rId260" Type="http://schemas.openxmlformats.org/officeDocument/2006/relationships/tags" Target="../tags/tag265.xml"/><Relationship Id="rId316" Type="http://schemas.openxmlformats.org/officeDocument/2006/relationships/tags" Target="../tags/tag321.xml"/><Relationship Id="rId55" Type="http://schemas.openxmlformats.org/officeDocument/2006/relationships/tags" Target="../tags/tag60.xml"/><Relationship Id="rId97" Type="http://schemas.openxmlformats.org/officeDocument/2006/relationships/tags" Target="../tags/tag102.xml"/><Relationship Id="rId120" Type="http://schemas.openxmlformats.org/officeDocument/2006/relationships/tags" Target="../tags/tag125.xml"/><Relationship Id="rId358" Type="http://schemas.openxmlformats.org/officeDocument/2006/relationships/tags" Target="../tags/tag363.xml"/><Relationship Id="rId162" Type="http://schemas.openxmlformats.org/officeDocument/2006/relationships/tags" Target="../tags/tag167.xml"/><Relationship Id="rId218" Type="http://schemas.openxmlformats.org/officeDocument/2006/relationships/tags" Target="../tags/tag223.xml"/><Relationship Id="rId425" Type="http://schemas.openxmlformats.org/officeDocument/2006/relationships/tags" Target="../tags/tag430.xml"/><Relationship Id="rId271" Type="http://schemas.openxmlformats.org/officeDocument/2006/relationships/tags" Target="../tags/tag276.xml"/><Relationship Id="rId24" Type="http://schemas.openxmlformats.org/officeDocument/2006/relationships/tags" Target="../tags/tag29.xml"/><Relationship Id="rId66" Type="http://schemas.openxmlformats.org/officeDocument/2006/relationships/tags" Target="../tags/tag71.xml"/><Relationship Id="rId131" Type="http://schemas.openxmlformats.org/officeDocument/2006/relationships/tags" Target="../tags/tag136.xml"/><Relationship Id="rId327" Type="http://schemas.openxmlformats.org/officeDocument/2006/relationships/tags" Target="../tags/tag332.xml"/><Relationship Id="rId369" Type="http://schemas.openxmlformats.org/officeDocument/2006/relationships/tags" Target="../tags/tag374.xml"/><Relationship Id="rId173" Type="http://schemas.openxmlformats.org/officeDocument/2006/relationships/tags" Target="../tags/tag178.xml"/><Relationship Id="rId229" Type="http://schemas.openxmlformats.org/officeDocument/2006/relationships/tags" Target="../tags/tag234.xml"/><Relationship Id="rId380" Type="http://schemas.openxmlformats.org/officeDocument/2006/relationships/tags" Target="../tags/tag385.xml"/><Relationship Id="rId436" Type="http://schemas.openxmlformats.org/officeDocument/2006/relationships/tags" Target="../tags/tag441.xml"/><Relationship Id="rId240" Type="http://schemas.openxmlformats.org/officeDocument/2006/relationships/tags" Target="../tags/tag245.xml"/><Relationship Id="rId35" Type="http://schemas.openxmlformats.org/officeDocument/2006/relationships/tags" Target="../tags/tag40.xml"/><Relationship Id="rId77" Type="http://schemas.openxmlformats.org/officeDocument/2006/relationships/tags" Target="../tags/tag82.xml"/><Relationship Id="rId100" Type="http://schemas.openxmlformats.org/officeDocument/2006/relationships/tags" Target="../tags/tag105.xml"/><Relationship Id="rId282" Type="http://schemas.openxmlformats.org/officeDocument/2006/relationships/tags" Target="../tags/tag287.xml"/><Relationship Id="rId338" Type="http://schemas.openxmlformats.org/officeDocument/2006/relationships/tags" Target="../tags/tag343.xml"/><Relationship Id="rId8" Type="http://schemas.openxmlformats.org/officeDocument/2006/relationships/tags" Target="../tags/tag13.xml"/><Relationship Id="rId142" Type="http://schemas.openxmlformats.org/officeDocument/2006/relationships/tags" Target="../tags/tag147.xml"/><Relationship Id="rId184" Type="http://schemas.openxmlformats.org/officeDocument/2006/relationships/tags" Target="../tags/tag189.xml"/><Relationship Id="rId391" Type="http://schemas.openxmlformats.org/officeDocument/2006/relationships/tags" Target="../tags/tag396.xml"/><Relationship Id="rId405" Type="http://schemas.openxmlformats.org/officeDocument/2006/relationships/tags" Target="../tags/tag410.xml"/><Relationship Id="rId447" Type="http://schemas.openxmlformats.org/officeDocument/2006/relationships/slideLayout" Target="../slideLayouts/slideLayout12.xml"/><Relationship Id="rId251" Type="http://schemas.openxmlformats.org/officeDocument/2006/relationships/tags" Target="../tags/tag256.xml"/><Relationship Id="rId46" Type="http://schemas.openxmlformats.org/officeDocument/2006/relationships/tags" Target="../tags/tag51.xml"/><Relationship Id="rId293" Type="http://schemas.openxmlformats.org/officeDocument/2006/relationships/tags" Target="../tags/tag298.xml"/><Relationship Id="rId307" Type="http://schemas.openxmlformats.org/officeDocument/2006/relationships/tags" Target="../tags/tag312.xml"/><Relationship Id="rId349" Type="http://schemas.openxmlformats.org/officeDocument/2006/relationships/tags" Target="../tags/tag354.xml"/><Relationship Id="rId88" Type="http://schemas.openxmlformats.org/officeDocument/2006/relationships/tags" Target="../tags/tag93.xml"/><Relationship Id="rId111" Type="http://schemas.openxmlformats.org/officeDocument/2006/relationships/tags" Target="../tags/tag116.xml"/><Relationship Id="rId153" Type="http://schemas.openxmlformats.org/officeDocument/2006/relationships/tags" Target="../tags/tag158.xml"/><Relationship Id="rId195" Type="http://schemas.openxmlformats.org/officeDocument/2006/relationships/tags" Target="../tags/tag200.xml"/><Relationship Id="rId209" Type="http://schemas.openxmlformats.org/officeDocument/2006/relationships/tags" Target="../tags/tag214.xml"/><Relationship Id="rId360" Type="http://schemas.openxmlformats.org/officeDocument/2006/relationships/tags" Target="../tags/tag365.xml"/><Relationship Id="rId416" Type="http://schemas.openxmlformats.org/officeDocument/2006/relationships/tags" Target="../tags/tag421.xml"/><Relationship Id="rId220" Type="http://schemas.openxmlformats.org/officeDocument/2006/relationships/tags" Target="../tags/tag225.xml"/><Relationship Id="rId15" Type="http://schemas.openxmlformats.org/officeDocument/2006/relationships/tags" Target="../tags/tag20.xml"/><Relationship Id="rId57" Type="http://schemas.openxmlformats.org/officeDocument/2006/relationships/tags" Target="../tags/tag62.xml"/><Relationship Id="rId262" Type="http://schemas.openxmlformats.org/officeDocument/2006/relationships/tags" Target="../tags/tag267.xml"/><Relationship Id="rId318" Type="http://schemas.openxmlformats.org/officeDocument/2006/relationships/tags" Target="../tags/tag323.xml"/><Relationship Id="rId99" Type="http://schemas.openxmlformats.org/officeDocument/2006/relationships/tags" Target="../tags/tag104.xml"/><Relationship Id="rId122" Type="http://schemas.openxmlformats.org/officeDocument/2006/relationships/tags" Target="../tags/tag127.xml"/><Relationship Id="rId164" Type="http://schemas.openxmlformats.org/officeDocument/2006/relationships/tags" Target="../tags/tag169.xml"/><Relationship Id="rId371" Type="http://schemas.openxmlformats.org/officeDocument/2006/relationships/tags" Target="../tags/tag376.xml"/><Relationship Id="rId427" Type="http://schemas.openxmlformats.org/officeDocument/2006/relationships/tags" Target="../tags/tag432.xml"/><Relationship Id="rId26" Type="http://schemas.openxmlformats.org/officeDocument/2006/relationships/tags" Target="../tags/tag31.xml"/><Relationship Id="rId231" Type="http://schemas.openxmlformats.org/officeDocument/2006/relationships/tags" Target="../tags/tag236.xml"/><Relationship Id="rId273" Type="http://schemas.openxmlformats.org/officeDocument/2006/relationships/tags" Target="../tags/tag278.xml"/><Relationship Id="rId329" Type="http://schemas.openxmlformats.org/officeDocument/2006/relationships/tags" Target="../tags/tag334.xml"/><Relationship Id="rId68" Type="http://schemas.openxmlformats.org/officeDocument/2006/relationships/tags" Target="../tags/tag73.xml"/><Relationship Id="rId133" Type="http://schemas.openxmlformats.org/officeDocument/2006/relationships/tags" Target="../tags/tag138.xml"/><Relationship Id="rId175" Type="http://schemas.openxmlformats.org/officeDocument/2006/relationships/tags" Target="../tags/tag180.xml"/><Relationship Id="rId340" Type="http://schemas.openxmlformats.org/officeDocument/2006/relationships/tags" Target="../tags/tag345.xml"/><Relationship Id="rId200" Type="http://schemas.openxmlformats.org/officeDocument/2006/relationships/tags" Target="../tags/tag205.xml"/><Relationship Id="rId382" Type="http://schemas.openxmlformats.org/officeDocument/2006/relationships/tags" Target="../tags/tag387.xml"/><Relationship Id="rId438" Type="http://schemas.openxmlformats.org/officeDocument/2006/relationships/tags" Target="../tags/tag443.xml"/><Relationship Id="rId242" Type="http://schemas.openxmlformats.org/officeDocument/2006/relationships/tags" Target="../tags/tag247.xml"/><Relationship Id="rId284" Type="http://schemas.openxmlformats.org/officeDocument/2006/relationships/tags" Target="../tags/tag289.xml"/><Relationship Id="rId37" Type="http://schemas.openxmlformats.org/officeDocument/2006/relationships/tags" Target="../tags/tag42.xml"/><Relationship Id="rId79" Type="http://schemas.openxmlformats.org/officeDocument/2006/relationships/tags" Target="../tags/tag84.xml"/><Relationship Id="rId102" Type="http://schemas.openxmlformats.org/officeDocument/2006/relationships/tags" Target="../tags/tag107.xml"/><Relationship Id="rId144" Type="http://schemas.openxmlformats.org/officeDocument/2006/relationships/tags" Target="../tags/tag149.xml"/><Relationship Id="rId90" Type="http://schemas.openxmlformats.org/officeDocument/2006/relationships/tags" Target="../tags/tag95.xml"/><Relationship Id="rId186" Type="http://schemas.openxmlformats.org/officeDocument/2006/relationships/tags" Target="../tags/tag191.xml"/><Relationship Id="rId351" Type="http://schemas.openxmlformats.org/officeDocument/2006/relationships/tags" Target="../tags/tag356.xml"/><Relationship Id="rId393" Type="http://schemas.openxmlformats.org/officeDocument/2006/relationships/tags" Target="../tags/tag398.xml"/><Relationship Id="rId407" Type="http://schemas.openxmlformats.org/officeDocument/2006/relationships/tags" Target="../tags/tag412.xml"/><Relationship Id="rId211" Type="http://schemas.openxmlformats.org/officeDocument/2006/relationships/tags" Target="../tags/tag216.xml"/><Relationship Id="rId253" Type="http://schemas.openxmlformats.org/officeDocument/2006/relationships/tags" Target="../tags/tag258.xml"/><Relationship Id="rId295" Type="http://schemas.openxmlformats.org/officeDocument/2006/relationships/tags" Target="../tags/tag300.xml"/><Relationship Id="rId309" Type="http://schemas.openxmlformats.org/officeDocument/2006/relationships/tags" Target="../tags/tag314.xml"/><Relationship Id="rId48" Type="http://schemas.openxmlformats.org/officeDocument/2006/relationships/tags" Target="../tags/tag53.xml"/><Relationship Id="rId113" Type="http://schemas.openxmlformats.org/officeDocument/2006/relationships/tags" Target="../tags/tag118.xml"/><Relationship Id="rId320" Type="http://schemas.openxmlformats.org/officeDocument/2006/relationships/tags" Target="../tags/tag325.xml"/><Relationship Id="rId155" Type="http://schemas.openxmlformats.org/officeDocument/2006/relationships/tags" Target="../tags/tag160.xml"/><Relationship Id="rId197" Type="http://schemas.openxmlformats.org/officeDocument/2006/relationships/tags" Target="../tags/tag202.xml"/><Relationship Id="rId362" Type="http://schemas.openxmlformats.org/officeDocument/2006/relationships/tags" Target="../tags/tag367.xml"/><Relationship Id="rId418" Type="http://schemas.openxmlformats.org/officeDocument/2006/relationships/tags" Target="../tags/tag423.xml"/><Relationship Id="rId222" Type="http://schemas.openxmlformats.org/officeDocument/2006/relationships/tags" Target="../tags/tag227.xml"/><Relationship Id="rId264" Type="http://schemas.openxmlformats.org/officeDocument/2006/relationships/tags" Target="../tags/tag269.xml"/><Relationship Id="rId17" Type="http://schemas.openxmlformats.org/officeDocument/2006/relationships/tags" Target="../tags/tag22.xml"/><Relationship Id="rId59" Type="http://schemas.openxmlformats.org/officeDocument/2006/relationships/tags" Target="../tags/tag64.xml"/><Relationship Id="rId124" Type="http://schemas.openxmlformats.org/officeDocument/2006/relationships/tags" Target="../tags/tag129.xml"/><Relationship Id="rId70" Type="http://schemas.openxmlformats.org/officeDocument/2006/relationships/tags" Target="../tags/tag75.xml"/><Relationship Id="rId166" Type="http://schemas.openxmlformats.org/officeDocument/2006/relationships/tags" Target="../tags/tag171.xml"/><Relationship Id="rId331" Type="http://schemas.openxmlformats.org/officeDocument/2006/relationships/tags" Target="../tags/tag336.xml"/><Relationship Id="rId373" Type="http://schemas.openxmlformats.org/officeDocument/2006/relationships/tags" Target="../tags/tag378.xml"/><Relationship Id="rId429" Type="http://schemas.openxmlformats.org/officeDocument/2006/relationships/tags" Target="../tags/tag434.xml"/><Relationship Id="rId1" Type="http://schemas.openxmlformats.org/officeDocument/2006/relationships/tags" Target="../tags/tag6.xml"/><Relationship Id="rId233" Type="http://schemas.openxmlformats.org/officeDocument/2006/relationships/tags" Target="../tags/tag238.xml"/><Relationship Id="rId440" Type="http://schemas.openxmlformats.org/officeDocument/2006/relationships/tags" Target="../tags/tag445.xml"/><Relationship Id="rId28" Type="http://schemas.openxmlformats.org/officeDocument/2006/relationships/tags" Target="../tags/tag33.xml"/><Relationship Id="rId275" Type="http://schemas.openxmlformats.org/officeDocument/2006/relationships/tags" Target="../tags/tag280.xml"/><Relationship Id="rId300" Type="http://schemas.openxmlformats.org/officeDocument/2006/relationships/tags" Target="../tags/tag305.xml"/><Relationship Id="rId81" Type="http://schemas.openxmlformats.org/officeDocument/2006/relationships/tags" Target="../tags/tag86.xml"/><Relationship Id="rId135" Type="http://schemas.openxmlformats.org/officeDocument/2006/relationships/tags" Target="../tags/tag140.xml"/><Relationship Id="rId177" Type="http://schemas.openxmlformats.org/officeDocument/2006/relationships/tags" Target="../tags/tag182.xml"/><Relationship Id="rId342" Type="http://schemas.openxmlformats.org/officeDocument/2006/relationships/tags" Target="../tags/tag347.xml"/><Relationship Id="rId384" Type="http://schemas.openxmlformats.org/officeDocument/2006/relationships/tags" Target="../tags/tag389.xml"/><Relationship Id="rId202" Type="http://schemas.openxmlformats.org/officeDocument/2006/relationships/tags" Target="../tags/tag207.xml"/><Relationship Id="rId244" Type="http://schemas.openxmlformats.org/officeDocument/2006/relationships/tags" Target="../tags/tag24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11.xml"/><Relationship Id="rId1" Type="http://schemas.openxmlformats.org/officeDocument/2006/relationships/customXml" Target="../../customXml/item10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tags" Target="../tags/tag568.xml"/><Relationship Id="rId299" Type="http://schemas.openxmlformats.org/officeDocument/2006/relationships/tags" Target="../tags/tag750.xml"/><Relationship Id="rId21" Type="http://schemas.openxmlformats.org/officeDocument/2006/relationships/tags" Target="../tags/tag472.xml"/><Relationship Id="rId63" Type="http://schemas.openxmlformats.org/officeDocument/2006/relationships/tags" Target="../tags/tag514.xml"/><Relationship Id="rId159" Type="http://schemas.openxmlformats.org/officeDocument/2006/relationships/tags" Target="../tags/tag610.xml"/><Relationship Id="rId324" Type="http://schemas.openxmlformats.org/officeDocument/2006/relationships/tags" Target="../tags/tag775.xml"/><Relationship Id="rId366" Type="http://schemas.openxmlformats.org/officeDocument/2006/relationships/tags" Target="../tags/tag817.xml"/><Relationship Id="rId170" Type="http://schemas.openxmlformats.org/officeDocument/2006/relationships/tags" Target="../tags/tag621.xml"/><Relationship Id="rId226" Type="http://schemas.openxmlformats.org/officeDocument/2006/relationships/tags" Target="../tags/tag677.xml"/><Relationship Id="rId433" Type="http://schemas.openxmlformats.org/officeDocument/2006/relationships/tags" Target="../tags/tag884.xml"/><Relationship Id="rId268" Type="http://schemas.openxmlformats.org/officeDocument/2006/relationships/tags" Target="../tags/tag719.xml"/><Relationship Id="rId32" Type="http://schemas.openxmlformats.org/officeDocument/2006/relationships/tags" Target="../tags/tag483.xml"/><Relationship Id="rId74" Type="http://schemas.openxmlformats.org/officeDocument/2006/relationships/tags" Target="../tags/tag525.xml"/><Relationship Id="rId128" Type="http://schemas.openxmlformats.org/officeDocument/2006/relationships/tags" Target="../tags/tag579.xml"/><Relationship Id="rId335" Type="http://schemas.openxmlformats.org/officeDocument/2006/relationships/tags" Target="../tags/tag786.xml"/><Relationship Id="rId377" Type="http://schemas.openxmlformats.org/officeDocument/2006/relationships/tags" Target="../tags/tag828.xml"/><Relationship Id="rId5" Type="http://schemas.openxmlformats.org/officeDocument/2006/relationships/tags" Target="../tags/tag456.xml"/><Relationship Id="rId181" Type="http://schemas.openxmlformats.org/officeDocument/2006/relationships/tags" Target="../tags/tag632.xml"/><Relationship Id="rId237" Type="http://schemas.openxmlformats.org/officeDocument/2006/relationships/tags" Target="../tags/tag688.xml"/><Relationship Id="rId402" Type="http://schemas.openxmlformats.org/officeDocument/2006/relationships/tags" Target="../tags/tag853.xml"/><Relationship Id="rId279" Type="http://schemas.openxmlformats.org/officeDocument/2006/relationships/tags" Target="../tags/tag730.xml"/><Relationship Id="rId444" Type="http://schemas.openxmlformats.org/officeDocument/2006/relationships/tags" Target="../tags/tag895.xml"/><Relationship Id="rId43" Type="http://schemas.openxmlformats.org/officeDocument/2006/relationships/tags" Target="../tags/tag494.xml"/><Relationship Id="rId139" Type="http://schemas.openxmlformats.org/officeDocument/2006/relationships/tags" Target="../tags/tag590.xml"/><Relationship Id="rId290" Type="http://schemas.openxmlformats.org/officeDocument/2006/relationships/tags" Target="../tags/tag741.xml"/><Relationship Id="rId304" Type="http://schemas.openxmlformats.org/officeDocument/2006/relationships/tags" Target="../tags/tag755.xml"/><Relationship Id="rId346" Type="http://schemas.openxmlformats.org/officeDocument/2006/relationships/tags" Target="../tags/tag797.xml"/><Relationship Id="rId388" Type="http://schemas.openxmlformats.org/officeDocument/2006/relationships/tags" Target="../tags/tag839.xml"/><Relationship Id="rId85" Type="http://schemas.openxmlformats.org/officeDocument/2006/relationships/tags" Target="../tags/tag536.xml"/><Relationship Id="rId150" Type="http://schemas.openxmlformats.org/officeDocument/2006/relationships/tags" Target="../tags/tag601.xml"/><Relationship Id="rId192" Type="http://schemas.openxmlformats.org/officeDocument/2006/relationships/tags" Target="../tags/tag643.xml"/><Relationship Id="rId206" Type="http://schemas.openxmlformats.org/officeDocument/2006/relationships/tags" Target="../tags/tag657.xml"/><Relationship Id="rId413" Type="http://schemas.openxmlformats.org/officeDocument/2006/relationships/tags" Target="../tags/tag864.xml"/><Relationship Id="rId248" Type="http://schemas.openxmlformats.org/officeDocument/2006/relationships/tags" Target="../tags/tag699.xml"/><Relationship Id="rId455" Type="http://schemas.openxmlformats.org/officeDocument/2006/relationships/tags" Target="../tags/tag906.xml"/><Relationship Id="rId12" Type="http://schemas.openxmlformats.org/officeDocument/2006/relationships/tags" Target="../tags/tag463.xml"/><Relationship Id="rId108" Type="http://schemas.openxmlformats.org/officeDocument/2006/relationships/tags" Target="../tags/tag559.xml"/><Relationship Id="rId315" Type="http://schemas.openxmlformats.org/officeDocument/2006/relationships/tags" Target="../tags/tag766.xml"/><Relationship Id="rId357" Type="http://schemas.openxmlformats.org/officeDocument/2006/relationships/tags" Target="../tags/tag808.xml"/><Relationship Id="rId54" Type="http://schemas.openxmlformats.org/officeDocument/2006/relationships/tags" Target="../tags/tag505.xml"/><Relationship Id="rId96" Type="http://schemas.openxmlformats.org/officeDocument/2006/relationships/tags" Target="../tags/tag547.xml"/><Relationship Id="rId161" Type="http://schemas.openxmlformats.org/officeDocument/2006/relationships/tags" Target="../tags/tag612.xml"/><Relationship Id="rId217" Type="http://schemas.openxmlformats.org/officeDocument/2006/relationships/tags" Target="../tags/tag668.xml"/><Relationship Id="rId399" Type="http://schemas.openxmlformats.org/officeDocument/2006/relationships/tags" Target="../tags/tag850.xml"/><Relationship Id="rId259" Type="http://schemas.openxmlformats.org/officeDocument/2006/relationships/tags" Target="../tags/tag710.xml"/><Relationship Id="rId424" Type="http://schemas.openxmlformats.org/officeDocument/2006/relationships/tags" Target="../tags/tag875.xml"/><Relationship Id="rId466" Type="http://schemas.openxmlformats.org/officeDocument/2006/relationships/tags" Target="../tags/tag917.xml"/><Relationship Id="rId23" Type="http://schemas.openxmlformats.org/officeDocument/2006/relationships/tags" Target="../tags/tag474.xml"/><Relationship Id="rId119" Type="http://schemas.openxmlformats.org/officeDocument/2006/relationships/tags" Target="../tags/tag570.xml"/><Relationship Id="rId270" Type="http://schemas.openxmlformats.org/officeDocument/2006/relationships/tags" Target="../tags/tag721.xml"/><Relationship Id="rId326" Type="http://schemas.openxmlformats.org/officeDocument/2006/relationships/tags" Target="../tags/tag777.xml"/><Relationship Id="rId65" Type="http://schemas.openxmlformats.org/officeDocument/2006/relationships/tags" Target="../tags/tag516.xml"/><Relationship Id="rId130" Type="http://schemas.openxmlformats.org/officeDocument/2006/relationships/tags" Target="../tags/tag581.xml"/><Relationship Id="rId368" Type="http://schemas.openxmlformats.org/officeDocument/2006/relationships/tags" Target="../tags/tag819.xml"/><Relationship Id="rId172" Type="http://schemas.openxmlformats.org/officeDocument/2006/relationships/tags" Target="../tags/tag623.xml"/><Relationship Id="rId228" Type="http://schemas.openxmlformats.org/officeDocument/2006/relationships/tags" Target="../tags/tag679.xml"/><Relationship Id="rId435" Type="http://schemas.openxmlformats.org/officeDocument/2006/relationships/tags" Target="../tags/tag886.xml"/><Relationship Id="rId281" Type="http://schemas.openxmlformats.org/officeDocument/2006/relationships/tags" Target="../tags/tag732.xml"/><Relationship Id="rId337" Type="http://schemas.openxmlformats.org/officeDocument/2006/relationships/tags" Target="../tags/tag788.xml"/><Relationship Id="rId34" Type="http://schemas.openxmlformats.org/officeDocument/2006/relationships/tags" Target="../tags/tag485.xml"/><Relationship Id="rId76" Type="http://schemas.openxmlformats.org/officeDocument/2006/relationships/tags" Target="../tags/tag527.xml"/><Relationship Id="rId141" Type="http://schemas.openxmlformats.org/officeDocument/2006/relationships/tags" Target="../tags/tag592.xml"/><Relationship Id="rId379" Type="http://schemas.openxmlformats.org/officeDocument/2006/relationships/tags" Target="../tags/tag830.xml"/><Relationship Id="rId7" Type="http://schemas.openxmlformats.org/officeDocument/2006/relationships/tags" Target="../tags/tag458.xml"/><Relationship Id="rId183" Type="http://schemas.openxmlformats.org/officeDocument/2006/relationships/tags" Target="../tags/tag634.xml"/><Relationship Id="rId239" Type="http://schemas.openxmlformats.org/officeDocument/2006/relationships/tags" Target="../tags/tag690.xml"/><Relationship Id="rId390" Type="http://schemas.openxmlformats.org/officeDocument/2006/relationships/tags" Target="../tags/tag841.xml"/><Relationship Id="rId404" Type="http://schemas.openxmlformats.org/officeDocument/2006/relationships/tags" Target="../tags/tag855.xml"/><Relationship Id="rId446" Type="http://schemas.openxmlformats.org/officeDocument/2006/relationships/tags" Target="../tags/tag897.xml"/><Relationship Id="rId250" Type="http://schemas.openxmlformats.org/officeDocument/2006/relationships/tags" Target="../tags/tag701.xml"/><Relationship Id="rId292" Type="http://schemas.openxmlformats.org/officeDocument/2006/relationships/tags" Target="../tags/tag743.xml"/><Relationship Id="rId306" Type="http://schemas.openxmlformats.org/officeDocument/2006/relationships/tags" Target="../tags/tag757.xml"/><Relationship Id="rId45" Type="http://schemas.openxmlformats.org/officeDocument/2006/relationships/tags" Target="../tags/tag496.xml"/><Relationship Id="rId87" Type="http://schemas.openxmlformats.org/officeDocument/2006/relationships/tags" Target="../tags/tag538.xml"/><Relationship Id="rId110" Type="http://schemas.openxmlformats.org/officeDocument/2006/relationships/tags" Target="../tags/tag561.xml"/><Relationship Id="rId348" Type="http://schemas.openxmlformats.org/officeDocument/2006/relationships/tags" Target="../tags/tag799.xml"/><Relationship Id="rId152" Type="http://schemas.openxmlformats.org/officeDocument/2006/relationships/tags" Target="../tags/tag603.xml"/><Relationship Id="rId194" Type="http://schemas.openxmlformats.org/officeDocument/2006/relationships/tags" Target="../tags/tag645.xml"/><Relationship Id="rId208" Type="http://schemas.openxmlformats.org/officeDocument/2006/relationships/tags" Target="../tags/tag659.xml"/><Relationship Id="rId415" Type="http://schemas.openxmlformats.org/officeDocument/2006/relationships/tags" Target="../tags/tag866.xml"/><Relationship Id="rId457" Type="http://schemas.openxmlformats.org/officeDocument/2006/relationships/tags" Target="../tags/tag908.xml"/><Relationship Id="rId261" Type="http://schemas.openxmlformats.org/officeDocument/2006/relationships/tags" Target="../tags/tag712.xml"/><Relationship Id="rId14" Type="http://schemas.openxmlformats.org/officeDocument/2006/relationships/tags" Target="../tags/tag465.xml"/><Relationship Id="rId56" Type="http://schemas.openxmlformats.org/officeDocument/2006/relationships/tags" Target="../tags/tag507.xml"/><Relationship Id="rId317" Type="http://schemas.openxmlformats.org/officeDocument/2006/relationships/tags" Target="../tags/tag768.xml"/><Relationship Id="rId359" Type="http://schemas.openxmlformats.org/officeDocument/2006/relationships/tags" Target="../tags/tag810.xml"/><Relationship Id="rId98" Type="http://schemas.openxmlformats.org/officeDocument/2006/relationships/tags" Target="../tags/tag549.xml"/><Relationship Id="rId121" Type="http://schemas.openxmlformats.org/officeDocument/2006/relationships/tags" Target="../tags/tag572.xml"/><Relationship Id="rId163" Type="http://schemas.openxmlformats.org/officeDocument/2006/relationships/tags" Target="../tags/tag614.xml"/><Relationship Id="rId219" Type="http://schemas.openxmlformats.org/officeDocument/2006/relationships/tags" Target="../tags/tag670.xml"/><Relationship Id="rId370" Type="http://schemas.openxmlformats.org/officeDocument/2006/relationships/tags" Target="../tags/tag821.xml"/><Relationship Id="rId426" Type="http://schemas.openxmlformats.org/officeDocument/2006/relationships/tags" Target="../tags/tag877.xml"/><Relationship Id="rId230" Type="http://schemas.openxmlformats.org/officeDocument/2006/relationships/tags" Target="../tags/tag681.xml"/><Relationship Id="rId468" Type="http://schemas.openxmlformats.org/officeDocument/2006/relationships/tags" Target="../tags/tag919.xml"/><Relationship Id="rId25" Type="http://schemas.openxmlformats.org/officeDocument/2006/relationships/tags" Target="../tags/tag476.xml"/><Relationship Id="rId67" Type="http://schemas.openxmlformats.org/officeDocument/2006/relationships/tags" Target="../tags/tag518.xml"/><Relationship Id="rId272" Type="http://schemas.openxmlformats.org/officeDocument/2006/relationships/tags" Target="../tags/tag723.xml"/><Relationship Id="rId328" Type="http://schemas.openxmlformats.org/officeDocument/2006/relationships/tags" Target="../tags/tag779.xml"/><Relationship Id="rId132" Type="http://schemas.openxmlformats.org/officeDocument/2006/relationships/tags" Target="../tags/tag583.xml"/><Relationship Id="rId174" Type="http://schemas.openxmlformats.org/officeDocument/2006/relationships/tags" Target="../tags/tag625.xml"/><Relationship Id="rId381" Type="http://schemas.openxmlformats.org/officeDocument/2006/relationships/tags" Target="../tags/tag832.xml"/><Relationship Id="rId241" Type="http://schemas.openxmlformats.org/officeDocument/2006/relationships/tags" Target="../tags/tag692.xml"/><Relationship Id="rId437" Type="http://schemas.openxmlformats.org/officeDocument/2006/relationships/tags" Target="../tags/tag888.xml"/><Relationship Id="rId36" Type="http://schemas.openxmlformats.org/officeDocument/2006/relationships/tags" Target="../tags/tag487.xml"/><Relationship Id="rId283" Type="http://schemas.openxmlformats.org/officeDocument/2006/relationships/tags" Target="../tags/tag734.xml"/><Relationship Id="rId339" Type="http://schemas.openxmlformats.org/officeDocument/2006/relationships/tags" Target="../tags/tag790.xml"/><Relationship Id="rId78" Type="http://schemas.openxmlformats.org/officeDocument/2006/relationships/tags" Target="../tags/tag529.xml"/><Relationship Id="rId101" Type="http://schemas.openxmlformats.org/officeDocument/2006/relationships/tags" Target="../tags/tag552.xml"/><Relationship Id="rId143" Type="http://schemas.openxmlformats.org/officeDocument/2006/relationships/tags" Target="../tags/tag594.xml"/><Relationship Id="rId185" Type="http://schemas.openxmlformats.org/officeDocument/2006/relationships/tags" Target="../tags/tag636.xml"/><Relationship Id="rId350" Type="http://schemas.openxmlformats.org/officeDocument/2006/relationships/tags" Target="../tags/tag801.xml"/><Relationship Id="rId406" Type="http://schemas.openxmlformats.org/officeDocument/2006/relationships/tags" Target="../tags/tag857.xml"/><Relationship Id="rId9" Type="http://schemas.openxmlformats.org/officeDocument/2006/relationships/tags" Target="../tags/tag460.xml"/><Relationship Id="rId210" Type="http://schemas.openxmlformats.org/officeDocument/2006/relationships/tags" Target="../tags/tag661.xml"/><Relationship Id="rId392" Type="http://schemas.openxmlformats.org/officeDocument/2006/relationships/tags" Target="../tags/tag843.xml"/><Relationship Id="rId448" Type="http://schemas.openxmlformats.org/officeDocument/2006/relationships/tags" Target="../tags/tag899.xml"/><Relationship Id="rId252" Type="http://schemas.openxmlformats.org/officeDocument/2006/relationships/tags" Target="../tags/tag703.xml"/><Relationship Id="rId294" Type="http://schemas.openxmlformats.org/officeDocument/2006/relationships/tags" Target="../tags/tag745.xml"/><Relationship Id="rId308" Type="http://schemas.openxmlformats.org/officeDocument/2006/relationships/tags" Target="../tags/tag759.xml"/><Relationship Id="rId47" Type="http://schemas.openxmlformats.org/officeDocument/2006/relationships/tags" Target="../tags/tag498.xml"/><Relationship Id="rId89" Type="http://schemas.openxmlformats.org/officeDocument/2006/relationships/tags" Target="../tags/tag540.xml"/><Relationship Id="rId112" Type="http://schemas.openxmlformats.org/officeDocument/2006/relationships/tags" Target="../tags/tag563.xml"/><Relationship Id="rId154" Type="http://schemas.openxmlformats.org/officeDocument/2006/relationships/tags" Target="../tags/tag605.xml"/><Relationship Id="rId361" Type="http://schemas.openxmlformats.org/officeDocument/2006/relationships/tags" Target="../tags/tag812.xml"/><Relationship Id="rId196" Type="http://schemas.openxmlformats.org/officeDocument/2006/relationships/tags" Target="../tags/tag647.xml"/><Relationship Id="rId417" Type="http://schemas.openxmlformats.org/officeDocument/2006/relationships/tags" Target="../tags/tag868.xml"/><Relationship Id="rId459" Type="http://schemas.openxmlformats.org/officeDocument/2006/relationships/tags" Target="../tags/tag910.xml"/><Relationship Id="rId16" Type="http://schemas.openxmlformats.org/officeDocument/2006/relationships/tags" Target="../tags/tag467.xml"/><Relationship Id="rId221" Type="http://schemas.openxmlformats.org/officeDocument/2006/relationships/tags" Target="../tags/tag672.xml"/><Relationship Id="rId263" Type="http://schemas.openxmlformats.org/officeDocument/2006/relationships/tags" Target="../tags/tag714.xml"/><Relationship Id="rId319" Type="http://schemas.openxmlformats.org/officeDocument/2006/relationships/tags" Target="../tags/tag770.xml"/><Relationship Id="rId470" Type="http://schemas.openxmlformats.org/officeDocument/2006/relationships/slideLayout" Target="../slideLayouts/slideLayout13.xml"/><Relationship Id="rId58" Type="http://schemas.openxmlformats.org/officeDocument/2006/relationships/tags" Target="../tags/tag509.xml"/><Relationship Id="rId123" Type="http://schemas.openxmlformats.org/officeDocument/2006/relationships/tags" Target="../tags/tag574.xml"/><Relationship Id="rId330" Type="http://schemas.openxmlformats.org/officeDocument/2006/relationships/tags" Target="../tags/tag781.xml"/><Relationship Id="rId165" Type="http://schemas.openxmlformats.org/officeDocument/2006/relationships/tags" Target="../tags/tag616.xml"/><Relationship Id="rId372" Type="http://schemas.openxmlformats.org/officeDocument/2006/relationships/tags" Target="../tags/tag823.xml"/><Relationship Id="rId428" Type="http://schemas.openxmlformats.org/officeDocument/2006/relationships/tags" Target="../tags/tag879.xml"/><Relationship Id="rId232" Type="http://schemas.openxmlformats.org/officeDocument/2006/relationships/tags" Target="../tags/tag683.xml"/><Relationship Id="rId274" Type="http://schemas.openxmlformats.org/officeDocument/2006/relationships/tags" Target="../tags/tag725.xml"/><Relationship Id="rId27" Type="http://schemas.openxmlformats.org/officeDocument/2006/relationships/tags" Target="../tags/tag478.xml"/><Relationship Id="rId69" Type="http://schemas.openxmlformats.org/officeDocument/2006/relationships/tags" Target="../tags/tag520.xml"/><Relationship Id="rId134" Type="http://schemas.openxmlformats.org/officeDocument/2006/relationships/tags" Target="../tags/tag585.xml"/><Relationship Id="rId80" Type="http://schemas.openxmlformats.org/officeDocument/2006/relationships/tags" Target="../tags/tag531.xml"/><Relationship Id="rId176" Type="http://schemas.openxmlformats.org/officeDocument/2006/relationships/tags" Target="../tags/tag627.xml"/><Relationship Id="rId341" Type="http://schemas.openxmlformats.org/officeDocument/2006/relationships/tags" Target="../tags/tag792.xml"/><Relationship Id="rId383" Type="http://schemas.openxmlformats.org/officeDocument/2006/relationships/tags" Target="../tags/tag834.xml"/><Relationship Id="rId439" Type="http://schemas.openxmlformats.org/officeDocument/2006/relationships/tags" Target="../tags/tag890.xml"/><Relationship Id="rId201" Type="http://schemas.openxmlformats.org/officeDocument/2006/relationships/tags" Target="../tags/tag652.xml"/><Relationship Id="rId243" Type="http://schemas.openxmlformats.org/officeDocument/2006/relationships/tags" Target="../tags/tag694.xml"/><Relationship Id="rId285" Type="http://schemas.openxmlformats.org/officeDocument/2006/relationships/tags" Target="../tags/tag736.xml"/><Relationship Id="rId450" Type="http://schemas.openxmlformats.org/officeDocument/2006/relationships/tags" Target="../tags/tag901.xml"/><Relationship Id="rId38" Type="http://schemas.openxmlformats.org/officeDocument/2006/relationships/tags" Target="../tags/tag489.xml"/><Relationship Id="rId103" Type="http://schemas.openxmlformats.org/officeDocument/2006/relationships/tags" Target="../tags/tag554.xml"/><Relationship Id="rId310" Type="http://schemas.openxmlformats.org/officeDocument/2006/relationships/tags" Target="../tags/tag761.xml"/><Relationship Id="rId91" Type="http://schemas.openxmlformats.org/officeDocument/2006/relationships/tags" Target="../tags/tag542.xml"/><Relationship Id="rId145" Type="http://schemas.openxmlformats.org/officeDocument/2006/relationships/tags" Target="../tags/tag596.xml"/><Relationship Id="rId187" Type="http://schemas.openxmlformats.org/officeDocument/2006/relationships/tags" Target="../tags/tag638.xml"/><Relationship Id="rId352" Type="http://schemas.openxmlformats.org/officeDocument/2006/relationships/tags" Target="../tags/tag803.xml"/><Relationship Id="rId394" Type="http://schemas.openxmlformats.org/officeDocument/2006/relationships/tags" Target="../tags/tag845.xml"/><Relationship Id="rId408" Type="http://schemas.openxmlformats.org/officeDocument/2006/relationships/tags" Target="../tags/tag859.xml"/><Relationship Id="rId212" Type="http://schemas.openxmlformats.org/officeDocument/2006/relationships/tags" Target="../tags/tag663.xml"/><Relationship Id="rId254" Type="http://schemas.openxmlformats.org/officeDocument/2006/relationships/tags" Target="../tags/tag705.xml"/><Relationship Id="rId49" Type="http://schemas.openxmlformats.org/officeDocument/2006/relationships/tags" Target="../tags/tag500.xml"/><Relationship Id="rId114" Type="http://schemas.openxmlformats.org/officeDocument/2006/relationships/tags" Target="../tags/tag565.xml"/><Relationship Id="rId296" Type="http://schemas.openxmlformats.org/officeDocument/2006/relationships/tags" Target="../tags/tag747.xml"/><Relationship Id="rId461" Type="http://schemas.openxmlformats.org/officeDocument/2006/relationships/tags" Target="../tags/tag912.xml"/><Relationship Id="rId60" Type="http://schemas.openxmlformats.org/officeDocument/2006/relationships/tags" Target="../tags/tag511.xml"/><Relationship Id="rId156" Type="http://schemas.openxmlformats.org/officeDocument/2006/relationships/tags" Target="../tags/tag607.xml"/><Relationship Id="rId198" Type="http://schemas.openxmlformats.org/officeDocument/2006/relationships/tags" Target="../tags/tag649.xml"/><Relationship Id="rId321" Type="http://schemas.openxmlformats.org/officeDocument/2006/relationships/tags" Target="../tags/tag772.xml"/><Relationship Id="rId363" Type="http://schemas.openxmlformats.org/officeDocument/2006/relationships/tags" Target="../tags/tag814.xml"/><Relationship Id="rId419" Type="http://schemas.openxmlformats.org/officeDocument/2006/relationships/tags" Target="../tags/tag870.xml"/><Relationship Id="rId223" Type="http://schemas.openxmlformats.org/officeDocument/2006/relationships/tags" Target="../tags/tag674.xml"/><Relationship Id="rId430" Type="http://schemas.openxmlformats.org/officeDocument/2006/relationships/tags" Target="../tags/tag881.xml"/><Relationship Id="rId18" Type="http://schemas.openxmlformats.org/officeDocument/2006/relationships/tags" Target="../tags/tag469.xml"/><Relationship Id="rId265" Type="http://schemas.openxmlformats.org/officeDocument/2006/relationships/tags" Target="../tags/tag716.xml"/><Relationship Id="rId125" Type="http://schemas.openxmlformats.org/officeDocument/2006/relationships/tags" Target="../tags/tag576.xml"/><Relationship Id="rId167" Type="http://schemas.openxmlformats.org/officeDocument/2006/relationships/tags" Target="../tags/tag618.xml"/><Relationship Id="rId332" Type="http://schemas.openxmlformats.org/officeDocument/2006/relationships/tags" Target="../tags/tag783.xml"/><Relationship Id="rId374" Type="http://schemas.openxmlformats.org/officeDocument/2006/relationships/tags" Target="../tags/tag825.xml"/><Relationship Id="rId71" Type="http://schemas.openxmlformats.org/officeDocument/2006/relationships/tags" Target="../tags/tag522.xml"/><Relationship Id="rId234" Type="http://schemas.openxmlformats.org/officeDocument/2006/relationships/tags" Target="../tags/tag685.xml"/><Relationship Id="rId2" Type="http://schemas.openxmlformats.org/officeDocument/2006/relationships/tags" Target="../tags/tag453.xml"/><Relationship Id="rId29" Type="http://schemas.openxmlformats.org/officeDocument/2006/relationships/tags" Target="../tags/tag480.xml"/><Relationship Id="rId276" Type="http://schemas.openxmlformats.org/officeDocument/2006/relationships/tags" Target="../tags/tag727.xml"/><Relationship Id="rId441" Type="http://schemas.openxmlformats.org/officeDocument/2006/relationships/tags" Target="../tags/tag892.xml"/><Relationship Id="rId40" Type="http://schemas.openxmlformats.org/officeDocument/2006/relationships/tags" Target="../tags/tag491.xml"/><Relationship Id="rId136" Type="http://schemas.openxmlformats.org/officeDocument/2006/relationships/tags" Target="../tags/tag587.xml"/><Relationship Id="rId178" Type="http://schemas.openxmlformats.org/officeDocument/2006/relationships/tags" Target="../tags/tag629.xml"/><Relationship Id="rId301" Type="http://schemas.openxmlformats.org/officeDocument/2006/relationships/tags" Target="../tags/tag752.xml"/><Relationship Id="rId343" Type="http://schemas.openxmlformats.org/officeDocument/2006/relationships/tags" Target="../tags/tag794.xml"/><Relationship Id="rId82" Type="http://schemas.openxmlformats.org/officeDocument/2006/relationships/tags" Target="../tags/tag533.xml"/><Relationship Id="rId203" Type="http://schemas.openxmlformats.org/officeDocument/2006/relationships/tags" Target="../tags/tag654.xml"/><Relationship Id="rId385" Type="http://schemas.openxmlformats.org/officeDocument/2006/relationships/tags" Target="../tags/tag836.xml"/><Relationship Id="rId19" Type="http://schemas.openxmlformats.org/officeDocument/2006/relationships/tags" Target="../tags/tag470.xml"/><Relationship Id="rId224" Type="http://schemas.openxmlformats.org/officeDocument/2006/relationships/tags" Target="../tags/tag675.xml"/><Relationship Id="rId245" Type="http://schemas.openxmlformats.org/officeDocument/2006/relationships/tags" Target="../tags/tag696.xml"/><Relationship Id="rId266" Type="http://schemas.openxmlformats.org/officeDocument/2006/relationships/tags" Target="../tags/tag717.xml"/><Relationship Id="rId287" Type="http://schemas.openxmlformats.org/officeDocument/2006/relationships/tags" Target="../tags/tag738.xml"/><Relationship Id="rId410" Type="http://schemas.openxmlformats.org/officeDocument/2006/relationships/tags" Target="../tags/tag861.xml"/><Relationship Id="rId431" Type="http://schemas.openxmlformats.org/officeDocument/2006/relationships/tags" Target="../tags/tag882.xml"/><Relationship Id="rId452" Type="http://schemas.openxmlformats.org/officeDocument/2006/relationships/tags" Target="../tags/tag903.xml"/><Relationship Id="rId30" Type="http://schemas.openxmlformats.org/officeDocument/2006/relationships/tags" Target="../tags/tag481.xml"/><Relationship Id="rId105" Type="http://schemas.openxmlformats.org/officeDocument/2006/relationships/tags" Target="../tags/tag556.xml"/><Relationship Id="rId126" Type="http://schemas.openxmlformats.org/officeDocument/2006/relationships/tags" Target="../tags/tag577.xml"/><Relationship Id="rId147" Type="http://schemas.openxmlformats.org/officeDocument/2006/relationships/tags" Target="../tags/tag598.xml"/><Relationship Id="rId168" Type="http://schemas.openxmlformats.org/officeDocument/2006/relationships/tags" Target="../tags/tag619.xml"/><Relationship Id="rId312" Type="http://schemas.openxmlformats.org/officeDocument/2006/relationships/tags" Target="../tags/tag763.xml"/><Relationship Id="rId333" Type="http://schemas.openxmlformats.org/officeDocument/2006/relationships/tags" Target="../tags/tag784.xml"/><Relationship Id="rId354" Type="http://schemas.openxmlformats.org/officeDocument/2006/relationships/tags" Target="../tags/tag805.xml"/><Relationship Id="rId51" Type="http://schemas.openxmlformats.org/officeDocument/2006/relationships/tags" Target="../tags/tag502.xml"/><Relationship Id="rId72" Type="http://schemas.openxmlformats.org/officeDocument/2006/relationships/tags" Target="../tags/tag523.xml"/><Relationship Id="rId93" Type="http://schemas.openxmlformats.org/officeDocument/2006/relationships/tags" Target="../tags/tag544.xml"/><Relationship Id="rId189" Type="http://schemas.openxmlformats.org/officeDocument/2006/relationships/tags" Target="../tags/tag640.xml"/><Relationship Id="rId375" Type="http://schemas.openxmlformats.org/officeDocument/2006/relationships/tags" Target="../tags/tag826.xml"/><Relationship Id="rId396" Type="http://schemas.openxmlformats.org/officeDocument/2006/relationships/tags" Target="../tags/tag847.xml"/><Relationship Id="rId3" Type="http://schemas.openxmlformats.org/officeDocument/2006/relationships/tags" Target="../tags/tag454.xml"/><Relationship Id="rId214" Type="http://schemas.openxmlformats.org/officeDocument/2006/relationships/tags" Target="../tags/tag665.xml"/><Relationship Id="rId235" Type="http://schemas.openxmlformats.org/officeDocument/2006/relationships/tags" Target="../tags/tag686.xml"/><Relationship Id="rId256" Type="http://schemas.openxmlformats.org/officeDocument/2006/relationships/tags" Target="../tags/tag707.xml"/><Relationship Id="rId277" Type="http://schemas.openxmlformats.org/officeDocument/2006/relationships/tags" Target="../tags/tag728.xml"/><Relationship Id="rId298" Type="http://schemas.openxmlformats.org/officeDocument/2006/relationships/tags" Target="../tags/tag749.xml"/><Relationship Id="rId400" Type="http://schemas.openxmlformats.org/officeDocument/2006/relationships/tags" Target="../tags/tag851.xml"/><Relationship Id="rId421" Type="http://schemas.openxmlformats.org/officeDocument/2006/relationships/tags" Target="../tags/tag872.xml"/><Relationship Id="rId442" Type="http://schemas.openxmlformats.org/officeDocument/2006/relationships/tags" Target="../tags/tag893.xml"/><Relationship Id="rId463" Type="http://schemas.openxmlformats.org/officeDocument/2006/relationships/tags" Target="../tags/tag914.xml"/><Relationship Id="rId116" Type="http://schemas.openxmlformats.org/officeDocument/2006/relationships/tags" Target="../tags/tag567.xml"/><Relationship Id="rId137" Type="http://schemas.openxmlformats.org/officeDocument/2006/relationships/tags" Target="../tags/tag588.xml"/><Relationship Id="rId158" Type="http://schemas.openxmlformats.org/officeDocument/2006/relationships/tags" Target="../tags/tag609.xml"/><Relationship Id="rId302" Type="http://schemas.openxmlformats.org/officeDocument/2006/relationships/tags" Target="../tags/tag753.xml"/><Relationship Id="rId323" Type="http://schemas.openxmlformats.org/officeDocument/2006/relationships/tags" Target="../tags/tag774.xml"/><Relationship Id="rId344" Type="http://schemas.openxmlformats.org/officeDocument/2006/relationships/tags" Target="../tags/tag795.xml"/><Relationship Id="rId20" Type="http://schemas.openxmlformats.org/officeDocument/2006/relationships/tags" Target="../tags/tag471.xml"/><Relationship Id="rId41" Type="http://schemas.openxmlformats.org/officeDocument/2006/relationships/tags" Target="../tags/tag492.xml"/><Relationship Id="rId62" Type="http://schemas.openxmlformats.org/officeDocument/2006/relationships/tags" Target="../tags/tag513.xml"/><Relationship Id="rId83" Type="http://schemas.openxmlformats.org/officeDocument/2006/relationships/tags" Target="../tags/tag534.xml"/><Relationship Id="rId179" Type="http://schemas.openxmlformats.org/officeDocument/2006/relationships/tags" Target="../tags/tag630.xml"/><Relationship Id="rId365" Type="http://schemas.openxmlformats.org/officeDocument/2006/relationships/tags" Target="../tags/tag816.xml"/><Relationship Id="rId386" Type="http://schemas.openxmlformats.org/officeDocument/2006/relationships/tags" Target="../tags/tag837.xml"/><Relationship Id="rId190" Type="http://schemas.openxmlformats.org/officeDocument/2006/relationships/tags" Target="../tags/tag641.xml"/><Relationship Id="rId204" Type="http://schemas.openxmlformats.org/officeDocument/2006/relationships/tags" Target="../tags/tag655.xml"/><Relationship Id="rId225" Type="http://schemas.openxmlformats.org/officeDocument/2006/relationships/tags" Target="../tags/tag676.xml"/><Relationship Id="rId246" Type="http://schemas.openxmlformats.org/officeDocument/2006/relationships/tags" Target="../tags/tag697.xml"/><Relationship Id="rId267" Type="http://schemas.openxmlformats.org/officeDocument/2006/relationships/tags" Target="../tags/tag718.xml"/><Relationship Id="rId288" Type="http://schemas.openxmlformats.org/officeDocument/2006/relationships/tags" Target="../tags/tag739.xml"/><Relationship Id="rId411" Type="http://schemas.openxmlformats.org/officeDocument/2006/relationships/tags" Target="../tags/tag862.xml"/><Relationship Id="rId432" Type="http://schemas.openxmlformats.org/officeDocument/2006/relationships/tags" Target="../tags/tag883.xml"/><Relationship Id="rId453" Type="http://schemas.openxmlformats.org/officeDocument/2006/relationships/tags" Target="../tags/tag904.xml"/><Relationship Id="rId106" Type="http://schemas.openxmlformats.org/officeDocument/2006/relationships/tags" Target="../tags/tag557.xml"/><Relationship Id="rId127" Type="http://schemas.openxmlformats.org/officeDocument/2006/relationships/tags" Target="../tags/tag578.xml"/><Relationship Id="rId313" Type="http://schemas.openxmlformats.org/officeDocument/2006/relationships/tags" Target="../tags/tag764.xml"/><Relationship Id="rId10" Type="http://schemas.openxmlformats.org/officeDocument/2006/relationships/tags" Target="../tags/tag461.xml"/><Relationship Id="rId31" Type="http://schemas.openxmlformats.org/officeDocument/2006/relationships/tags" Target="../tags/tag482.xml"/><Relationship Id="rId52" Type="http://schemas.openxmlformats.org/officeDocument/2006/relationships/tags" Target="../tags/tag503.xml"/><Relationship Id="rId73" Type="http://schemas.openxmlformats.org/officeDocument/2006/relationships/tags" Target="../tags/tag524.xml"/><Relationship Id="rId94" Type="http://schemas.openxmlformats.org/officeDocument/2006/relationships/tags" Target="../tags/tag545.xml"/><Relationship Id="rId148" Type="http://schemas.openxmlformats.org/officeDocument/2006/relationships/tags" Target="../tags/tag599.xml"/><Relationship Id="rId169" Type="http://schemas.openxmlformats.org/officeDocument/2006/relationships/tags" Target="../tags/tag620.xml"/><Relationship Id="rId334" Type="http://schemas.openxmlformats.org/officeDocument/2006/relationships/tags" Target="../tags/tag785.xml"/><Relationship Id="rId355" Type="http://schemas.openxmlformats.org/officeDocument/2006/relationships/tags" Target="../tags/tag806.xml"/><Relationship Id="rId376" Type="http://schemas.openxmlformats.org/officeDocument/2006/relationships/tags" Target="../tags/tag827.xml"/><Relationship Id="rId397" Type="http://schemas.openxmlformats.org/officeDocument/2006/relationships/tags" Target="../tags/tag848.xml"/><Relationship Id="rId4" Type="http://schemas.openxmlformats.org/officeDocument/2006/relationships/tags" Target="../tags/tag455.xml"/><Relationship Id="rId180" Type="http://schemas.openxmlformats.org/officeDocument/2006/relationships/tags" Target="../tags/tag631.xml"/><Relationship Id="rId215" Type="http://schemas.openxmlformats.org/officeDocument/2006/relationships/tags" Target="../tags/tag666.xml"/><Relationship Id="rId236" Type="http://schemas.openxmlformats.org/officeDocument/2006/relationships/tags" Target="../tags/tag687.xml"/><Relationship Id="rId257" Type="http://schemas.openxmlformats.org/officeDocument/2006/relationships/tags" Target="../tags/tag708.xml"/><Relationship Id="rId278" Type="http://schemas.openxmlformats.org/officeDocument/2006/relationships/tags" Target="../tags/tag729.xml"/><Relationship Id="rId401" Type="http://schemas.openxmlformats.org/officeDocument/2006/relationships/tags" Target="../tags/tag852.xml"/><Relationship Id="rId422" Type="http://schemas.openxmlformats.org/officeDocument/2006/relationships/tags" Target="../tags/tag873.xml"/><Relationship Id="rId443" Type="http://schemas.openxmlformats.org/officeDocument/2006/relationships/tags" Target="../tags/tag894.xml"/><Relationship Id="rId464" Type="http://schemas.openxmlformats.org/officeDocument/2006/relationships/tags" Target="../tags/tag915.xml"/><Relationship Id="rId303" Type="http://schemas.openxmlformats.org/officeDocument/2006/relationships/tags" Target="../tags/tag754.xml"/><Relationship Id="rId42" Type="http://schemas.openxmlformats.org/officeDocument/2006/relationships/tags" Target="../tags/tag493.xml"/><Relationship Id="rId84" Type="http://schemas.openxmlformats.org/officeDocument/2006/relationships/tags" Target="../tags/tag535.xml"/><Relationship Id="rId138" Type="http://schemas.openxmlformats.org/officeDocument/2006/relationships/tags" Target="../tags/tag589.xml"/><Relationship Id="rId345" Type="http://schemas.openxmlformats.org/officeDocument/2006/relationships/tags" Target="../tags/tag796.xml"/><Relationship Id="rId387" Type="http://schemas.openxmlformats.org/officeDocument/2006/relationships/tags" Target="../tags/tag838.xml"/><Relationship Id="rId191" Type="http://schemas.openxmlformats.org/officeDocument/2006/relationships/tags" Target="../tags/tag642.xml"/><Relationship Id="rId205" Type="http://schemas.openxmlformats.org/officeDocument/2006/relationships/tags" Target="../tags/tag656.xml"/><Relationship Id="rId247" Type="http://schemas.openxmlformats.org/officeDocument/2006/relationships/tags" Target="../tags/tag698.xml"/><Relationship Id="rId412" Type="http://schemas.openxmlformats.org/officeDocument/2006/relationships/tags" Target="../tags/tag863.xml"/><Relationship Id="rId107" Type="http://schemas.openxmlformats.org/officeDocument/2006/relationships/tags" Target="../tags/tag558.xml"/><Relationship Id="rId289" Type="http://schemas.openxmlformats.org/officeDocument/2006/relationships/tags" Target="../tags/tag740.xml"/><Relationship Id="rId454" Type="http://schemas.openxmlformats.org/officeDocument/2006/relationships/tags" Target="../tags/tag905.xml"/><Relationship Id="rId11" Type="http://schemas.openxmlformats.org/officeDocument/2006/relationships/tags" Target="../tags/tag462.xml"/><Relationship Id="rId53" Type="http://schemas.openxmlformats.org/officeDocument/2006/relationships/tags" Target="../tags/tag504.xml"/><Relationship Id="rId149" Type="http://schemas.openxmlformats.org/officeDocument/2006/relationships/tags" Target="../tags/tag600.xml"/><Relationship Id="rId314" Type="http://schemas.openxmlformats.org/officeDocument/2006/relationships/tags" Target="../tags/tag765.xml"/><Relationship Id="rId356" Type="http://schemas.openxmlformats.org/officeDocument/2006/relationships/tags" Target="../tags/tag807.xml"/><Relationship Id="rId398" Type="http://schemas.openxmlformats.org/officeDocument/2006/relationships/tags" Target="../tags/tag849.xml"/><Relationship Id="rId95" Type="http://schemas.openxmlformats.org/officeDocument/2006/relationships/tags" Target="../tags/tag546.xml"/><Relationship Id="rId160" Type="http://schemas.openxmlformats.org/officeDocument/2006/relationships/tags" Target="../tags/tag611.xml"/><Relationship Id="rId216" Type="http://schemas.openxmlformats.org/officeDocument/2006/relationships/tags" Target="../tags/tag667.xml"/><Relationship Id="rId423" Type="http://schemas.openxmlformats.org/officeDocument/2006/relationships/tags" Target="../tags/tag874.xml"/><Relationship Id="rId258" Type="http://schemas.openxmlformats.org/officeDocument/2006/relationships/tags" Target="../tags/tag709.xml"/><Relationship Id="rId465" Type="http://schemas.openxmlformats.org/officeDocument/2006/relationships/tags" Target="../tags/tag916.xml"/><Relationship Id="rId22" Type="http://schemas.openxmlformats.org/officeDocument/2006/relationships/tags" Target="../tags/tag473.xml"/><Relationship Id="rId64" Type="http://schemas.openxmlformats.org/officeDocument/2006/relationships/tags" Target="../tags/tag515.xml"/><Relationship Id="rId118" Type="http://schemas.openxmlformats.org/officeDocument/2006/relationships/tags" Target="../tags/tag569.xml"/><Relationship Id="rId325" Type="http://schemas.openxmlformats.org/officeDocument/2006/relationships/tags" Target="../tags/tag776.xml"/><Relationship Id="rId367" Type="http://schemas.openxmlformats.org/officeDocument/2006/relationships/tags" Target="../tags/tag818.xml"/><Relationship Id="rId171" Type="http://schemas.openxmlformats.org/officeDocument/2006/relationships/tags" Target="../tags/tag622.xml"/><Relationship Id="rId227" Type="http://schemas.openxmlformats.org/officeDocument/2006/relationships/tags" Target="../tags/tag678.xml"/><Relationship Id="rId269" Type="http://schemas.openxmlformats.org/officeDocument/2006/relationships/tags" Target="../tags/tag720.xml"/><Relationship Id="rId434" Type="http://schemas.openxmlformats.org/officeDocument/2006/relationships/tags" Target="../tags/tag885.xml"/><Relationship Id="rId33" Type="http://schemas.openxmlformats.org/officeDocument/2006/relationships/tags" Target="../tags/tag484.xml"/><Relationship Id="rId129" Type="http://schemas.openxmlformats.org/officeDocument/2006/relationships/tags" Target="../tags/tag580.xml"/><Relationship Id="rId280" Type="http://schemas.openxmlformats.org/officeDocument/2006/relationships/tags" Target="../tags/tag731.xml"/><Relationship Id="rId336" Type="http://schemas.openxmlformats.org/officeDocument/2006/relationships/tags" Target="../tags/tag787.xml"/><Relationship Id="rId75" Type="http://schemas.openxmlformats.org/officeDocument/2006/relationships/tags" Target="../tags/tag526.xml"/><Relationship Id="rId140" Type="http://schemas.openxmlformats.org/officeDocument/2006/relationships/tags" Target="../tags/tag591.xml"/><Relationship Id="rId182" Type="http://schemas.openxmlformats.org/officeDocument/2006/relationships/tags" Target="../tags/tag633.xml"/><Relationship Id="rId378" Type="http://schemas.openxmlformats.org/officeDocument/2006/relationships/tags" Target="../tags/tag829.xml"/><Relationship Id="rId403" Type="http://schemas.openxmlformats.org/officeDocument/2006/relationships/tags" Target="../tags/tag854.xml"/><Relationship Id="rId6" Type="http://schemas.openxmlformats.org/officeDocument/2006/relationships/tags" Target="../tags/tag457.xml"/><Relationship Id="rId238" Type="http://schemas.openxmlformats.org/officeDocument/2006/relationships/tags" Target="../tags/tag689.xml"/><Relationship Id="rId445" Type="http://schemas.openxmlformats.org/officeDocument/2006/relationships/tags" Target="../tags/tag896.xml"/><Relationship Id="rId291" Type="http://schemas.openxmlformats.org/officeDocument/2006/relationships/tags" Target="../tags/tag742.xml"/><Relationship Id="rId305" Type="http://schemas.openxmlformats.org/officeDocument/2006/relationships/tags" Target="../tags/tag756.xml"/><Relationship Id="rId347" Type="http://schemas.openxmlformats.org/officeDocument/2006/relationships/tags" Target="../tags/tag798.xml"/><Relationship Id="rId44" Type="http://schemas.openxmlformats.org/officeDocument/2006/relationships/tags" Target="../tags/tag495.xml"/><Relationship Id="rId86" Type="http://schemas.openxmlformats.org/officeDocument/2006/relationships/tags" Target="../tags/tag537.xml"/><Relationship Id="rId151" Type="http://schemas.openxmlformats.org/officeDocument/2006/relationships/tags" Target="../tags/tag602.xml"/><Relationship Id="rId389" Type="http://schemas.openxmlformats.org/officeDocument/2006/relationships/tags" Target="../tags/tag840.xml"/><Relationship Id="rId193" Type="http://schemas.openxmlformats.org/officeDocument/2006/relationships/tags" Target="../tags/tag644.xml"/><Relationship Id="rId207" Type="http://schemas.openxmlformats.org/officeDocument/2006/relationships/tags" Target="../tags/tag658.xml"/><Relationship Id="rId249" Type="http://schemas.openxmlformats.org/officeDocument/2006/relationships/tags" Target="../tags/tag700.xml"/><Relationship Id="rId414" Type="http://schemas.openxmlformats.org/officeDocument/2006/relationships/tags" Target="../tags/tag865.xml"/><Relationship Id="rId456" Type="http://schemas.openxmlformats.org/officeDocument/2006/relationships/tags" Target="../tags/tag907.xml"/><Relationship Id="rId13" Type="http://schemas.openxmlformats.org/officeDocument/2006/relationships/tags" Target="../tags/tag464.xml"/><Relationship Id="rId109" Type="http://schemas.openxmlformats.org/officeDocument/2006/relationships/tags" Target="../tags/tag560.xml"/><Relationship Id="rId260" Type="http://schemas.openxmlformats.org/officeDocument/2006/relationships/tags" Target="../tags/tag711.xml"/><Relationship Id="rId316" Type="http://schemas.openxmlformats.org/officeDocument/2006/relationships/tags" Target="../tags/tag767.xml"/><Relationship Id="rId55" Type="http://schemas.openxmlformats.org/officeDocument/2006/relationships/tags" Target="../tags/tag506.xml"/><Relationship Id="rId97" Type="http://schemas.openxmlformats.org/officeDocument/2006/relationships/tags" Target="../tags/tag548.xml"/><Relationship Id="rId120" Type="http://schemas.openxmlformats.org/officeDocument/2006/relationships/tags" Target="../tags/tag571.xml"/><Relationship Id="rId358" Type="http://schemas.openxmlformats.org/officeDocument/2006/relationships/tags" Target="../tags/tag809.xml"/><Relationship Id="rId162" Type="http://schemas.openxmlformats.org/officeDocument/2006/relationships/tags" Target="../tags/tag613.xml"/><Relationship Id="rId218" Type="http://schemas.openxmlformats.org/officeDocument/2006/relationships/tags" Target="../tags/tag669.xml"/><Relationship Id="rId425" Type="http://schemas.openxmlformats.org/officeDocument/2006/relationships/tags" Target="../tags/tag876.xml"/><Relationship Id="rId467" Type="http://schemas.openxmlformats.org/officeDocument/2006/relationships/tags" Target="../tags/tag918.xml"/><Relationship Id="rId271" Type="http://schemas.openxmlformats.org/officeDocument/2006/relationships/tags" Target="../tags/tag722.xml"/><Relationship Id="rId24" Type="http://schemas.openxmlformats.org/officeDocument/2006/relationships/tags" Target="../tags/tag475.xml"/><Relationship Id="rId66" Type="http://schemas.openxmlformats.org/officeDocument/2006/relationships/tags" Target="../tags/tag517.xml"/><Relationship Id="rId131" Type="http://schemas.openxmlformats.org/officeDocument/2006/relationships/tags" Target="../tags/tag582.xml"/><Relationship Id="rId327" Type="http://schemas.openxmlformats.org/officeDocument/2006/relationships/tags" Target="../tags/tag778.xml"/><Relationship Id="rId369" Type="http://schemas.openxmlformats.org/officeDocument/2006/relationships/tags" Target="../tags/tag820.xml"/><Relationship Id="rId173" Type="http://schemas.openxmlformats.org/officeDocument/2006/relationships/tags" Target="../tags/tag624.xml"/><Relationship Id="rId229" Type="http://schemas.openxmlformats.org/officeDocument/2006/relationships/tags" Target="../tags/tag680.xml"/><Relationship Id="rId380" Type="http://schemas.openxmlformats.org/officeDocument/2006/relationships/tags" Target="../tags/tag831.xml"/><Relationship Id="rId436" Type="http://schemas.openxmlformats.org/officeDocument/2006/relationships/tags" Target="../tags/tag887.xml"/><Relationship Id="rId240" Type="http://schemas.openxmlformats.org/officeDocument/2006/relationships/tags" Target="../tags/tag691.xml"/><Relationship Id="rId35" Type="http://schemas.openxmlformats.org/officeDocument/2006/relationships/tags" Target="../tags/tag486.xml"/><Relationship Id="rId77" Type="http://schemas.openxmlformats.org/officeDocument/2006/relationships/tags" Target="../tags/tag528.xml"/><Relationship Id="rId100" Type="http://schemas.openxmlformats.org/officeDocument/2006/relationships/tags" Target="../tags/tag551.xml"/><Relationship Id="rId282" Type="http://schemas.openxmlformats.org/officeDocument/2006/relationships/tags" Target="../tags/tag733.xml"/><Relationship Id="rId338" Type="http://schemas.openxmlformats.org/officeDocument/2006/relationships/tags" Target="../tags/tag789.xml"/><Relationship Id="rId8" Type="http://schemas.openxmlformats.org/officeDocument/2006/relationships/tags" Target="../tags/tag459.xml"/><Relationship Id="rId142" Type="http://schemas.openxmlformats.org/officeDocument/2006/relationships/tags" Target="../tags/tag593.xml"/><Relationship Id="rId184" Type="http://schemas.openxmlformats.org/officeDocument/2006/relationships/tags" Target="../tags/tag635.xml"/><Relationship Id="rId391" Type="http://schemas.openxmlformats.org/officeDocument/2006/relationships/tags" Target="../tags/tag842.xml"/><Relationship Id="rId405" Type="http://schemas.openxmlformats.org/officeDocument/2006/relationships/tags" Target="../tags/tag856.xml"/><Relationship Id="rId447" Type="http://schemas.openxmlformats.org/officeDocument/2006/relationships/tags" Target="../tags/tag898.xml"/><Relationship Id="rId251" Type="http://schemas.openxmlformats.org/officeDocument/2006/relationships/tags" Target="../tags/tag702.xml"/><Relationship Id="rId46" Type="http://schemas.openxmlformats.org/officeDocument/2006/relationships/tags" Target="../tags/tag497.xml"/><Relationship Id="rId293" Type="http://schemas.openxmlformats.org/officeDocument/2006/relationships/tags" Target="../tags/tag744.xml"/><Relationship Id="rId307" Type="http://schemas.openxmlformats.org/officeDocument/2006/relationships/tags" Target="../tags/tag758.xml"/><Relationship Id="rId349" Type="http://schemas.openxmlformats.org/officeDocument/2006/relationships/tags" Target="../tags/tag800.xml"/><Relationship Id="rId88" Type="http://schemas.openxmlformats.org/officeDocument/2006/relationships/tags" Target="../tags/tag539.xml"/><Relationship Id="rId111" Type="http://schemas.openxmlformats.org/officeDocument/2006/relationships/tags" Target="../tags/tag562.xml"/><Relationship Id="rId153" Type="http://schemas.openxmlformats.org/officeDocument/2006/relationships/tags" Target="../tags/tag604.xml"/><Relationship Id="rId195" Type="http://schemas.openxmlformats.org/officeDocument/2006/relationships/tags" Target="../tags/tag646.xml"/><Relationship Id="rId209" Type="http://schemas.openxmlformats.org/officeDocument/2006/relationships/tags" Target="../tags/tag660.xml"/><Relationship Id="rId360" Type="http://schemas.openxmlformats.org/officeDocument/2006/relationships/tags" Target="../tags/tag811.xml"/><Relationship Id="rId416" Type="http://schemas.openxmlformats.org/officeDocument/2006/relationships/tags" Target="../tags/tag867.xml"/><Relationship Id="rId220" Type="http://schemas.openxmlformats.org/officeDocument/2006/relationships/tags" Target="../tags/tag671.xml"/><Relationship Id="rId458" Type="http://schemas.openxmlformats.org/officeDocument/2006/relationships/tags" Target="../tags/tag909.xml"/><Relationship Id="rId15" Type="http://schemas.openxmlformats.org/officeDocument/2006/relationships/tags" Target="../tags/tag466.xml"/><Relationship Id="rId57" Type="http://schemas.openxmlformats.org/officeDocument/2006/relationships/tags" Target="../tags/tag508.xml"/><Relationship Id="rId262" Type="http://schemas.openxmlformats.org/officeDocument/2006/relationships/tags" Target="../tags/tag713.xml"/><Relationship Id="rId318" Type="http://schemas.openxmlformats.org/officeDocument/2006/relationships/tags" Target="../tags/tag769.xml"/><Relationship Id="rId99" Type="http://schemas.openxmlformats.org/officeDocument/2006/relationships/tags" Target="../tags/tag550.xml"/><Relationship Id="rId122" Type="http://schemas.openxmlformats.org/officeDocument/2006/relationships/tags" Target="../tags/tag573.xml"/><Relationship Id="rId164" Type="http://schemas.openxmlformats.org/officeDocument/2006/relationships/tags" Target="../tags/tag615.xml"/><Relationship Id="rId371" Type="http://schemas.openxmlformats.org/officeDocument/2006/relationships/tags" Target="../tags/tag822.xml"/><Relationship Id="rId427" Type="http://schemas.openxmlformats.org/officeDocument/2006/relationships/tags" Target="../tags/tag878.xml"/><Relationship Id="rId469" Type="http://schemas.openxmlformats.org/officeDocument/2006/relationships/tags" Target="../tags/tag920.xml"/><Relationship Id="rId26" Type="http://schemas.openxmlformats.org/officeDocument/2006/relationships/tags" Target="../tags/tag477.xml"/><Relationship Id="rId231" Type="http://schemas.openxmlformats.org/officeDocument/2006/relationships/tags" Target="../tags/tag682.xml"/><Relationship Id="rId273" Type="http://schemas.openxmlformats.org/officeDocument/2006/relationships/tags" Target="../tags/tag724.xml"/><Relationship Id="rId329" Type="http://schemas.openxmlformats.org/officeDocument/2006/relationships/tags" Target="../tags/tag780.xml"/><Relationship Id="rId68" Type="http://schemas.openxmlformats.org/officeDocument/2006/relationships/tags" Target="../tags/tag519.xml"/><Relationship Id="rId133" Type="http://schemas.openxmlformats.org/officeDocument/2006/relationships/tags" Target="../tags/tag584.xml"/><Relationship Id="rId175" Type="http://schemas.openxmlformats.org/officeDocument/2006/relationships/tags" Target="../tags/tag626.xml"/><Relationship Id="rId340" Type="http://schemas.openxmlformats.org/officeDocument/2006/relationships/tags" Target="../tags/tag791.xml"/><Relationship Id="rId200" Type="http://schemas.openxmlformats.org/officeDocument/2006/relationships/tags" Target="../tags/tag651.xml"/><Relationship Id="rId382" Type="http://schemas.openxmlformats.org/officeDocument/2006/relationships/tags" Target="../tags/tag833.xml"/><Relationship Id="rId438" Type="http://schemas.openxmlformats.org/officeDocument/2006/relationships/tags" Target="../tags/tag889.xml"/><Relationship Id="rId242" Type="http://schemas.openxmlformats.org/officeDocument/2006/relationships/tags" Target="../tags/tag693.xml"/><Relationship Id="rId284" Type="http://schemas.openxmlformats.org/officeDocument/2006/relationships/tags" Target="../tags/tag735.xml"/><Relationship Id="rId37" Type="http://schemas.openxmlformats.org/officeDocument/2006/relationships/tags" Target="../tags/tag488.xml"/><Relationship Id="rId79" Type="http://schemas.openxmlformats.org/officeDocument/2006/relationships/tags" Target="../tags/tag530.xml"/><Relationship Id="rId102" Type="http://schemas.openxmlformats.org/officeDocument/2006/relationships/tags" Target="../tags/tag553.xml"/><Relationship Id="rId144" Type="http://schemas.openxmlformats.org/officeDocument/2006/relationships/tags" Target="../tags/tag595.xml"/><Relationship Id="rId90" Type="http://schemas.openxmlformats.org/officeDocument/2006/relationships/tags" Target="../tags/tag541.xml"/><Relationship Id="rId186" Type="http://schemas.openxmlformats.org/officeDocument/2006/relationships/tags" Target="../tags/tag637.xml"/><Relationship Id="rId351" Type="http://schemas.openxmlformats.org/officeDocument/2006/relationships/tags" Target="../tags/tag802.xml"/><Relationship Id="rId393" Type="http://schemas.openxmlformats.org/officeDocument/2006/relationships/tags" Target="../tags/tag844.xml"/><Relationship Id="rId407" Type="http://schemas.openxmlformats.org/officeDocument/2006/relationships/tags" Target="../tags/tag858.xml"/><Relationship Id="rId449" Type="http://schemas.openxmlformats.org/officeDocument/2006/relationships/tags" Target="../tags/tag900.xml"/><Relationship Id="rId211" Type="http://schemas.openxmlformats.org/officeDocument/2006/relationships/tags" Target="../tags/tag662.xml"/><Relationship Id="rId253" Type="http://schemas.openxmlformats.org/officeDocument/2006/relationships/tags" Target="../tags/tag704.xml"/><Relationship Id="rId295" Type="http://schemas.openxmlformats.org/officeDocument/2006/relationships/tags" Target="../tags/tag746.xml"/><Relationship Id="rId309" Type="http://schemas.openxmlformats.org/officeDocument/2006/relationships/tags" Target="../tags/tag760.xml"/><Relationship Id="rId460" Type="http://schemas.openxmlformats.org/officeDocument/2006/relationships/tags" Target="../tags/tag911.xml"/><Relationship Id="rId48" Type="http://schemas.openxmlformats.org/officeDocument/2006/relationships/tags" Target="../tags/tag499.xml"/><Relationship Id="rId113" Type="http://schemas.openxmlformats.org/officeDocument/2006/relationships/tags" Target="../tags/tag564.xml"/><Relationship Id="rId320" Type="http://schemas.openxmlformats.org/officeDocument/2006/relationships/tags" Target="../tags/tag771.xml"/><Relationship Id="rId155" Type="http://schemas.openxmlformats.org/officeDocument/2006/relationships/tags" Target="../tags/tag606.xml"/><Relationship Id="rId197" Type="http://schemas.openxmlformats.org/officeDocument/2006/relationships/tags" Target="../tags/tag648.xml"/><Relationship Id="rId362" Type="http://schemas.openxmlformats.org/officeDocument/2006/relationships/tags" Target="../tags/tag813.xml"/><Relationship Id="rId418" Type="http://schemas.openxmlformats.org/officeDocument/2006/relationships/tags" Target="../tags/tag869.xml"/><Relationship Id="rId222" Type="http://schemas.openxmlformats.org/officeDocument/2006/relationships/tags" Target="../tags/tag673.xml"/><Relationship Id="rId264" Type="http://schemas.openxmlformats.org/officeDocument/2006/relationships/tags" Target="../tags/tag715.xml"/><Relationship Id="rId17" Type="http://schemas.openxmlformats.org/officeDocument/2006/relationships/tags" Target="../tags/tag468.xml"/><Relationship Id="rId59" Type="http://schemas.openxmlformats.org/officeDocument/2006/relationships/tags" Target="../tags/tag510.xml"/><Relationship Id="rId124" Type="http://schemas.openxmlformats.org/officeDocument/2006/relationships/tags" Target="../tags/tag575.xml"/><Relationship Id="rId70" Type="http://schemas.openxmlformats.org/officeDocument/2006/relationships/tags" Target="../tags/tag521.xml"/><Relationship Id="rId166" Type="http://schemas.openxmlformats.org/officeDocument/2006/relationships/tags" Target="../tags/tag617.xml"/><Relationship Id="rId331" Type="http://schemas.openxmlformats.org/officeDocument/2006/relationships/tags" Target="../tags/tag782.xml"/><Relationship Id="rId373" Type="http://schemas.openxmlformats.org/officeDocument/2006/relationships/tags" Target="../tags/tag824.xml"/><Relationship Id="rId429" Type="http://schemas.openxmlformats.org/officeDocument/2006/relationships/tags" Target="../tags/tag880.xml"/><Relationship Id="rId1" Type="http://schemas.openxmlformats.org/officeDocument/2006/relationships/tags" Target="../tags/tag452.xml"/><Relationship Id="rId233" Type="http://schemas.openxmlformats.org/officeDocument/2006/relationships/tags" Target="../tags/tag684.xml"/><Relationship Id="rId440" Type="http://schemas.openxmlformats.org/officeDocument/2006/relationships/tags" Target="../tags/tag891.xml"/><Relationship Id="rId28" Type="http://schemas.openxmlformats.org/officeDocument/2006/relationships/tags" Target="../tags/tag479.xml"/><Relationship Id="rId275" Type="http://schemas.openxmlformats.org/officeDocument/2006/relationships/tags" Target="../tags/tag726.xml"/><Relationship Id="rId300" Type="http://schemas.openxmlformats.org/officeDocument/2006/relationships/tags" Target="../tags/tag751.xml"/><Relationship Id="rId81" Type="http://schemas.openxmlformats.org/officeDocument/2006/relationships/tags" Target="../tags/tag532.xml"/><Relationship Id="rId135" Type="http://schemas.openxmlformats.org/officeDocument/2006/relationships/tags" Target="../tags/tag586.xml"/><Relationship Id="rId177" Type="http://schemas.openxmlformats.org/officeDocument/2006/relationships/tags" Target="../tags/tag628.xml"/><Relationship Id="rId342" Type="http://schemas.openxmlformats.org/officeDocument/2006/relationships/tags" Target="../tags/tag793.xml"/><Relationship Id="rId384" Type="http://schemas.openxmlformats.org/officeDocument/2006/relationships/tags" Target="../tags/tag835.xml"/><Relationship Id="rId202" Type="http://schemas.openxmlformats.org/officeDocument/2006/relationships/tags" Target="../tags/tag653.xml"/><Relationship Id="rId244" Type="http://schemas.openxmlformats.org/officeDocument/2006/relationships/tags" Target="../tags/tag695.xml"/><Relationship Id="rId39" Type="http://schemas.openxmlformats.org/officeDocument/2006/relationships/tags" Target="../tags/tag490.xml"/><Relationship Id="rId286" Type="http://schemas.openxmlformats.org/officeDocument/2006/relationships/tags" Target="../tags/tag737.xml"/><Relationship Id="rId451" Type="http://schemas.openxmlformats.org/officeDocument/2006/relationships/tags" Target="../tags/tag902.xml"/><Relationship Id="rId50" Type="http://schemas.openxmlformats.org/officeDocument/2006/relationships/tags" Target="../tags/tag501.xml"/><Relationship Id="rId104" Type="http://schemas.openxmlformats.org/officeDocument/2006/relationships/tags" Target="../tags/tag555.xml"/><Relationship Id="rId146" Type="http://schemas.openxmlformats.org/officeDocument/2006/relationships/tags" Target="../tags/tag597.xml"/><Relationship Id="rId188" Type="http://schemas.openxmlformats.org/officeDocument/2006/relationships/tags" Target="../tags/tag639.xml"/><Relationship Id="rId311" Type="http://schemas.openxmlformats.org/officeDocument/2006/relationships/tags" Target="../tags/tag762.xml"/><Relationship Id="rId353" Type="http://schemas.openxmlformats.org/officeDocument/2006/relationships/tags" Target="../tags/tag804.xml"/><Relationship Id="rId395" Type="http://schemas.openxmlformats.org/officeDocument/2006/relationships/tags" Target="../tags/tag846.xml"/><Relationship Id="rId409" Type="http://schemas.openxmlformats.org/officeDocument/2006/relationships/tags" Target="../tags/tag860.xml"/><Relationship Id="rId92" Type="http://schemas.openxmlformats.org/officeDocument/2006/relationships/tags" Target="../tags/tag543.xml"/><Relationship Id="rId213" Type="http://schemas.openxmlformats.org/officeDocument/2006/relationships/tags" Target="../tags/tag664.xml"/><Relationship Id="rId420" Type="http://schemas.openxmlformats.org/officeDocument/2006/relationships/tags" Target="../tags/tag871.xml"/><Relationship Id="rId255" Type="http://schemas.openxmlformats.org/officeDocument/2006/relationships/tags" Target="../tags/tag706.xml"/><Relationship Id="rId297" Type="http://schemas.openxmlformats.org/officeDocument/2006/relationships/tags" Target="../tags/tag748.xml"/><Relationship Id="rId462" Type="http://schemas.openxmlformats.org/officeDocument/2006/relationships/tags" Target="../tags/tag913.xml"/><Relationship Id="rId115" Type="http://schemas.openxmlformats.org/officeDocument/2006/relationships/tags" Target="../tags/tag566.xml"/><Relationship Id="rId157" Type="http://schemas.openxmlformats.org/officeDocument/2006/relationships/tags" Target="../tags/tag608.xml"/><Relationship Id="rId322" Type="http://schemas.openxmlformats.org/officeDocument/2006/relationships/tags" Target="../tags/tag773.xml"/><Relationship Id="rId364" Type="http://schemas.openxmlformats.org/officeDocument/2006/relationships/tags" Target="../tags/tag815.xml"/><Relationship Id="rId61" Type="http://schemas.openxmlformats.org/officeDocument/2006/relationships/tags" Target="../tags/tag512.xml"/><Relationship Id="rId199" Type="http://schemas.openxmlformats.org/officeDocument/2006/relationships/tags" Target="../tags/tag650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tags" Target="../tags/tag1037.xml"/><Relationship Id="rId299" Type="http://schemas.openxmlformats.org/officeDocument/2006/relationships/tags" Target="../tags/tag1219.xml"/><Relationship Id="rId21" Type="http://schemas.openxmlformats.org/officeDocument/2006/relationships/tags" Target="../tags/tag941.xml"/><Relationship Id="rId63" Type="http://schemas.openxmlformats.org/officeDocument/2006/relationships/tags" Target="../tags/tag983.xml"/><Relationship Id="rId159" Type="http://schemas.openxmlformats.org/officeDocument/2006/relationships/tags" Target="../tags/tag1079.xml"/><Relationship Id="rId324" Type="http://schemas.openxmlformats.org/officeDocument/2006/relationships/tags" Target="../tags/tag1244.xml"/><Relationship Id="rId366" Type="http://schemas.openxmlformats.org/officeDocument/2006/relationships/tags" Target="../tags/tag1286.xml"/><Relationship Id="rId170" Type="http://schemas.openxmlformats.org/officeDocument/2006/relationships/tags" Target="../tags/tag1090.xml"/><Relationship Id="rId226" Type="http://schemas.openxmlformats.org/officeDocument/2006/relationships/tags" Target="../tags/tag1146.xml"/><Relationship Id="rId433" Type="http://schemas.openxmlformats.org/officeDocument/2006/relationships/tags" Target="../tags/tag1353.xml"/><Relationship Id="rId268" Type="http://schemas.openxmlformats.org/officeDocument/2006/relationships/tags" Target="../tags/tag1188.xml"/><Relationship Id="rId32" Type="http://schemas.openxmlformats.org/officeDocument/2006/relationships/tags" Target="../tags/tag952.xml"/><Relationship Id="rId74" Type="http://schemas.openxmlformats.org/officeDocument/2006/relationships/tags" Target="../tags/tag994.xml"/><Relationship Id="rId128" Type="http://schemas.openxmlformats.org/officeDocument/2006/relationships/tags" Target="../tags/tag1048.xml"/><Relationship Id="rId335" Type="http://schemas.openxmlformats.org/officeDocument/2006/relationships/tags" Target="../tags/tag1255.xml"/><Relationship Id="rId377" Type="http://schemas.openxmlformats.org/officeDocument/2006/relationships/tags" Target="../tags/tag1297.xml"/><Relationship Id="rId5" Type="http://schemas.openxmlformats.org/officeDocument/2006/relationships/tags" Target="../tags/tag925.xml"/><Relationship Id="rId181" Type="http://schemas.openxmlformats.org/officeDocument/2006/relationships/tags" Target="../tags/tag1101.xml"/><Relationship Id="rId237" Type="http://schemas.openxmlformats.org/officeDocument/2006/relationships/tags" Target="../tags/tag1157.xml"/><Relationship Id="rId402" Type="http://schemas.openxmlformats.org/officeDocument/2006/relationships/tags" Target="../tags/tag1322.xml"/><Relationship Id="rId279" Type="http://schemas.openxmlformats.org/officeDocument/2006/relationships/tags" Target="../tags/tag1199.xml"/><Relationship Id="rId444" Type="http://schemas.openxmlformats.org/officeDocument/2006/relationships/tags" Target="../tags/tag1364.xml"/><Relationship Id="rId43" Type="http://schemas.openxmlformats.org/officeDocument/2006/relationships/tags" Target="../tags/tag963.xml"/><Relationship Id="rId139" Type="http://schemas.openxmlformats.org/officeDocument/2006/relationships/tags" Target="../tags/tag1059.xml"/><Relationship Id="rId290" Type="http://schemas.openxmlformats.org/officeDocument/2006/relationships/tags" Target="../tags/tag1210.xml"/><Relationship Id="rId304" Type="http://schemas.openxmlformats.org/officeDocument/2006/relationships/tags" Target="../tags/tag1224.xml"/><Relationship Id="rId346" Type="http://schemas.openxmlformats.org/officeDocument/2006/relationships/tags" Target="../tags/tag1266.xml"/><Relationship Id="rId388" Type="http://schemas.openxmlformats.org/officeDocument/2006/relationships/tags" Target="../tags/tag1308.xml"/><Relationship Id="rId85" Type="http://schemas.openxmlformats.org/officeDocument/2006/relationships/tags" Target="../tags/tag1005.xml"/><Relationship Id="rId150" Type="http://schemas.openxmlformats.org/officeDocument/2006/relationships/tags" Target="../tags/tag1070.xml"/><Relationship Id="rId192" Type="http://schemas.openxmlformats.org/officeDocument/2006/relationships/tags" Target="../tags/tag1112.xml"/><Relationship Id="rId206" Type="http://schemas.openxmlformats.org/officeDocument/2006/relationships/tags" Target="../tags/tag1126.xml"/><Relationship Id="rId413" Type="http://schemas.openxmlformats.org/officeDocument/2006/relationships/tags" Target="../tags/tag1333.xml"/><Relationship Id="rId248" Type="http://schemas.openxmlformats.org/officeDocument/2006/relationships/tags" Target="../tags/tag1168.xml"/><Relationship Id="rId455" Type="http://schemas.openxmlformats.org/officeDocument/2006/relationships/tags" Target="../tags/tag1375.xml"/><Relationship Id="rId12" Type="http://schemas.openxmlformats.org/officeDocument/2006/relationships/tags" Target="../tags/tag932.xml"/><Relationship Id="rId108" Type="http://schemas.openxmlformats.org/officeDocument/2006/relationships/tags" Target="../tags/tag1028.xml"/><Relationship Id="rId315" Type="http://schemas.openxmlformats.org/officeDocument/2006/relationships/tags" Target="../tags/tag1235.xml"/><Relationship Id="rId357" Type="http://schemas.openxmlformats.org/officeDocument/2006/relationships/tags" Target="../tags/tag1277.xml"/><Relationship Id="rId54" Type="http://schemas.openxmlformats.org/officeDocument/2006/relationships/tags" Target="../tags/tag974.xml"/><Relationship Id="rId96" Type="http://schemas.openxmlformats.org/officeDocument/2006/relationships/tags" Target="../tags/tag1016.xml"/><Relationship Id="rId161" Type="http://schemas.openxmlformats.org/officeDocument/2006/relationships/tags" Target="../tags/tag1081.xml"/><Relationship Id="rId217" Type="http://schemas.openxmlformats.org/officeDocument/2006/relationships/tags" Target="../tags/tag1137.xml"/><Relationship Id="rId399" Type="http://schemas.openxmlformats.org/officeDocument/2006/relationships/tags" Target="../tags/tag1319.xml"/><Relationship Id="rId259" Type="http://schemas.openxmlformats.org/officeDocument/2006/relationships/tags" Target="../tags/tag1179.xml"/><Relationship Id="rId424" Type="http://schemas.openxmlformats.org/officeDocument/2006/relationships/tags" Target="../tags/tag1344.xml"/><Relationship Id="rId466" Type="http://schemas.openxmlformats.org/officeDocument/2006/relationships/tags" Target="../tags/tag1386.xml"/><Relationship Id="rId23" Type="http://schemas.openxmlformats.org/officeDocument/2006/relationships/tags" Target="../tags/tag943.xml"/><Relationship Id="rId119" Type="http://schemas.openxmlformats.org/officeDocument/2006/relationships/tags" Target="../tags/tag1039.xml"/><Relationship Id="rId270" Type="http://schemas.openxmlformats.org/officeDocument/2006/relationships/tags" Target="../tags/tag1190.xml"/><Relationship Id="rId326" Type="http://schemas.openxmlformats.org/officeDocument/2006/relationships/tags" Target="../tags/tag1246.xml"/><Relationship Id="rId65" Type="http://schemas.openxmlformats.org/officeDocument/2006/relationships/tags" Target="../tags/tag985.xml"/><Relationship Id="rId130" Type="http://schemas.openxmlformats.org/officeDocument/2006/relationships/tags" Target="../tags/tag1050.xml"/><Relationship Id="rId368" Type="http://schemas.openxmlformats.org/officeDocument/2006/relationships/tags" Target="../tags/tag1288.xml"/><Relationship Id="rId172" Type="http://schemas.openxmlformats.org/officeDocument/2006/relationships/tags" Target="../tags/tag1092.xml"/><Relationship Id="rId228" Type="http://schemas.openxmlformats.org/officeDocument/2006/relationships/tags" Target="../tags/tag1148.xml"/><Relationship Id="rId435" Type="http://schemas.openxmlformats.org/officeDocument/2006/relationships/tags" Target="../tags/tag1355.xml"/><Relationship Id="rId281" Type="http://schemas.openxmlformats.org/officeDocument/2006/relationships/tags" Target="../tags/tag1201.xml"/><Relationship Id="rId337" Type="http://schemas.openxmlformats.org/officeDocument/2006/relationships/tags" Target="../tags/tag1257.xml"/><Relationship Id="rId34" Type="http://schemas.openxmlformats.org/officeDocument/2006/relationships/tags" Target="../tags/tag954.xml"/><Relationship Id="rId76" Type="http://schemas.openxmlformats.org/officeDocument/2006/relationships/tags" Target="../tags/tag996.xml"/><Relationship Id="rId141" Type="http://schemas.openxmlformats.org/officeDocument/2006/relationships/tags" Target="../tags/tag1061.xml"/><Relationship Id="rId379" Type="http://schemas.openxmlformats.org/officeDocument/2006/relationships/tags" Target="../tags/tag1299.xml"/><Relationship Id="rId7" Type="http://schemas.openxmlformats.org/officeDocument/2006/relationships/tags" Target="../tags/tag927.xml"/><Relationship Id="rId183" Type="http://schemas.openxmlformats.org/officeDocument/2006/relationships/tags" Target="../tags/tag1103.xml"/><Relationship Id="rId239" Type="http://schemas.openxmlformats.org/officeDocument/2006/relationships/tags" Target="../tags/tag1159.xml"/><Relationship Id="rId390" Type="http://schemas.openxmlformats.org/officeDocument/2006/relationships/tags" Target="../tags/tag1310.xml"/><Relationship Id="rId404" Type="http://schemas.openxmlformats.org/officeDocument/2006/relationships/tags" Target="../tags/tag1324.xml"/><Relationship Id="rId446" Type="http://schemas.openxmlformats.org/officeDocument/2006/relationships/tags" Target="../tags/tag1366.xml"/><Relationship Id="rId250" Type="http://schemas.openxmlformats.org/officeDocument/2006/relationships/tags" Target="../tags/tag1170.xml"/><Relationship Id="rId292" Type="http://schemas.openxmlformats.org/officeDocument/2006/relationships/tags" Target="../tags/tag1212.xml"/><Relationship Id="rId306" Type="http://schemas.openxmlformats.org/officeDocument/2006/relationships/tags" Target="../tags/tag1226.xml"/><Relationship Id="rId45" Type="http://schemas.openxmlformats.org/officeDocument/2006/relationships/tags" Target="../tags/tag965.xml"/><Relationship Id="rId87" Type="http://schemas.openxmlformats.org/officeDocument/2006/relationships/tags" Target="../tags/tag1007.xml"/><Relationship Id="rId110" Type="http://schemas.openxmlformats.org/officeDocument/2006/relationships/tags" Target="../tags/tag1030.xml"/><Relationship Id="rId348" Type="http://schemas.openxmlformats.org/officeDocument/2006/relationships/tags" Target="../tags/tag1268.xml"/><Relationship Id="rId152" Type="http://schemas.openxmlformats.org/officeDocument/2006/relationships/tags" Target="../tags/tag1072.xml"/><Relationship Id="rId194" Type="http://schemas.openxmlformats.org/officeDocument/2006/relationships/tags" Target="../tags/tag1114.xml"/><Relationship Id="rId208" Type="http://schemas.openxmlformats.org/officeDocument/2006/relationships/tags" Target="../tags/tag1128.xml"/><Relationship Id="rId415" Type="http://schemas.openxmlformats.org/officeDocument/2006/relationships/tags" Target="../tags/tag1335.xml"/><Relationship Id="rId457" Type="http://schemas.openxmlformats.org/officeDocument/2006/relationships/tags" Target="../tags/tag1377.xml"/><Relationship Id="rId261" Type="http://schemas.openxmlformats.org/officeDocument/2006/relationships/tags" Target="../tags/tag1181.xml"/><Relationship Id="rId14" Type="http://schemas.openxmlformats.org/officeDocument/2006/relationships/tags" Target="../tags/tag934.xml"/><Relationship Id="rId56" Type="http://schemas.openxmlformats.org/officeDocument/2006/relationships/tags" Target="../tags/tag976.xml"/><Relationship Id="rId317" Type="http://schemas.openxmlformats.org/officeDocument/2006/relationships/tags" Target="../tags/tag1237.xml"/><Relationship Id="rId359" Type="http://schemas.openxmlformats.org/officeDocument/2006/relationships/tags" Target="../tags/tag1279.xml"/><Relationship Id="rId98" Type="http://schemas.openxmlformats.org/officeDocument/2006/relationships/tags" Target="../tags/tag1018.xml"/><Relationship Id="rId121" Type="http://schemas.openxmlformats.org/officeDocument/2006/relationships/tags" Target="../tags/tag1041.xml"/><Relationship Id="rId163" Type="http://schemas.openxmlformats.org/officeDocument/2006/relationships/tags" Target="../tags/tag1083.xml"/><Relationship Id="rId219" Type="http://schemas.openxmlformats.org/officeDocument/2006/relationships/tags" Target="../tags/tag1139.xml"/><Relationship Id="rId370" Type="http://schemas.openxmlformats.org/officeDocument/2006/relationships/tags" Target="../tags/tag1290.xml"/><Relationship Id="rId426" Type="http://schemas.openxmlformats.org/officeDocument/2006/relationships/tags" Target="../tags/tag1346.xml"/><Relationship Id="rId230" Type="http://schemas.openxmlformats.org/officeDocument/2006/relationships/tags" Target="../tags/tag1150.xml"/><Relationship Id="rId468" Type="http://schemas.openxmlformats.org/officeDocument/2006/relationships/tags" Target="../tags/tag1388.xml"/><Relationship Id="rId25" Type="http://schemas.openxmlformats.org/officeDocument/2006/relationships/tags" Target="../tags/tag945.xml"/><Relationship Id="rId67" Type="http://schemas.openxmlformats.org/officeDocument/2006/relationships/tags" Target="../tags/tag987.xml"/><Relationship Id="rId272" Type="http://schemas.openxmlformats.org/officeDocument/2006/relationships/tags" Target="../tags/tag1192.xml"/><Relationship Id="rId328" Type="http://schemas.openxmlformats.org/officeDocument/2006/relationships/tags" Target="../tags/tag1248.xml"/><Relationship Id="rId132" Type="http://schemas.openxmlformats.org/officeDocument/2006/relationships/tags" Target="../tags/tag1052.xml"/><Relationship Id="rId174" Type="http://schemas.openxmlformats.org/officeDocument/2006/relationships/tags" Target="../tags/tag1094.xml"/><Relationship Id="rId381" Type="http://schemas.openxmlformats.org/officeDocument/2006/relationships/tags" Target="../tags/tag1301.xml"/><Relationship Id="rId241" Type="http://schemas.openxmlformats.org/officeDocument/2006/relationships/tags" Target="../tags/tag1161.xml"/><Relationship Id="rId437" Type="http://schemas.openxmlformats.org/officeDocument/2006/relationships/tags" Target="../tags/tag1357.xml"/><Relationship Id="rId36" Type="http://schemas.openxmlformats.org/officeDocument/2006/relationships/tags" Target="../tags/tag956.xml"/><Relationship Id="rId283" Type="http://schemas.openxmlformats.org/officeDocument/2006/relationships/tags" Target="../tags/tag1203.xml"/><Relationship Id="rId339" Type="http://schemas.openxmlformats.org/officeDocument/2006/relationships/tags" Target="../tags/tag1259.xml"/><Relationship Id="rId78" Type="http://schemas.openxmlformats.org/officeDocument/2006/relationships/tags" Target="../tags/tag998.xml"/><Relationship Id="rId101" Type="http://schemas.openxmlformats.org/officeDocument/2006/relationships/tags" Target="../tags/tag1021.xml"/><Relationship Id="rId143" Type="http://schemas.openxmlformats.org/officeDocument/2006/relationships/tags" Target="../tags/tag1063.xml"/><Relationship Id="rId185" Type="http://schemas.openxmlformats.org/officeDocument/2006/relationships/tags" Target="../tags/tag1105.xml"/><Relationship Id="rId350" Type="http://schemas.openxmlformats.org/officeDocument/2006/relationships/tags" Target="../tags/tag1270.xml"/><Relationship Id="rId406" Type="http://schemas.openxmlformats.org/officeDocument/2006/relationships/tags" Target="../tags/tag1326.xml"/><Relationship Id="rId9" Type="http://schemas.openxmlformats.org/officeDocument/2006/relationships/tags" Target="../tags/tag929.xml"/><Relationship Id="rId210" Type="http://schemas.openxmlformats.org/officeDocument/2006/relationships/tags" Target="../tags/tag1130.xml"/><Relationship Id="rId392" Type="http://schemas.openxmlformats.org/officeDocument/2006/relationships/tags" Target="../tags/tag1312.xml"/><Relationship Id="rId448" Type="http://schemas.openxmlformats.org/officeDocument/2006/relationships/tags" Target="../tags/tag1368.xml"/><Relationship Id="rId252" Type="http://schemas.openxmlformats.org/officeDocument/2006/relationships/tags" Target="../tags/tag1172.xml"/><Relationship Id="rId294" Type="http://schemas.openxmlformats.org/officeDocument/2006/relationships/tags" Target="../tags/tag1214.xml"/><Relationship Id="rId308" Type="http://schemas.openxmlformats.org/officeDocument/2006/relationships/tags" Target="../tags/tag1228.xml"/><Relationship Id="rId47" Type="http://schemas.openxmlformats.org/officeDocument/2006/relationships/tags" Target="../tags/tag967.xml"/><Relationship Id="rId89" Type="http://schemas.openxmlformats.org/officeDocument/2006/relationships/tags" Target="../tags/tag1009.xml"/><Relationship Id="rId112" Type="http://schemas.openxmlformats.org/officeDocument/2006/relationships/tags" Target="../tags/tag1032.xml"/><Relationship Id="rId154" Type="http://schemas.openxmlformats.org/officeDocument/2006/relationships/tags" Target="../tags/tag1074.xml"/><Relationship Id="rId361" Type="http://schemas.openxmlformats.org/officeDocument/2006/relationships/tags" Target="../tags/tag1281.xml"/><Relationship Id="rId196" Type="http://schemas.openxmlformats.org/officeDocument/2006/relationships/tags" Target="../tags/tag1116.xml"/><Relationship Id="rId417" Type="http://schemas.openxmlformats.org/officeDocument/2006/relationships/tags" Target="../tags/tag1337.xml"/><Relationship Id="rId459" Type="http://schemas.openxmlformats.org/officeDocument/2006/relationships/tags" Target="../tags/tag1379.xml"/><Relationship Id="rId16" Type="http://schemas.openxmlformats.org/officeDocument/2006/relationships/tags" Target="../tags/tag936.xml"/><Relationship Id="rId221" Type="http://schemas.openxmlformats.org/officeDocument/2006/relationships/tags" Target="../tags/tag1141.xml"/><Relationship Id="rId263" Type="http://schemas.openxmlformats.org/officeDocument/2006/relationships/tags" Target="../tags/tag1183.xml"/><Relationship Id="rId319" Type="http://schemas.openxmlformats.org/officeDocument/2006/relationships/tags" Target="../tags/tag1239.xml"/><Relationship Id="rId470" Type="http://schemas.openxmlformats.org/officeDocument/2006/relationships/slideLayout" Target="../slideLayouts/slideLayout13.xml"/><Relationship Id="rId58" Type="http://schemas.openxmlformats.org/officeDocument/2006/relationships/tags" Target="../tags/tag978.xml"/><Relationship Id="rId123" Type="http://schemas.openxmlformats.org/officeDocument/2006/relationships/tags" Target="../tags/tag1043.xml"/><Relationship Id="rId330" Type="http://schemas.openxmlformats.org/officeDocument/2006/relationships/tags" Target="../tags/tag1250.xml"/><Relationship Id="rId165" Type="http://schemas.openxmlformats.org/officeDocument/2006/relationships/tags" Target="../tags/tag1085.xml"/><Relationship Id="rId372" Type="http://schemas.openxmlformats.org/officeDocument/2006/relationships/tags" Target="../tags/tag1292.xml"/><Relationship Id="rId428" Type="http://schemas.openxmlformats.org/officeDocument/2006/relationships/tags" Target="../tags/tag1348.xml"/><Relationship Id="rId232" Type="http://schemas.openxmlformats.org/officeDocument/2006/relationships/tags" Target="../tags/tag1152.xml"/><Relationship Id="rId274" Type="http://schemas.openxmlformats.org/officeDocument/2006/relationships/tags" Target="../tags/tag1194.xml"/><Relationship Id="rId27" Type="http://schemas.openxmlformats.org/officeDocument/2006/relationships/tags" Target="../tags/tag947.xml"/><Relationship Id="rId69" Type="http://schemas.openxmlformats.org/officeDocument/2006/relationships/tags" Target="../tags/tag989.xml"/><Relationship Id="rId134" Type="http://schemas.openxmlformats.org/officeDocument/2006/relationships/tags" Target="../tags/tag1054.xml"/><Relationship Id="rId80" Type="http://schemas.openxmlformats.org/officeDocument/2006/relationships/tags" Target="../tags/tag1000.xml"/><Relationship Id="rId176" Type="http://schemas.openxmlformats.org/officeDocument/2006/relationships/tags" Target="../tags/tag1096.xml"/><Relationship Id="rId341" Type="http://schemas.openxmlformats.org/officeDocument/2006/relationships/tags" Target="../tags/tag1261.xml"/><Relationship Id="rId383" Type="http://schemas.openxmlformats.org/officeDocument/2006/relationships/tags" Target="../tags/tag1303.xml"/><Relationship Id="rId439" Type="http://schemas.openxmlformats.org/officeDocument/2006/relationships/tags" Target="../tags/tag1359.xml"/><Relationship Id="rId201" Type="http://schemas.openxmlformats.org/officeDocument/2006/relationships/tags" Target="../tags/tag1121.xml"/><Relationship Id="rId243" Type="http://schemas.openxmlformats.org/officeDocument/2006/relationships/tags" Target="../tags/tag1163.xml"/><Relationship Id="rId285" Type="http://schemas.openxmlformats.org/officeDocument/2006/relationships/tags" Target="../tags/tag1205.xml"/><Relationship Id="rId450" Type="http://schemas.openxmlformats.org/officeDocument/2006/relationships/tags" Target="../tags/tag1370.xml"/><Relationship Id="rId38" Type="http://schemas.openxmlformats.org/officeDocument/2006/relationships/tags" Target="../tags/tag958.xml"/><Relationship Id="rId103" Type="http://schemas.openxmlformats.org/officeDocument/2006/relationships/tags" Target="../tags/tag1023.xml"/><Relationship Id="rId310" Type="http://schemas.openxmlformats.org/officeDocument/2006/relationships/tags" Target="../tags/tag1230.xml"/><Relationship Id="rId91" Type="http://schemas.openxmlformats.org/officeDocument/2006/relationships/tags" Target="../tags/tag1011.xml"/><Relationship Id="rId145" Type="http://schemas.openxmlformats.org/officeDocument/2006/relationships/tags" Target="../tags/tag1065.xml"/><Relationship Id="rId187" Type="http://schemas.openxmlformats.org/officeDocument/2006/relationships/tags" Target="../tags/tag1107.xml"/><Relationship Id="rId352" Type="http://schemas.openxmlformats.org/officeDocument/2006/relationships/tags" Target="../tags/tag1272.xml"/><Relationship Id="rId394" Type="http://schemas.openxmlformats.org/officeDocument/2006/relationships/tags" Target="../tags/tag1314.xml"/><Relationship Id="rId408" Type="http://schemas.openxmlformats.org/officeDocument/2006/relationships/tags" Target="../tags/tag1328.xml"/><Relationship Id="rId212" Type="http://schemas.openxmlformats.org/officeDocument/2006/relationships/tags" Target="../tags/tag1132.xml"/><Relationship Id="rId254" Type="http://schemas.openxmlformats.org/officeDocument/2006/relationships/tags" Target="../tags/tag1174.xml"/><Relationship Id="rId49" Type="http://schemas.openxmlformats.org/officeDocument/2006/relationships/tags" Target="../tags/tag969.xml"/><Relationship Id="rId114" Type="http://schemas.openxmlformats.org/officeDocument/2006/relationships/tags" Target="../tags/tag1034.xml"/><Relationship Id="rId296" Type="http://schemas.openxmlformats.org/officeDocument/2006/relationships/tags" Target="../tags/tag1216.xml"/><Relationship Id="rId461" Type="http://schemas.openxmlformats.org/officeDocument/2006/relationships/tags" Target="../tags/tag1381.xml"/><Relationship Id="rId60" Type="http://schemas.openxmlformats.org/officeDocument/2006/relationships/tags" Target="../tags/tag980.xml"/><Relationship Id="rId156" Type="http://schemas.openxmlformats.org/officeDocument/2006/relationships/tags" Target="../tags/tag1076.xml"/><Relationship Id="rId198" Type="http://schemas.openxmlformats.org/officeDocument/2006/relationships/tags" Target="../tags/tag1118.xml"/><Relationship Id="rId321" Type="http://schemas.openxmlformats.org/officeDocument/2006/relationships/tags" Target="../tags/tag1241.xml"/><Relationship Id="rId363" Type="http://schemas.openxmlformats.org/officeDocument/2006/relationships/tags" Target="../tags/tag1283.xml"/><Relationship Id="rId419" Type="http://schemas.openxmlformats.org/officeDocument/2006/relationships/tags" Target="../tags/tag1339.xml"/><Relationship Id="rId223" Type="http://schemas.openxmlformats.org/officeDocument/2006/relationships/tags" Target="../tags/tag1143.xml"/><Relationship Id="rId430" Type="http://schemas.openxmlformats.org/officeDocument/2006/relationships/tags" Target="../tags/tag1350.xml"/><Relationship Id="rId18" Type="http://schemas.openxmlformats.org/officeDocument/2006/relationships/tags" Target="../tags/tag938.xml"/><Relationship Id="rId265" Type="http://schemas.openxmlformats.org/officeDocument/2006/relationships/tags" Target="../tags/tag1185.xml"/><Relationship Id="rId125" Type="http://schemas.openxmlformats.org/officeDocument/2006/relationships/tags" Target="../tags/tag1045.xml"/><Relationship Id="rId167" Type="http://schemas.openxmlformats.org/officeDocument/2006/relationships/tags" Target="../tags/tag1087.xml"/><Relationship Id="rId332" Type="http://schemas.openxmlformats.org/officeDocument/2006/relationships/tags" Target="../tags/tag1252.xml"/><Relationship Id="rId374" Type="http://schemas.openxmlformats.org/officeDocument/2006/relationships/tags" Target="../tags/tag1294.xml"/><Relationship Id="rId71" Type="http://schemas.openxmlformats.org/officeDocument/2006/relationships/tags" Target="../tags/tag991.xml"/><Relationship Id="rId234" Type="http://schemas.openxmlformats.org/officeDocument/2006/relationships/tags" Target="../tags/tag1154.xml"/><Relationship Id="rId2" Type="http://schemas.openxmlformats.org/officeDocument/2006/relationships/tags" Target="../tags/tag922.xml"/><Relationship Id="rId29" Type="http://schemas.openxmlformats.org/officeDocument/2006/relationships/tags" Target="../tags/tag949.xml"/><Relationship Id="rId276" Type="http://schemas.openxmlformats.org/officeDocument/2006/relationships/tags" Target="../tags/tag1196.xml"/><Relationship Id="rId441" Type="http://schemas.openxmlformats.org/officeDocument/2006/relationships/tags" Target="../tags/tag1361.xml"/><Relationship Id="rId40" Type="http://schemas.openxmlformats.org/officeDocument/2006/relationships/tags" Target="../tags/tag960.xml"/><Relationship Id="rId136" Type="http://schemas.openxmlformats.org/officeDocument/2006/relationships/tags" Target="../tags/tag1056.xml"/><Relationship Id="rId178" Type="http://schemas.openxmlformats.org/officeDocument/2006/relationships/tags" Target="../tags/tag1098.xml"/><Relationship Id="rId301" Type="http://schemas.openxmlformats.org/officeDocument/2006/relationships/tags" Target="../tags/tag1221.xml"/><Relationship Id="rId343" Type="http://schemas.openxmlformats.org/officeDocument/2006/relationships/tags" Target="../tags/tag1263.xml"/><Relationship Id="rId82" Type="http://schemas.openxmlformats.org/officeDocument/2006/relationships/tags" Target="../tags/tag1002.xml"/><Relationship Id="rId203" Type="http://schemas.openxmlformats.org/officeDocument/2006/relationships/tags" Target="../tags/tag1123.xml"/><Relationship Id="rId385" Type="http://schemas.openxmlformats.org/officeDocument/2006/relationships/tags" Target="../tags/tag1305.xml"/><Relationship Id="rId19" Type="http://schemas.openxmlformats.org/officeDocument/2006/relationships/tags" Target="../tags/tag939.xml"/><Relationship Id="rId224" Type="http://schemas.openxmlformats.org/officeDocument/2006/relationships/tags" Target="../tags/tag1144.xml"/><Relationship Id="rId245" Type="http://schemas.openxmlformats.org/officeDocument/2006/relationships/tags" Target="../tags/tag1165.xml"/><Relationship Id="rId266" Type="http://schemas.openxmlformats.org/officeDocument/2006/relationships/tags" Target="../tags/tag1186.xml"/><Relationship Id="rId287" Type="http://schemas.openxmlformats.org/officeDocument/2006/relationships/tags" Target="../tags/tag1207.xml"/><Relationship Id="rId410" Type="http://schemas.openxmlformats.org/officeDocument/2006/relationships/tags" Target="../tags/tag1330.xml"/><Relationship Id="rId431" Type="http://schemas.openxmlformats.org/officeDocument/2006/relationships/tags" Target="../tags/tag1351.xml"/><Relationship Id="rId452" Type="http://schemas.openxmlformats.org/officeDocument/2006/relationships/tags" Target="../tags/tag1372.xml"/><Relationship Id="rId30" Type="http://schemas.openxmlformats.org/officeDocument/2006/relationships/tags" Target="../tags/tag950.xml"/><Relationship Id="rId105" Type="http://schemas.openxmlformats.org/officeDocument/2006/relationships/tags" Target="../tags/tag1025.xml"/><Relationship Id="rId126" Type="http://schemas.openxmlformats.org/officeDocument/2006/relationships/tags" Target="../tags/tag1046.xml"/><Relationship Id="rId147" Type="http://schemas.openxmlformats.org/officeDocument/2006/relationships/tags" Target="../tags/tag1067.xml"/><Relationship Id="rId168" Type="http://schemas.openxmlformats.org/officeDocument/2006/relationships/tags" Target="../tags/tag1088.xml"/><Relationship Id="rId312" Type="http://schemas.openxmlformats.org/officeDocument/2006/relationships/tags" Target="../tags/tag1232.xml"/><Relationship Id="rId333" Type="http://schemas.openxmlformats.org/officeDocument/2006/relationships/tags" Target="../tags/tag1253.xml"/><Relationship Id="rId354" Type="http://schemas.openxmlformats.org/officeDocument/2006/relationships/tags" Target="../tags/tag1274.xml"/><Relationship Id="rId51" Type="http://schemas.openxmlformats.org/officeDocument/2006/relationships/tags" Target="../tags/tag971.xml"/><Relationship Id="rId72" Type="http://schemas.openxmlformats.org/officeDocument/2006/relationships/tags" Target="../tags/tag992.xml"/><Relationship Id="rId93" Type="http://schemas.openxmlformats.org/officeDocument/2006/relationships/tags" Target="../tags/tag1013.xml"/><Relationship Id="rId189" Type="http://schemas.openxmlformats.org/officeDocument/2006/relationships/tags" Target="../tags/tag1109.xml"/><Relationship Id="rId375" Type="http://schemas.openxmlformats.org/officeDocument/2006/relationships/tags" Target="../tags/tag1295.xml"/><Relationship Id="rId396" Type="http://schemas.openxmlformats.org/officeDocument/2006/relationships/tags" Target="../tags/tag1316.xml"/><Relationship Id="rId3" Type="http://schemas.openxmlformats.org/officeDocument/2006/relationships/tags" Target="../tags/tag923.xml"/><Relationship Id="rId214" Type="http://schemas.openxmlformats.org/officeDocument/2006/relationships/tags" Target="../tags/tag1134.xml"/><Relationship Id="rId235" Type="http://schemas.openxmlformats.org/officeDocument/2006/relationships/tags" Target="../tags/tag1155.xml"/><Relationship Id="rId256" Type="http://schemas.openxmlformats.org/officeDocument/2006/relationships/tags" Target="../tags/tag1176.xml"/><Relationship Id="rId277" Type="http://schemas.openxmlformats.org/officeDocument/2006/relationships/tags" Target="../tags/tag1197.xml"/><Relationship Id="rId298" Type="http://schemas.openxmlformats.org/officeDocument/2006/relationships/tags" Target="../tags/tag1218.xml"/><Relationship Id="rId400" Type="http://schemas.openxmlformats.org/officeDocument/2006/relationships/tags" Target="../tags/tag1320.xml"/><Relationship Id="rId421" Type="http://schemas.openxmlformats.org/officeDocument/2006/relationships/tags" Target="../tags/tag1341.xml"/><Relationship Id="rId442" Type="http://schemas.openxmlformats.org/officeDocument/2006/relationships/tags" Target="../tags/tag1362.xml"/><Relationship Id="rId463" Type="http://schemas.openxmlformats.org/officeDocument/2006/relationships/tags" Target="../tags/tag1383.xml"/><Relationship Id="rId116" Type="http://schemas.openxmlformats.org/officeDocument/2006/relationships/tags" Target="../tags/tag1036.xml"/><Relationship Id="rId137" Type="http://schemas.openxmlformats.org/officeDocument/2006/relationships/tags" Target="../tags/tag1057.xml"/><Relationship Id="rId158" Type="http://schemas.openxmlformats.org/officeDocument/2006/relationships/tags" Target="../tags/tag1078.xml"/><Relationship Id="rId302" Type="http://schemas.openxmlformats.org/officeDocument/2006/relationships/tags" Target="../tags/tag1222.xml"/><Relationship Id="rId323" Type="http://schemas.openxmlformats.org/officeDocument/2006/relationships/tags" Target="../tags/tag1243.xml"/><Relationship Id="rId344" Type="http://schemas.openxmlformats.org/officeDocument/2006/relationships/tags" Target="../tags/tag1264.xml"/><Relationship Id="rId20" Type="http://schemas.openxmlformats.org/officeDocument/2006/relationships/tags" Target="../tags/tag940.xml"/><Relationship Id="rId41" Type="http://schemas.openxmlformats.org/officeDocument/2006/relationships/tags" Target="../tags/tag961.xml"/><Relationship Id="rId62" Type="http://schemas.openxmlformats.org/officeDocument/2006/relationships/tags" Target="../tags/tag982.xml"/><Relationship Id="rId83" Type="http://schemas.openxmlformats.org/officeDocument/2006/relationships/tags" Target="../tags/tag1003.xml"/><Relationship Id="rId179" Type="http://schemas.openxmlformats.org/officeDocument/2006/relationships/tags" Target="../tags/tag1099.xml"/><Relationship Id="rId365" Type="http://schemas.openxmlformats.org/officeDocument/2006/relationships/tags" Target="../tags/tag1285.xml"/><Relationship Id="rId386" Type="http://schemas.openxmlformats.org/officeDocument/2006/relationships/tags" Target="../tags/tag1306.xml"/><Relationship Id="rId190" Type="http://schemas.openxmlformats.org/officeDocument/2006/relationships/tags" Target="../tags/tag1110.xml"/><Relationship Id="rId204" Type="http://schemas.openxmlformats.org/officeDocument/2006/relationships/tags" Target="../tags/tag1124.xml"/><Relationship Id="rId225" Type="http://schemas.openxmlformats.org/officeDocument/2006/relationships/tags" Target="../tags/tag1145.xml"/><Relationship Id="rId246" Type="http://schemas.openxmlformats.org/officeDocument/2006/relationships/tags" Target="../tags/tag1166.xml"/><Relationship Id="rId267" Type="http://schemas.openxmlformats.org/officeDocument/2006/relationships/tags" Target="../tags/tag1187.xml"/><Relationship Id="rId288" Type="http://schemas.openxmlformats.org/officeDocument/2006/relationships/tags" Target="../tags/tag1208.xml"/><Relationship Id="rId411" Type="http://schemas.openxmlformats.org/officeDocument/2006/relationships/tags" Target="../tags/tag1331.xml"/><Relationship Id="rId432" Type="http://schemas.openxmlformats.org/officeDocument/2006/relationships/tags" Target="../tags/tag1352.xml"/><Relationship Id="rId453" Type="http://schemas.openxmlformats.org/officeDocument/2006/relationships/tags" Target="../tags/tag1373.xml"/><Relationship Id="rId106" Type="http://schemas.openxmlformats.org/officeDocument/2006/relationships/tags" Target="../tags/tag1026.xml"/><Relationship Id="rId127" Type="http://schemas.openxmlformats.org/officeDocument/2006/relationships/tags" Target="../tags/tag1047.xml"/><Relationship Id="rId313" Type="http://schemas.openxmlformats.org/officeDocument/2006/relationships/tags" Target="../tags/tag1233.xml"/><Relationship Id="rId10" Type="http://schemas.openxmlformats.org/officeDocument/2006/relationships/tags" Target="../tags/tag930.xml"/><Relationship Id="rId31" Type="http://schemas.openxmlformats.org/officeDocument/2006/relationships/tags" Target="../tags/tag951.xml"/><Relationship Id="rId52" Type="http://schemas.openxmlformats.org/officeDocument/2006/relationships/tags" Target="../tags/tag972.xml"/><Relationship Id="rId73" Type="http://schemas.openxmlformats.org/officeDocument/2006/relationships/tags" Target="../tags/tag993.xml"/><Relationship Id="rId94" Type="http://schemas.openxmlformats.org/officeDocument/2006/relationships/tags" Target="../tags/tag1014.xml"/><Relationship Id="rId148" Type="http://schemas.openxmlformats.org/officeDocument/2006/relationships/tags" Target="../tags/tag1068.xml"/><Relationship Id="rId169" Type="http://schemas.openxmlformats.org/officeDocument/2006/relationships/tags" Target="../tags/tag1089.xml"/><Relationship Id="rId334" Type="http://schemas.openxmlformats.org/officeDocument/2006/relationships/tags" Target="../tags/tag1254.xml"/><Relationship Id="rId355" Type="http://schemas.openxmlformats.org/officeDocument/2006/relationships/tags" Target="../tags/tag1275.xml"/><Relationship Id="rId376" Type="http://schemas.openxmlformats.org/officeDocument/2006/relationships/tags" Target="../tags/tag1296.xml"/><Relationship Id="rId397" Type="http://schemas.openxmlformats.org/officeDocument/2006/relationships/tags" Target="../tags/tag1317.xml"/><Relationship Id="rId4" Type="http://schemas.openxmlformats.org/officeDocument/2006/relationships/tags" Target="../tags/tag924.xml"/><Relationship Id="rId180" Type="http://schemas.openxmlformats.org/officeDocument/2006/relationships/tags" Target="../tags/tag1100.xml"/><Relationship Id="rId215" Type="http://schemas.openxmlformats.org/officeDocument/2006/relationships/tags" Target="../tags/tag1135.xml"/><Relationship Id="rId236" Type="http://schemas.openxmlformats.org/officeDocument/2006/relationships/tags" Target="../tags/tag1156.xml"/><Relationship Id="rId257" Type="http://schemas.openxmlformats.org/officeDocument/2006/relationships/tags" Target="../tags/tag1177.xml"/><Relationship Id="rId278" Type="http://schemas.openxmlformats.org/officeDocument/2006/relationships/tags" Target="../tags/tag1198.xml"/><Relationship Id="rId401" Type="http://schemas.openxmlformats.org/officeDocument/2006/relationships/tags" Target="../tags/tag1321.xml"/><Relationship Id="rId422" Type="http://schemas.openxmlformats.org/officeDocument/2006/relationships/tags" Target="../tags/tag1342.xml"/><Relationship Id="rId443" Type="http://schemas.openxmlformats.org/officeDocument/2006/relationships/tags" Target="../tags/tag1363.xml"/><Relationship Id="rId464" Type="http://schemas.openxmlformats.org/officeDocument/2006/relationships/tags" Target="../tags/tag1384.xml"/><Relationship Id="rId303" Type="http://schemas.openxmlformats.org/officeDocument/2006/relationships/tags" Target="../tags/tag1223.xml"/><Relationship Id="rId42" Type="http://schemas.openxmlformats.org/officeDocument/2006/relationships/tags" Target="../tags/tag962.xml"/><Relationship Id="rId84" Type="http://schemas.openxmlformats.org/officeDocument/2006/relationships/tags" Target="../tags/tag1004.xml"/><Relationship Id="rId138" Type="http://schemas.openxmlformats.org/officeDocument/2006/relationships/tags" Target="../tags/tag1058.xml"/><Relationship Id="rId345" Type="http://schemas.openxmlformats.org/officeDocument/2006/relationships/tags" Target="../tags/tag1265.xml"/><Relationship Id="rId387" Type="http://schemas.openxmlformats.org/officeDocument/2006/relationships/tags" Target="../tags/tag1307.xml"/><Relationship Id="rId191" Type="http://schemas.openxmlformats.org/officeDocument/2006/relationships/tags" Target="../tags/tag1111.xml"/><Relationship Id="rId205" Type="http://schemas.openxmlformats.org/officeDocument/2006/relationships/tags" Target="../tags/tag1125.xml"/><Relationship Id="rId247" Type="http://schemas.openxmlformats.org/officeDocument/2006/relationships/tags" Target="../tags/tag1167.xml"/><Relationship Id="rId412" Type="http://schemas.openxmlformats.org/officeDocument/2006/relationships/tags" Target="../tags/tag1332.xml"/><Relationship Id="rId107" Type="http://schemas.openxmlformats.org/officeDocument/2006/relationships/tags" Target="../tags/tag1027.xml"/><Relationship Id="rId289" Type="http://schemas.openxmlformats.org/officeDocument/2006/relationships/tags" Target="../tags/tag1209.xml"/><Relationship Id="rId454" Type="http://schemas.openxmlformats.org/officeDocument/2006/relationships/tags" Target="../tags/tag1374.xml"/><Relationship Id="rId11" Type="http://schemas.openxmlformats.org/officeDocument/2006/relationships/tags" Target="../tags/tag931.xml"/><Relationship Id="rId53" Type="http://schemas.openxmlformats.org/officeDocument/2006/relationships/tags" Target="../tags/tag973.xml"/><Relationship Id="rId149" Type="http://schemas.openxmlformats.org/officeDocument/2006/relationships/tags" Target="../tags/tag1069.xml"/><Relationship Id="rId314" Type="http://schemas.openxmlformats.org/officeDocument/2006/relationships/tags" Target="../tags/tag1234.xml"/><Relationship Id="rId356" Type="http://schemas.openxmlformats.org/officeDocument/2006/relationships/tags" Target="../tags/tag1276.xml"/><Relationship Id="rId398" Type="http://schemas.openxmlformats.org/officeDocument/2006/relationships/tags" Target="../tags/tag1318.xml"/><Relationship Id="rId95" Type="http://schemas.openxmlformats.org/officeDocument/2006/relationships/tags" Target="../tags/tag1015.xml"/><Relationship Id="rId160" Type="http://schemas.openxmlformats.org/officeDocument/2006/relationships/tags" Target="../tags/tag1080.xml"/><Relationship Id="rId216" Type="http://schemas.openxmlformats.org/officeDocument/2006/relationships/tags" Target="../tags/tag1136.xml"/><Relationship Id="rId423" Type="http://schemas.openxmlformats.org/officeDocument/2006/relationships/tags" Target="../tags/tag1343.xml"/><Relationship Id="rId258" Type="http://schemas.openxmlformats.org/officeDocument/2006/relationships/tags" Target="../tags/tag1178.xml"/><Relationship Id="rId465" Type="http://schemas.openxmlformats.org/officeDocument/2006/relationships/tags" Target="../tags/tag1385.xml"/><Relationship Id="rId22" Type="http://schemas.openxmlformats.org/officeDocument/2006/relationships/tags" Target="../tags/tag942.xml"/><Relationship Id="rId64" Type="http://schemas.openxmlformats.org/officeDocument/2006/relationships/tags" Target="../tags/tag984.xml"/><Relationship Id="rId118" Type="http://schemas.openxmlformats.org/officeDocument/2006/relationships/tags" Target="../tags/tag1038.xml"/><Relationship Id="rId325" Type="http://schemas.openxmlformats.org/officeDocument/2006/relationships/tags" Target="../tags/tag1245.xml"/><Relationship Id="rId367" Type="http://schemas.openxmlformats.org/officeDocument/2006/relationships/tags" Target="../tags/tag1287.xml"/><Relationship Id="rId171" Type="http://schemas.openxmlformats.org/officeDocument/2006/relationships/tags" Target="../tags/tag1091.xml"/><Relationship Id="rId227" Type="http://schemas.openxmlformats.org/officeDocument/2006/relationships/tags" Target="../tags/tag1147.xml"/><Relationship Id="rId269" Type="http://schemas.openxmlformats.org/officeDocument/2006/relationships/tags" Target="../tags/tag1189.xml"/><Relationship Id="rId434" Type="http://schemas.openxmlformats.org/officeDocument/2006/relationships/tags" Target="../tags/tag1354.xml"/><Relationship Id="rId33" Type="http://schemas.openxmlformats.org/officeDocument/2006/relationships/tags" Target="../tags/tag953.xml"/><Relationship Id="rId129" Type="http://schemas.openxmlformats.org/officeDocument/2006/relationships/tags" Target="../tags/tag1049.xml"/><Relationship Id="rId280" Type="http://schemas.openxmlformats.org/officeDocument/2006/relationships/tags" Target="../tags/tag1200.xml"/><Relationship Id="rId336" Type="http://schemas.openxmlformats.org/officeDocument/2006/relationships/tags" Target="../tags/tag1256.xml"/><Relationship Id="rId75" Type="http://schemas.openxmlformats.org/officeDocument/2006/relationships/tags" Target="../tags/tag995.xml"/><Relationship Id="rId140" Type="http://schemas.openxmlformats.org/officeDocument/2006/relationships/tags" Target="../tags/tag1060.xml"/><Relationship Id="rId182" Type="http://schemas.openxmlformats.org/officeDocument/2006/relationships/tags" Target="../tags/tag1102.xml"/><Relationship Id="rId378" Type="http://schemas.openxmlformats.org/officeDocument/2006/relationships/tags" Target="../tags/tag1298.xml"/><Relationship Id="rId403" Type="http://schemas.openxmlformats.org/officeDocument/2006/relationships/tags" Target="../tags/tag1323.xml"/><Relationship Id="rId6" Type="http://schemas.openxmlformats.org/officeDocument/2006/relationships/tags" Target="../tags/tag926.xml"/><Relationship Id="rId238" Type="http://schemas.openxmlformats.org/officeDocument/2006/relationships/tags" Target="../tags/tag1158.xml"/><Relationship Id="rId445" Type="http://schemas.openxmlformats.org/officeDocument/2006/relationships/tags" Target="../tags/tag1365.xml"/><Relationship Id="rId291" Type="http://schemas.openxmlformats.org/officeDocument/2006/relationships/tags" Target="../tags/tag1211.xml"/><Relationship Id="rId305" Type="http://schemas.openxmlformats.org/officeDocument/2006/relationships/tags" Target="../tags/tag1225.xml"/><Relationship Id="rId347" Type="http://schemas.openxmlformats.org/officeDocument/2006/relationships/tags" Target="../tags/tag1267.xml"/><Relationship Id="rId44" Type="http://schemas.openxmlformats.org/officeDocument/2006/relationships/tags" Target="../tags/tag964.xml"/><Relationship Id="rId86" Type="http://schemas.openxmlformats.org/officeDocument/2006/relationships/tags" Target="../tags/tag1006.xml"/><Relationship Id="rId151" Type="http://schemas.openxmlformats.org/officeDocument/2006/relationships/tags" Target="../tags/tag1071.xml"/><Relationship Id="rId389" Type="http://schemas.openxmlformats.org/officeDocument/2006/relationships/tags" Target="../tags/tag1309.xml"/><Relationship Id="rId193" Type="http://schemas.openxmlformats.org/officeDocument/2006/relationships/tags" Target="../tags/tag1113.xml"/><Relationship Id="rId207" Type="http://schemas.openxmlformats.org/officeDocument/2006/relationships/tags" Target="../tags/tag1127.xml"/><Relationship Id="rId249" Type="http://schemas.openxmlformats.org/officeDocument/2006/relationships/tags" Target="../tags/tag1169.xml"/><Relationship Id="rId414" Type="http://schemas.openxmlformats.org/officeDocument/2006/relationships/tags" Target="../tags/tag1334.xml"/><Relationship Id="rId456" Type="http://schemas.openxmlformats.org/officeDocument/2006/relationships/tags" Target="../tags/tag1376.xml"/><Relationship Id="rId13" Type="http://schemas.openxmlformats.org/officeDocument/2006/relationships/tags" Target="../tags/tag933.xml"/><Relationship Id="rId109" Type="http://schemas.openxmlformats.org/officeDocument/2006/relationships/tags" Target="../tags/tag1029.xml"/><Relationship Id="rId260" Type="http://schemas.openxmlformats.org/officeDocument/2006/relationships/tags" Target="../tags/tag1180.xml"/><Relationship Id="rId316" Type="http://schemas.openxmlformats.org/officeDocument/2006/relationships/tags" Target="../tags/tag1236.xml"/><Relationship Id="rId55" Type="http://schemas.openxmlformats.org/officeDocument/2006/relationships/tags" Target="../tags/tag975.xml"/><Relationship Id="rId97" Type="http://schemas.openxmlformats.org/officeDocument/2006/relationships/tags" Target="../tags/tag1017.xml"/><Relationship Id="rId120" Type="http://schemas.openxmlformats.org/officeDocument/2006/relationships/tags" Target="../tags/tag1040.xml"/><Relationship Id="rId358" Type="http://schemas.openxmlformats.org/officeDocument/2006/relationships/tags" Target="../tags/tag1278.xml"/><Relationship Id="rId162" Type="http://schemas.openxmlformats.org/officeDocument/2006/relationships/tags" Target="../tags/tag1082.xml"/><Relationship Id="rId218" Type="http://schemas.openxmlformats.org/officeDocument/2006/relationships/tags" Target="../tags/tag1138.xml"/><Relationship Id="rId425" Type="http://schemas.openxmlformats.org/officeDocument/2006/relationships/tags" Target="../tags/tag1345.xml"/><Relationship Id="rId467" Type="http://schemas.openxmlformats.org/officeDocument/2006/relationships/tags" Target="../tags/tag1387.xml"/><Relationship Id="rId271" Type="http://schemas.openxmlformats.org/officeDocument/2006/relationships/tags" Target="../tags/tag1191.xml"/><Relationship Id="rId24" Type="http://schemas.openxmlformats.org/officeDocument/2006/relationships/tags" Target="../tags/tag944.xml"/><Relationship Id="rId66" Type="http://schemas.openxmlformats.org/officeDocument/2006/relationships/tags" Target="../tags/tag986.xml"/><Relationship Id="rId131" Type="http://schemas.openxmlformats.org/officeDocument/2006/relationships/tags" Target="../tags/tag1051.xml"/><Relationship Id="rId327" Type="http://schemas.openxmlformats.org/officeDocument/2006/relationships/tags" Target="../tags/tag1247.xml"/><Relationship Id="rId369" Type="http://schemas.openxmlformats.org/officeDocument/2006/relationships/tags" Target="../tags/tag1289.xml"/><Relationship Id="rId173" Type="http://schemas.openxmlformats.org/officeDocument/2006/relationships/tags" Target="../tags/tag1093.xml"/><Relationship Id="rId229" Type="http://schemas.openxmlformats.org/officeDocument/2006/relationships/tags" Target="../tags/tag1149.xml"/><Relationship Id="rId380" Type="http://schemas.openxmlformats.org/officeDocument/2006/relationships/tags" Target="../tags/tag1300.xml"/><Relationship Id="rId436" Type="http://schemas.openxmlformats.org/officeDocument/2006/relationships/tags" Target="../tags/tag1356.xml"/><Relationship Id="rId240" Type="http://schemas.openxmlformats.org/officeDocument/2006/relationships/tags" Target="../tags/tag1160.xml"/><Relationship Id="rId35" Type="http://schemas.openxmlformats.org/officeDocument/2006/relationships/tags" Target="../tags/tag955.xml"/><Relationship Id="rId77" Type="http://schemas.openxmlformats.org/officeDocument/2006/relationships/tags" Target="../tags/tag997.xml"/><Relationship Id="rId100" Type="http://schemas.openxmlformats.org/officeDocument/2006/relationships/tags" Target="../tags/tag1020.xml"/><Relationship Id="rId282" Type="http://schemas.openxmlformats.org/officeDocument/2006/relationships/tags" Target="../tags/tag1202.xml"/><Relationship Id="rId338" Type="http://schemas.openxmlformats.org/officeDocument/2006/relationships/tags" Target="../tags/tag1258.xml"/><Relationship Id="rId8" Type="http://schemas.openxmlformats.org/officeDocument/2006/relationships/tags" Target="../tags/tag928.xml"/><Relationship Id="rId142" Type="http://schemas.openxmlformats.org/officeDocument/2006/relationships/tags" Target="../tags/tag1062.xml"/><Relationship Id="rId184" Type="http://schemas.openxmlformats.org/officeDocument/2006/relationships/tags" Target="../tags/tag1104.xml"/><Relationship Id="rId391" Type="http://schemas.openxmlformats.org/officeDocument/2006/relationships/tags" Target="../tags/tag1311.xml"/><Relationship Id="rId405" Type="http://schemas.openxmlformats.org/officeDocument/2006/relationships/tags" Target="../tags/tag1325.xml"/><Relationship Id="rId447" Type="http://schemas.openxmlformats.org/officeDocument/2006/relationships/tags" Target="../tags/tag1367.xml"/><Relationship Id="rId251" Type="http://schemas.openxmlformats.org/officeDocument/2006/relationships/tags" Target="../tags/tag1171.xml"/><Relationship Id="rId46" Type="http://schemas.openxmlformats.org/officeDocument/2006/relationships/tags" Target="../tags/tag966.xml"/><Relationship Id="rId293" Type="http://schemas.openxmlformats.org/officeDocument/2006/relationships/tags" Target="../tags/tag1213.xml"/><Relationship Id="rId307" Type="http://schemas.openxmlformats.org/officeDocument/2006/relationships/tags" Target="../tags/tag1227.xml"/><Relationship Id="rId349" Type="http://schemas.openxmlformats.org/officeDocument/2006/relationships/tags" Target="../tags/tag1269.xml"/><Relationship Id="rId88" Type="http://schemas.openxmlformats.org/officeDocument/2006/relationships/tags" Target="../tags/tag1008.xml"/><Relationship Id="rId111" Type="http://schemas.openxmlformats.org/officeDocument/2006/relationships/tags" Target="../tags/tag1031.xml"/><Relationship Id="rId153" Type="http://schemas.openxmlformats.org/officeDocument/2006/relationships/tags" Target="../tags/tag1073.xml"/><Relationship Id="rId195" Type="http://schemas.openxmlformats.org/officeDocument/2006/relationships/tags" Target="../tags/tag1115.xml"/><Relationship Id="rId209" Type="http://schemas.openxmlformats.org/officeDocument/2006/relationships/tags" Target="../tags/tag1129.xml"/><Relationship Id="rId360" Type="http://schemas.openxmlformats.org/officeDocument/2006/relationships/tags" Target="../tags/tag1280.xml"/><Relationship Id="rId416" Type="http://schemas.openxmlformats.org/officeDocument/2006/relationships/tags" Target="../tags/tag1336.xml"/><Relationship Id="rId220" Type="http://schemas.openxmlformats.org/officeDocument/2006/relationships/tags" Target="../tags/tag1140.xml"/><Relationship Id="rId458" Type="http://schemas.openxmlformats.org/officeDocument/2006/relationships/tags" Target="../tags/tag1378.xml"/><Relationship Id="rId15" Type="http://schemas.openxmlformats.org/officeDocument/2006/relationships/tags" Target="../tags/tag935.xml"/><Relationship Id="rId57" Type="http://schemas.openxmlformats.org/officeDocument/2006/relationships/tags" Target="../tags/tag977.xml"/><Relationship Id="rId262" Type="http://schemas.openxmlformats.org/officeDocument/2006/relationships/tags" Target="../tags/tag1182.xml"/><Relationship Id="rId318" Type="http://schemas.openxmlformats.org/officeDocument/2006/relationships/tags" Target="../tags/tag1238.xml"/><Relationship Id="rId99" Type="http://schemas.openxmlformats.org/officeDocument/2006/relationships/tags" Target="../tags/tag1019.xml"/><Relationship Id="rId122" Type="http://schemas.openxmlformats.org/officeDocument/2006/relationships/tags" Target="../tags/tag1042.xml"/><Relationship Id="rId164" Type="http://schemas.openxmlformats.org/officeDocument/2006/relationships/tags" Target="../tags/tag1084.xml"/><Relationship Id="rId371" Type="http://schemas.openxmlformats.org/officeDocument/2006/relationships/tags" Target="../tags/tag1291.xml"/><Relationship Id="rId427" Type="http://schemas.openxmlformats.org/officeDocument/2006/relationships/tags" Target="../tags/tag1347.xml"/><Relationship Id="rId469" Type="http://schemas.openxmlformats.org/officeDocument/2006/relationships/tags" Target="../tags/tag1389.xml"/><Relationship Id="rId26" Type="http://schemas.openxmlformats.org/officeDocument/2006/relationships/tags" Target="../tags/tag946.xml"/><Relationship Id="rId231" Type="http://schemas.openxmlformats.org/officeDocument/2006/relationships/tags" Target="../tags/tag1151.xml"/><Relationship Id="rId273" Type="http://schemas.openxmlformats.org/officeDocument/2006/relationships/tags" Target="../tags/tag1193.xml"/><Relationship Id="rId329" Type="http://schemas.openxmlformats.org/officeDocument/2006/relationships/tags" Target="../tags/tag1249.xml"/><Relationship Id="rId68" Type="http://schemas.openxmlformats.org/officeDocument/2006/relationships/tags" Target="../tags/tag988.xml"/><Relationship Id="rId133" Type="http://schemas.openxmlformats.org/officeDocument/2006/relationships/tags" Target="../tags/tag1053.xml"/><Relationship Id="rId175" Type="http://schemas.openxmlformats.org/officeDocument/2006/relationships/tags" Target="../tags/tag1095.xml"/><Relationship Id="rId340" Type="http://schemas.openxmlformats.org/officeDocument/2006/relationships/tags" Target="../tags/tag1260.xml"/><Relationship Id="rId200" Type="http://schemas.openxmlformats.org/officeDocument/2006/relationships/tags" Target="../tags/tag1120.xml"/><Relationship Id="rId382" Type="http://schemas.openxmlformats.org/officeDocument/2006/relationships/tags" Target="../tags/tag1302.xml"/><Relationship Id="rId438" Type="http://schemas.openxmlformats.org/officeDocument/2006/relationships/tags" Target="../tags/tag1358.xml"/><Relationship Id="rId242" Type="http://schemas.openxmlformats.org/officeDocument/2006/relationships/tags" Target="../tags/tag1162.xml"/><Relationship Id="rId284" Type="http://schemas.openxmlformats.org/officeDocument/2006/relationships/tags" Target="../tags/tag1204.xml"/><Relationship Id="rId37" Type="http://schemas.openxmlformats.org/officeDocument/2006/relationships/tags" Target="../tags/tag957.xml"/><Relationship Id="rId79" Type="http://schemas.openxmlformats.org/officeDocument/2006/relationships/tags" Target="../tags/tag999.xml"/><Relationship Id="rId102" Type="http://schemas.openxmlformats.org/officeDocument/2006/relationships/tags" Target="../tags/tag1022.xml"/><Relationship Id="rId144" Type="http://schemas.openxmlformats.org/officeDocument/2006/relationships/tags" Target="../tags/tag1064.xml"/><Relationship Id="rId90" Type="http://schemas.openxmlformats.org/officeDocument/2006/relationships/tags" Target="../tags/tag1010.xml"/><Relationship Id="rId186" Type="http://schemas.openxmlformats.org/officeDocument/2006/relationships/tags" Target="../tags/tag1106.xml"/><Relationship Id="rId351" Type="http://schemas.openxmlformats.org/officeDocument/2006/relationships/tags" Target="../tags/tag1271.xml"/><Relationship Id="rId393" Type="http://schemas.openxmlformats.org/officeDocument/2006/relationships/tags" Target="../tags/tag1313.xml"/><Relationship Id="rId407" Type="http://schemas.openxmlformats.org/officeDocument/2006/relationships/tags" Target="../tags/tag1327.xml"/><Relationship Id="rId449" Type="http://schemas.openxmlformats.org/officeDocument/2006/relationships/tags" Target="../tags/tag1369.xml"/><Relationship Id="rId211" Type="http://schemas.openxmlformats.org/officeDocument/2006/relationships/tags" Target="../tags/tag1131.xml"/><Relationship Id="rId253" Type="http://schemas.openxmlformats.org/officeDocument/2006/relationships/tags" Target="../tags/tag1173.xml"/><Relationship Id="rId295" Type="http://schemas.openxmlformats.org/officeDocument/2006/relationships/tags" Target="../tags/tag1215.xml"/><Relationship Id="rId309" Type="http://schemas.openxmlformats.org/officeDocument/2006/relationships/tags" Target="../tags/tag1229.xml"/><Relationship Id="rId460" Type="http://schemas.openxmlformats.org/officeDocument/2006/relationships/tags" Target="../tags/tag1380.xml"/><Relationship Id="rId48" Type="http://schemas.openxmlformats.org/officeDocument/2006/relationships/tags" Target="../tags/tag968.xml"/><Relationship Id="rId113" Type="http://schemas.openxmlformats.org/officeDocument/2006/relationships/tags" Target="../tags/tag1033.xml"/><Relationship Id="rId320" Type="http://schemas.openxmlformats.org/officeDocument/2006/relationships/tags" Target="../tags/tag1240.xml"/><Relationship Id="rId155" Type="http://schemas.openxmlformats.org/officeDocument/2006/relationships/tags" Target="../tags/tag1075.xml"/><Relationship Id="rId197" Type="http://schemas.openxmlformats.org/officeDocument/2006/relationships/tags" Target="../tags/tag1117.xml"/><Relationship Id="rId362" Type="http://schemas.openxmlformats.org/officeDocument/2006/relationships/tags" Target="../tags/tag1282.xml"/><Relationship Id="rId418" Type="http://schemas.openxmlformats.org/officeDocument/2006/relationships/tags" Target="../tags/tag1338.xml"/><Relationship Id="rId222" Type="http://schemas.openxmlformats.org/officeDocument/2006/relationships/tags" Target="../tags/tag1142.xml"/><Relationship Id="rId264" Type="http://schemas.openxmlformats.org/officeDocument/2006/relationships/tags" Target="../tags/tag1184.xml"/><Relationship Id="rId17" Type="http://schemas.openxmlformats.org/officeDocument/2006/relationships/tags" Target="../tags/tag937.xml"/><Relationship Id="rId59" Type="http://schemas.openxmlformats.org/officeDocument/2006/relationships/tags" Target="../tags/tag979.xml"/><Relationship Id="rId124" Type="http://schemas.openxmlformats.org/officeDocument/2006/relationships/tags" Target="../tags/tag1044.xml"/><Relationship Id="rId70" Type="http://schemas.openxmlformats.org/officeDocument/2006/relationships/tags" Target="../tags/tag990.xml"/><Relationship Id="rId166" Type="http://schemas.openxmlformats.org/officeDocument/2006/relationships/tags" Target="../tags/tag1086.xml"/><Relationship Id="rId331" Type="http://schemas.openxmlformats.org/officeDocument/2006/relationships/tags" Target="../tags/tag1251.xml"/><Relationship Id="rId373" Type="http://schemas.openxmlformats.org/officeDocument/2006/relationships/tags" Target="../tags/tag1293.xml"/><Relationship Id="rId429" Type="http://schemas.openxmlformats.org/officeDocument/2006/relationships/tags" Target="../tags/tag1349.xml"/><Relationship Id="rId1" Type="http://schemas.openxmlformats.org/officeDocument/2006/relationships/tags" Target="../tags/tag921.xml"/><Relationship Id="rId233" Type="http://schemas.openxmlformats.org/officeDocument/2006/relationships/tags" Target="../tags/tag1153.xml"/><Relationship Id="rId440" Type="http://schemas.openxmlformats.org/officeDocument/2006/relationships/tags" Target="../tags/tag1360.xml"/><Relationship Id="rId28" Type="http://schemas.openxmlformats.org/officeDocument/2006/relationships/tags" Target="../tags/tag948.xml"/><Relationship Id="rId275" Type="http://schemas.openxmlformats.org/officeDocument/2006/relationships/tags" Target="../tags/tag1195.xml"/><Relationship Id="rId300" Type="http://schemas.openxmlformats.org/officeDocument/2006/relationships/tags" Target="../tags/tag1220.xml"/><Relationship Id="rId81" Type="http://schemas.openxmlformats.org/officeDocument/2006/relationships/tags" Target="../tags/tag1001.xml"/><Relationship Id="rId135" Type="http://schemas.openxmlformats.org/officeDocument/2006/relationships/tags" Target="../tags/tag1055.xml"/><Relationship Id="rId177" Type="http://schemas.openxmlformats.org/officeDocument/2006/relationships/tags" Target="../tags/tag1097.xml"/><Relationship Id="rId342" Type="http://schemas.openxmlformats.org/officeDocument/2006/relationships/tags" Target="../tags/tag1262.xml"/><Relationship Id="rId384" Type="http://schemas.openxmlformats.org/officeDocument/2006/relationships/tags" Target="../tags/tag1304.xml"/><Relationship Id="rId202" Type="http://schemas.openxmlformats.org/officeDocument/2006/relationships/tags" Target="../tags/tag1122.xml"/><Relationship Id="rId244" Type="http://schemas.openxmlformats.org/officeDocument/2006/relationships/tags" Target="../tags/tag1164.xml"/><Relationship Id="rId39" Type="http://schemas.openxmlformats.org/officeDocument/2006/relationships/tags" Target="../tags/tag959.xml"/><Relationship Id="rId286" Type="http://schemas.openxmlformats.org/officeDocument/2006/relationships/tags" Target="../tags/tag1206.xml"/><Relationship Id="rId451" Type="http://schemas.openxmlformats.org/officeDocument/2006/relationships/tags" Target="../tags/tag1371.xml"/><Relationship Id="rId50" Type="http://schemas.openxmlformats.org/officeDocument/2006/relationships/tags" Target="../tags/tag970.xml"/><Relationship Id="rId104" Type="http://schemas.openxmlformats.org/officeDocument/2006/relationships/tags" Target="../tags/tag1024.xml"/><Relationship Id="rId146" Type="http://schemas.openxmlformats.org/officeDocument/2006/relationships/tags" Target="../tags/tag1066.xml"/><Relationship Id="rId188" Type="http://schemas.openxmlformats.org/officeDocument/2006/relationships/tags" Target="../tags/tag1108.xml"/><Relationship Id="rId311" Type="http://schemas.openxmlformats.org/officeDocument/2006/relationships/tags" Target="../tags/tag1231.xml"/><Relationship Id="rId353" Type="http://schemas.openxmlformats.org/officeDocument/2006/relationships/tags" Target="../tags/tag1273.xml"/><Relationship Id="rId395" Type="http://schemas.openxmlformats.org/officeDocument/2006/relationships/tags" Target="../tags/tag1315.xml"/><Relationship Id="rId409" Type="http://schemas.openxmlformats.org/officeDocument/2006/relationships/tags" Target="../tags/tag1329.xml"/><Relationship Id="rId92" Type="http://schemas.openxmlformats.org/officeDocument/2006/relationships/tags" Target="../tags/tag1012.xml"/><Relationship Id="rId213" Type="http://schemas.openxmlformats.org/officeDocument/2006/relationships/tags" Target="../tags/tag1133.xml"/><Relationship Id="rId420" Type="http://schemas.openxmlformats.org/officeDocument/2006/relationships/tags" Target="../tags/tag1340.xml"/><Relationship Id="rId255" Type="http://schemas.openxmlformats.org/officeDocument/2006/relationships/tags" Target="../tags/tag1175.xml"/><Relationship Id="rId297" Type="http://schemas.openxmlformats.org/officeDocument/2006/relationships/tags" Target="../tags/tag1217.xml"/><Relationship Id="rId462" Type="http://schemas.openxmlformats.org/officeDocument/2006/relationships/tags" Target="../tags/tag1382.xml"/><Relationship Id="rId115" Type="http://schemas.openxmlformats.org/officeDocument/2006/relationships/tags" Target="../tags/tag1035.xml"/><Relationship Id="rId157" Type="http://schemas.openxmlformats.org/officeDocument/2006/relationships/tags" Target="../tags/tag1077.xml"/><Relationship Id="rId322" Type="http://schemas.openxmlformats.org/officeDocument/2006/relationships/tags" Target="../tags/tag1242.xml"/><Relationship Id="rId364" Type="http://schemas.openxmlformats.org/officeDocument/2006/relationships/tags" Target="../tags/tag1284.xml"/><Relationship Id="rId61" Type="http://schemas.openxmlformats.org/officeDocument/2006/relationships/tags" Target="../tags/tag981.xml"/><Relationship Id="rId199" Type="http://schemas.openxmlformats.org/officeDocument/2006/relationships/tags" Target="../tags/tag11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13.xml"/><Relationship Id="rId1" Type="http://schemas.openxmlformats.org/officeDocument/2006/relationships/customXml" Target="../../customXml/item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15.xml"/><Relationship Id="rId1" Type="http://schemas.openxmlformats.org/officeDocument/2006/relationships/customXml" Target="../../customXml/item1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17.xml"/><Relationship Id="rId1" Type="http://schemas.openxmlformats.org/officeDocument/2006/relationships/customXml" Target="../../customXml/item16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tags" Target="../tags/tag1402.xml"/><Relationship Id="rId18" Type="http://schemas.openxmlformats.org/officeDocument/2006/relationships/tags" Target="../tags/tag1407.xml"/><Relationship Id="rId26" Type="http://schemas.openxmlformats.org/officeDocument/2006/relationships/tags" Target="../tags/tag1415.xml"/><Relationship Id="rId3" Type="http://schemas.openxmlformats.org/officeDocument/2006/relationships/tags" Target="../tags/tag1392.xml"/><Relationship Id="rId21" Type="http://schemas.openxmlformats.org/officeDocument/2006/relationships/tags" Target="../tags/tag1410.xml"/><Relationship Id="rId7" Type="http://schemas.openxmlformats.org/officeDocument/2006/relationships/tags" Target="../tags/tag1396.xml"/><Relationship Id="rId12" Type="http://schemas.openxmlformats.org/officeDocument/2006/relationships/tags" Target="../tags/tag1401.xml"/><Relationship Id="rId17" Type="http://schemas.openxmlformats.org/officeDocument/2006/relationships/tags" Target="../tags/tag1406.xml"/><Relationship Id="rId25" Type="http://schemas.openxmlformats.org/officeDocument/2006/relationships/tags" Target="../tags/tag1414.xml"/><Relationship Id="rId33" Type="http://schemas.openxmlformats.org/officeDocument/2006/relationships/image" Target="../media/image10.png"/><Relationship Id="rId2" Type="http://schemas.openxmlformats.org/officeDocument/2006/relationships/tags" Target="../tags/tag1391.xml"/><Relationship Id="rId16" Type="http://schemas.openxmlformats.org/officeDocument/2006/relationships/tags" Target="../tags/tag1405.xml"/><Relationship Id="rId20" Type="http://schemas.openxmlformats.org/officeDocument/2006/relationships/tags" Target="../tags/tag1409.xml"/><Relationship Id="rId29" Type="http://schemas.openxmlformats.org/officeDocument/2006/relationships/image" Target="../media/image6.png"/><Relationship Id="rId1" Type="http://schemas.openxmlformats.org/officeDocument/2006/relationships/tags" Target="../tags/tag1390.xml"/><Relationship Id="rId6" Type="http://schemas.openxmlformats.org/officeDocument/2006/relationships/tags" Target="../tags/tag1395.xml"/><Relationship Id="rId11" Type="http://schemas.openxmlformats.org/officeDocument/2006/relationships/tags" Target="../tags/tag1400.xml"/><Relationship Id="rId24" Type="http://schemas.openxmlformats.org/officeDocument/2006/relationships/tags" Target="../tags/tag1413.xml"/><Relationship Id="rId32" Type="http://schemas.openxmlformats.org/officeDocument/2006/relationships/image" Target="../media/image9.png"/><Relationship Id="rId5" Type="http://schemas.openxmlformats.org/officeDocument/2006/relationships/tags" Target="../tags/tag1394.xml"/><Relationship Id="rId15" Type="http://schemas.openxmlformats.org/officeDocument/2006/relationships/tags" Target="../tags/tag1404.xml"/><Relationship Id="rId23" Type="http://schemas.openxmlformats.org/officeDocument/2006/relationships/tags" Target="../tags/tag1412.xml"/><Relationship Id="rId28" Type="http://schemas.openxmlformats.org/officeDocument/2006/relationships/slideLayout" Target="../slideLayouts/slideLayout12.xml"/><Relationship Id="rId10" Type="http://schemas.openxmlformats.org/officeDocument/2006/relationships/tags" Target="../tags/tag1399.xml"/><Relationship Id="rId19" Type="http://schemas.openxmlformats.org/officeDocument/2006/relationships/tags" Target="../tags/tag1408.xml"/><Relationship Id="rId31" Type="http://schemas.openxmlformats.org/officeDocument/2006/relationships/image" Target="../media/image8.png"/><Relationship Id="rId4" Type="http://schemas.openxmlformats.org/officeDocument/2006/relationships/tags" Target="../tags/tag1393.xml"/><Relationship Id="rId9" Type="http://schemas.openxmlformats.org/officeDocument/2006/relationships/tags" Target="../tags/tag1398.xml"/><Relationship Id="rId14" Type="http://schemas.openxmlformats.org/officeDocument/2006/relationships/tags" Target="../tags/tag1403.xml"/><Relationship Id="rId22" Type="http://schemas.openxmlformats.org/officeDocument/2006/relationships/tags" Target="../tags/tag1411.xml"/><Relationship Id="rId27" Type="http://schemas.openxmlformats.org/officeDocument/2006/relationships/tags" Target="../tags/tag1416.xml"/><Relationship Id="rId30" Type="http://schemas.openxmlformats.org/officeDocument/2006/relationships/image" Target="../media/image7.png"/><Relationship Id="rId8" Type="http://schemas.openxmlformats.org/officeDocument/2006/relationships/tags" Target="../tags/tag1397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tags" Target="../tags/tag1429.xml"/><Relationship Id="rId18" Type="http://schemas.openxmlformats.org/officeDocument/2006/relationships/tags" Target="../tags/tag1434.xml"/><Relationship Id="rId26" Type="http://schemas.openxmlformats.org/officeDocument/2006/relationships/tags" Target="../tags/tag1442.xml"/><Relationship Id="rId3" Type="http://schemas.openxmlformats.org/officeDocument/2006/relationships/tags" Target="../tags/tag1419.xml"/><Relationship Id="rId21" Type="http://schemas.openxmlformats.org/officeDocument/2006/relationships/tags" Target="../tags/tag1437.xml"/><Relationship Id="rId7" Type="http://schemas.openxmlformats.org/officeDocument/2006/relationships/tags" Target="../tags/tag1423.xml"/><Relationship Id="rId12" Type="http://schemas.openxmlformats.org/officeDocument/2006/relationships/tags" Target="../tags/tag1428.xml"/><Relationship Id="rId17" Type="http://schemas.openxmlformats.org/officeDocument/2006/relationships/tags" Target="../tags/tag1433.xml"/><Relationship Id="rId25" Type="http://schemas.openxmlformats.org/officeDocument/2006/relationships/tags" Target="../tags/tag1441.xml"/><Relationship Id="rId33" Type="http://schemas.openxmlformats.org/officeDocument/2006/relationships/image" Target="../media/image10.png"/><Relationship Id="rId2" Type="http://schemas.openxmlformats.org/officeDocument/2006/relationships/tags" Target="../tags/tag1418.xml"/><Relationship Id="rId16" Type="http://schemas.openxmlformats.org/officeDocument/2006/relationships/tags" Target="../tags/tag1432.xml"/><Relationship Id="rId20" Type="http://schemas.openxmlformats.org/officeDocument/2006/relationships/tags" Target="../tags/tag1436.xml"/><Relationship Id="rId29" Type="http://schemas.openxmlformats.org/officeDocument/2006/relationships/image" Target="../media/image6.png"/><Relationship Id="rId1" Type="http://schemas.openxmlformats.org/officeDocument/2006/relationships/tags" Target="../tags/tag1417.xml"/><Relationship Id="rId6" Type="http://schemas.openxmlformats.org/officeDocument/2006/relationships/tags" Target="../tags/tag1422.xml"/><Relationship Id="rId11" Type="http://schemas.openxmlformats.org/officeDocument/2006/relationships/tags" Target="../tags/tag1427.xml"/><Relationship Id="rId24" Type="http://schemas.openxmlformats.org/officeDocument/2006/relationships/tags" Target="../tags/tag1440.xml"/><Relationship Id="rId32" Type="http://schemas.openxmlformats.org/officeDocument/2006/relationships/image" Target="../media/image9.png"/><Relationship Id="rId5" Type="http://schemas.openxmlformats.org/officeDocument/2006/relationships/tags" Target="../tags/tag1421.xml"/><Relationship Id="rId15" Type="http://schemas.openxmlformats.org/officeDocument/2006/relationships/tags" Target="../tags/tag1431.xml"/><Relationship Id="rId23" Type="http://schemas.openxmlformats.org/officeDocument/2006/relationships/tags" Target="../tags/tag1439.xml"/><Relationship Id="rId28" Type="http://schemas.openxmlformats.org/officeDocument/2006/relationships/slideLayout" Target="../slideLayouts/slideLayout12.xml"/><Relationship Id="rId10" Type="http://schemas.openxmlformats.org/officeDocument/2006/relationships/tags" Target="../tags/tag1426.xml"/><Relationship Id="rId19" Type="http://schemas.openxmlformats.org/officeDocument/2006/relationships/tags" Target="../tags/tag1435.xml"/><Relationship Id="rId31" Type="http://schemas.openxmlformats.org/officeDocument/2006/relationships/image" Target="../media/image8.png"/><Relationship Id="rId4" Type="http://schemas.openxmlformats.org/officeDocument/2006/relationships/tags" Target="../tags/tag1420.xml"/><Relationship Id="rId9" Type="http://schemas.openxmlformats.org/officeDocument/2006/relationships/tags" Target="../tags/tag1425.xml"/><Relationship Id="rId14" Type="http://schemas.openxmlformats.org/officeDocument/2006/relationships/tags" Target="../tags/tag1430.xml"/><Relationship Id="rId22" Type="http://schemas.openxmlformats.org/officeDocument/2006/relationships/tags" Target="../tags/tag1438.xml"/><Relationship Id="rId27" Type="http://schemas.openxmlformats.org/officeDocument/2006/relationships/tags" Target="../tags/tag1443.xml"/><Relationship Id="rId30" Type="http://schemas.openxmlformats.org/officeDocument/2006/relationships/image" Target="../media/image7.png"/><Relationship Id="rId8" Type="http://schemas.openxmlformats.org/officeDocument/2006/relationships/tags" Target="../tags/tag142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19.xml"/><Relationship Id="rId1" Type="http://schemas.openxmlformats.org/officeDocument/2006/relationships/customXml" Target="../../customXml/item18.xml"/><Relationship Id="rId6" Type="http://schemas.openxmlformats.org/officeDocument/2006/relationships/image" Target="../media/image80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tags" Target="../tags/tag1456.xml"/><Relationship Id="rId18" Type="http://schemas.openxmlformats.org/officeDocument/2006/relationships/tags" Target="../tags/tag1461.xml"/><Relationship Id="rId26" Type="http://schemas.openxmlformats.org/officeDocument/2006/relationships/tags" Target="../tags/tag1469.xml"/><Relationship Id="rId3" Type="http://schemas.openxmlformats.org/officeDocument/2006/relationships/tags" Target="../tags/tag1446.xml"/><Relationship Id="rId21" Type="http://schemas.openxmlformats.org/officeDocument/2006/relationships/tags" Target="../tags/tag1464.xml"/><Relationship Id="rId7" Type="http://schemas.openxmlformats.org/officeDocument/2006/relationships/tags" Target="../tags/tag1450.xml"/><Relationship Id="rId12" Type="http://schemas.openxmlformats.org/officeDocument/2006/relationships/tags" Target="../tags/tag1455.xml"/><Relationship Id="rId17" Type="http://schemas.openxmlformats.org/officeDocument/2006/relationships/tags" Target="../tags/tag1460.xml"/><Relationship Id="rId25" Type="http://schemas.openxmlformats.org/officeDocument/2006/relationships/tags" Target="../tags/tag1468.xml"/><Relationship Id="rId33" Type="http://schemas.openxmlformats.org/officeDocument/2006/relationships/image" Target="../media/image16.png"/><Relationship Id="rId2" Type="http://schemas.openxmlformats.org/officeDocument/2006/relationships/tags" Target="../tags/tag1445.xml"/><Relationship Id="rId16" Type="http://schemas.openxmlformats.org/officeDocument/2006/relationships/tags" Target="../tags/tag1459.xml"/><Relationship Id="rId20" Type="http://schemas.openxmlformats.org/officeDocument/2006/relationships/tags" Target="../tags/tag1463.xml"/><Relationship Id="rId29" Type="http://schemas.openxmlformats.org/officeDocument/2006/relationships/image" Target="../media/image12.png"/><Relationship Id="rId1" Type="http://schemas.openxmlformats.org/officeDocument/2006/relationships/tags" Target="../tags/tag1444.xml"/><Relationship Id="rId6" Type="http://schemas.openxmlformats.org/officeDocument/2006/relationships/tags" Target="../tags/tag1449.xml"/><Relationship Id="rId11" Type="http://schemas.openxmlformats.org/officeDocument/2006/relationships/tags" Target="../tags/tag1454.xml"/><Relationship Id="rId24" Type="http://schemas.openxmlformats.org/officeDocument/2006/relationships/tags" Target="../tags/tag1467.xml"/><Relationship Id="rId32" Type="http://schemas.openxmlformats.org/officeDocument/2006/relationships/image" Target="../media/image15.png"/><Relationship Id="rId5" Type="http://schemas.openxmlformats.org/officeDocument/2006/relationships/tags" Target="../tags/tag1448.xml"/><Relationship Id="rId15" Type="http://schemas.openxmlformats.org/officeDocument/2006/relationships/tags" Target="../tags/tag1458.xml"/><Relationship Id="rId23" Type="http://schemas.openxmlformats.org/officeDocument/2006/relationships/tags" Target="../tags/tag1466.xml"/><Relationship Id="rId28" Type="http://schemas.openxmlformats.org/officeDocument/2006/relationships/slideLayout" Target="../slideLayouts/slideLayout12.xml"/><Relationship Id="rId10" Type="http://schemas.openxmlformats.org/officeDocument/2006/relationships/tags" Target="../tags/tag1453.xml"/><Relationship Id="rId19" Type="http://schemas.openxmlformats.org/officeDocument/2006/relationships/tags" Target="../tags/tag1462.xml"/><Relationship Id="rId31" Type="http://schemas.openxmlformats.org/officeDocument/2006/relationships/image" Target="../media/image14.png"/><Relationship Id="rId4" Type="http://schemas.openxmlformats.org/officeDocument/2006/relationships/tags" Target="../tags/tag1447.xml"/><Relationship Id="rId9" Type="http://schemas.openxmlformats.org/officeDocument/2006/relationships/tags" Target="../tags/tag1452.xml"/><Relationship Id="rId14" Type="http://schemas.openxmlformats.org/officeDocument/2006/relationships/tags" Target="../tags/tag1457.xml"/><Relationship Id="rId22" Type="http://schemas.openxmlformats.org/officeDocument/2006/relationships/tags" Target="../tags/tag1465.xml"/><Relationship Id="rId27" Type="http://schemas.openxmlformats.org/officeDocument/2006/relationships/tags" Target="../tags/tag1470.xml"/><Relationship Id="rId30" Type="http://schemas.openxmlformats.org/officeDocument/2006/relationships/image" Target="../media/image13.png"/><Relationship Id="rId8" Type="http://schemas.openxmlformats.org/officeDocument/2006/relationships/tags" Target="../tags/tag1451.xml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tags" Target="../tags/tag1483.xml"/><Relationship Id="rId18" Type="http://schemas.openxmlformats.org/officeDocument/2006/relationships/tags" Target="../tags/tag1488.xml"/><Relationship Id="rId26" Type="http://schemas.openxmlformats.org/officeDocument/2006/relationships/tags" Target="../tags/tag1496.xml"/><Relationship Id="rId3" Type="http://schemas.openxmlformats.org/officeDocument/2006/relationships/tags" Target="../tags/tag1473.xml"/><Relationship Id="rId21" Type="http://schemas.openxmlformats.org/officeDocument/2006/relationships/tags" Target="../tags/tag1491.xml"/><Relationship Id="rId7" Type="http://schemas.openxmlformats.org/officeDocument/2006/relationships/tags" Target="../tags/tag1477.xml"/><Relationship Id="rId12" Type="http://schemas.openxmlformats.org/officeDocument/2006/relationships/tags" Target="../tags/tag1482.xml"/><Relationship Id="rId17" Type="http://schemas.openxmlformats.org/officeDocument/2006/relationships/tags" Target="../tags/tag1487.xml"/><Relationship Id="rId25" Type="http://schemas.openxmlformats.org/officeDocument/2006/relationships/tags" Target="../tags/tag1495.xml"/><Relationship Id="rId33" Type="http://schemas.openxmlformats.org/officeDocument/2006/relationships/image" Target="../media/image16.png"/><Relationship Id="rId2" Type="http://schemas.openxmlformats.org/officeDocument/2006/relationships/tags" Target="../tags/tag1472.xml"/><Relationship Id="rId16" Type="http://schemas.openxmlformats.org/officeDocument/2006/relationships/tags" Target="../tags/tag1486.xml"/><Relationship Id="rId20" Type="http://schemas.openxmlformats.org/officeDocument/2006/relationships/tags" Target="../tags/tag1490.xml"/><Relationship Id="rId29" Type="http://schemas.openxmlformats.org/officeDocument/2006/relationships/image" Target="../media/image12.png"/><Relationship Id="rId1" Type="http://schemas.openxmlformats.org/officeDocument/2006/relationships/tags" Target="../tags/tag1471.xml"/><Relationship Id="rId6" Type="http://schemas.openxmlformats.org/officeDocument/2006/relationships/tags" Target="../tags/tag1476.xml"/><Relationship Id="rId11" Type="http://schemas.openxmlformats.org/officeDocument/2006/relationships/tags" Target="../tags/tag1481.xml"/><Relationship Id="rId24" Type="http://schemas.openxmlformats.org/officeDocument/2006/relationships/tags" Target="../tags/tag1494.xml"/><Relationship Id="rId32" Type="http://schemas.openxmlformats.org/officeDocument/2006/relationships/image" Target="../media/image15.png"/><Relationship Id="rId5" Type="http://schemas.openxmlformats.org/officeDocument/2006/relationships/tags" Target="../tags/tag1475.xml"/><Relationship Id="rId15" Type="http://schemas.openxmlformats.org/officeDocument/2006/relationships/tags" Target="../tags/tag1485.xml"/><Relationship Id="rId23" Type="http://schemas.openxmlformats.org/officeDocument/2006/relationships/tags" Target="../tags/tag1493.xml"/><Relationship Id="rId28" Type="http://schemas.openxmlformats.org/officeDocument/2006/relationships/slideLayout" Target="../slideLayouts/slideLayout12.xml"/><Relationship Id="rId10" Type="http://schemas.openxmlformats.org/officeDocument/2006/relationships/tags" Target="../tags/tag1480.xml"/><Relationship Id="rId19" Type="http://schemas.openxmlformats.org/officeDocument/2006/relationships/tags" Target="../tags/tag1489.xml"/><Relationship Id="rId31" Type="http://schemas.openxmlformats.org/officeDocument/2006/relationships/image" Target="../media/image14.png"/><Relationship Id="rId4" Type="http://schemas.openxmlformats.org/officeDocument/2006/relationships/tags" Target="../tags/tag1474.xml"/><Relationship Id="rId9" Type="http://schemas.openxmlformats.org/officeDocument/2006/relationships/tags" Target="../tags/tag1479.xml"/><Relationship Id="rId14" Type="http://schemas.openxmlformats.org/officeDocument/2006/relationships/tags" Target="../tags/tag1484.xml"/><Relationship Id="rId22" Type="http://schemas.openxmlformats.org/officeDocument/2006/relationships/tags" Target="../tags/tag1492.xml"/><Relationship Id="rId27" Type="http://schemas.openxmlformats.org/officeDocument/2006/relationships/tags" Target="../tags/tag1497.xml"/><Relationship Id="rId30" Type="http://schemas.openxmlformats.org/officeDocument/2006/relationships/image" Target="../media/image13.png"/><Relationship Id="rId8" Type="http://schemas.openxmlformats.org/officeDocument/2006/relationships/tags" Target="../tags/tag147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21.xml"/><Relationship Id="rId1" Type="http://schemas.openxmlformats.org/officeDocument/2006/relationships/customXml" Target="../../customXml/item20.xml"/><Relationship Id="rId4" Type="http://schemas.openxmlformats.org/officeDocument/2006/relationships/image" Target="../media/image9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1505.xml"/><Relationship Id="rId13" Type="http://schemas.openxmlformats.org/officeDocument/2006/relationships/tags" Target="../tags/tag1510.xml"/><Relationship Id="rId18" Type="http://schemas.openxmlformats.org/officeDocument/2006/relationships/tags" Target="../tags/tag1515.xml"/><Relationship Id="rId26" Type="http://schemas.openxmlformats.org/officeDocument/2006/relationships/tags" Target="../tags/tag1523.xml"/><Relationship Id="rId3" Type="http://schemas.openxmlformats.org/officeDocument/2006/relationships/tags" Target="../tags/tag1500.xml"/><Relationship Id="rId21" Type="http://schemas.openxmlformats.org/officeDocument/2006/relationships/tags" Target="../tags/tag1518.xml"/><Relationship Id="rId7" Type="http://schemas.openxmlformats.org/officeDocument/2006/relationships/tags" Target="../tags/tag1504.xml"/><Relationship Id="rId12" Type="http://schemas.openxmlformats.org/officeDocument/2006/relationships/tags" Target="../tags/tag1509.xml"/><Relationship Id="rId17" Type="http://schemas.openxmlformats.org/officeDocument/2006/relationships/tags" Target="../tags/tag1514.xml"/><Relationship Id="rId25" Type="http://schemas.openxmlformats.org/officeDocument/2006/relationships/tags" Target="../tags/tag1522.xml"/><Relationship Id="rId2" Type="http://schemas.openxmlformats.org/officeDocument/2006/relationships/tags" Target="../tags/tag1499.xml"/><Relationship Id="rId16" Type="http://schemas.openxmlformats.org/officeDocument/2006/relationships/tags" Target="../tags/tag1513.xml"/><Relationship Id="rId20" Type="http://schemas.openxmlformats.org/officeDocument/2006/relationships/tags" Target="../tags/tag1517.xml"/><Relationship Id="rId29" Type="http://schemas.openxmlformats.org/officeDocument/2006/relationships/image" Target="../media/image18.png"/><Relationship Id="rId1" Type="http://schemas.openxmlformats.org/officeDocument/2006/relationships/tags" Target="../tags/tag1498.xml"/><Relationship Id="rId6" Type="http://schemas.openxmlformats.org/officeDocument/2006/relationships/tags" Target="../tags/tag1503.xml"/><Relationship Id="rId11" Type="http://schemas.openxmlformats.org/officeDocument/2006/relationships/tags" Target="../tags/tag1508.xml"/><Relationship Id="rId24" Type="http://schemas.openxmlformats.org/officeDocument/2006/relationships/tags" Target="../tags/tag1521.xml"/><Relationship Id="rId5" Type="http://schemas.openxmlformats.org/officeDocument/2006/relationships/tags" Target="../tags/tag1502.xml"/><Relationship Id="rId15" Type="http://schemas.openxmlformats.org/officeDocument/2006/relationships/tags" Target="../tags/tag1512.xml"/><Relationship Id="rId23" Type="http://schemas.openxmlformats.org/officeDocument/2006/relationships/tags" Target="../tags/tag1520.xml"/><Relationship Id="rId28" Type="http://schemas.openxmlformats.org/officeDocument/2006/relationships/image" Target="../media/image17.png"/><Relationship Id="rId10" Type="http://schemas.openxmlformats.org/officeDocument/2006/relationships/tags" Target="../tags/tag1507.xml"/><Relationship Id="rId19" Type="http://schemas.openxmlformats.org/officeDocument/2006/relationships/tags" Target="../tags/tag1516.xml"/><Relationship Id="rId4" Type="http://schemas.openxmlformats.org/officeDocument/2006/relationships/tags" Target="../tags/tag1501.xml"/><Relationship Id="rId9" Type="http://schemas.openxmlformats.org/officeDocument/2006/relationships/tags" Target="../tags/tag1506.xml"/><Relationship Id="rId14" Type="http://schemas.openxmlformats.org/officeDocument/2006/relationships/tags" Target="../tags/tag1511.xml"/><Relationship Id="rId22" Type="http://schemas.openxmlformats.org/officeDocument/2006/relationships/tags" Target="../tags/tag1519.xml"/><Relationship Id="rId27" Type="http://schemas.openxmlformats.org/officeDocument/2006/relationships/slideLayout" Target="../slideLayouts/slideLayout12.xml"/><Relationship Id="rId30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1531.xml"/><Relationship Id="rId13" Type="http://schemas.openxmlformats.org/officeDocument/2006/relationships/tags" Target="../tags/tag1536.xml"/><Relationship Id="rId18" Type="http://schemas.openxmlformats.org/officeDocument/2006/relationships/tags" Target="../tags/tag1541.xml"/><Relationship Id="rId26" Type="http://schemas.openxmlformats.org/officeDocument/2006/relationships/tags" Target="../tags/tag1549.xml"/><Relationship Id="rId3" Type="http://schemas.openxmlformats.org/officeDocument/2006/relationships/tags" Target="../tags/tag1526.xml"/><Relationship Id="rId21" Type="http://schemas.openxmlformats.org/officeDocument/2006/relationships/tags" Target="../tags/tag1544.xml"/><Relationship Id="rId7" Type="http://schemas.openxmlformats.org/officeDocument/2006/relationships/tags" Target="../tags/tag1530.xml"/><Relationship Id="rId12" Type="http://schemas.openxmlformats.org/officeDocument/2006/relationships/tags" Target="../tags/tag1535.xml"/><Relationship Id="rId17" Type="http://schemas.openxmlformats.org/officeDocument/2006/relationships/tags" Target="../tags/tag1540.xml"/><Relationship Id="rId25" Type="http://schemas.openxmlformats.org/officeDocument/2006/relationships/tags" Target="../tags/tag1548.xml"/><Relationship Id="rId2" Type="http://schemas.openxmlformats.org/officeDocument/2006/relationships/tags" Target="../tags/tag1525.xml"/><Relationship Id="rId16" Type="http://schemas.openxmlformats.org/officeDocument/2006/relationships/tags" Target="../tags/tag1539.xml"/><Relationship Id="rId20" Type="http://schemas.openxmlformats.org/officeDocument/2006/relationships/tags" Target="../tags/tag1543.xml"/><Relationship Id="rId29" Type="http://schemas.openxmlformats.org/officeDocument/2006/relationships/image" Target="../media/image18.png"/><Relationship Id="rId1" Type="http://schemas.openxmlformats.org/officeDocument/2006/relationships/tags" Target="../tags/tag1524.xml"/><Relationship Id="rId6" Type="http://schemas.openxmlformats.org/officeDocument/2006/relationships/tags" Target="../tags/tag1529.xml"/><Relationship Id="rId11" Type="http://schemas.openxmlformats.org/officeDocument/2006/relationships/tags" Target="../tags/tag1534.xml"/><Relationship Id="rId24" Type="http://schemas.openxmlformats.org/officeDocument/2006/relationships/tags" Target="../tags/tag1547.xml"/><Relationship Id="rId5" Type="http://schemas.openxmlformats.org/officeDocument/2006/relationships/tags" Target="../tags/tag1528.xml"/><Relationship Id="rId15" Type="http://schemas.openxmlformats.org/officeDocument/2006/relationships/tags" Target="../tags/tag1538.xml"/><Relationship Id="rId23" Type="http://schemas.openxmlformats.org/officeDocument/2006/relationships/tags" Target="../tags/tag1546.xml"/><Relationship Id="rId28" Type="http://schemas.openxmlformats.org/officeDocument/2006/relationships/image" Target="../media/image17.png"/><Relationship Id="rId10" Type="http://schemas.openxmlformats.org/officeDocument/2006/relationships/tags" Target="../tags/tag1533.xml"/><Relationship Id="rId19" Type="http://schemas.openxmlformats.org/officeDocument/2006/relationships/tags" Target="../tags/tag1542.xml"/><Relationship Id="rId4" Type="http://schemas.openxmlformats.org/officeDocument/2006/relationships/tags" Target="../tags/tag1527.xml"/><Relationship Id="rId9" Type="http://schemas.openxmlformats.org/officeDocument/2006/relationships/tags" Target="../tags/tag1532.xml"/><Relationship Id="rId14" Type="http://schemas.openxmlformats.org/officeDocument/2006/relationships/tags" Target="../tags/tag1537.xml"/><Relationship Id="rId22" Type="http://schemas.openxmlformats.org/officeDocument/2006/relationships/tags" Target="../tags/tag1545.xml"/><Relationship Id="rId27" Type="http://schemas.openxmlformats.org/officeDocument/2006/relationships/slideLayout" Target="../slideLayouts/slideLayout12.xml"/><Relationship Id="rId30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23.xml"/><Relationship Id="rId1" Type="http://schemas.openxmlformats.org/officeDocument/2006/relationships/customXml" Target="../../customXml/item22.xml"/><Relationship Id="rId4" Type="http://schemas.openxmlformats.org/officeDocument/2006/relationships/image" Target="../media/image10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25.xml"/><Relationship Id="rId1" Type="http://schemas.openxmlformats.org/officeDocument/2006/relationships/customXml" Target="../../customXml/item24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27.xml"/><Relationship Id="rId1" Type="http://schemas.openxmlformats.org/officeDocument/2006/relationships/customXml" Target="../../customXml/item2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29.xml"/><Relationship Id="rId1" Type="http://schemas.openxmlformats.org/officeDocument/2006/relationships/customXml" Target="../../customXml/item28.xml"/><Relationship Id="rId5" Type="http://schemas.openxmlformats.org/officeDocument/2006/relationships/image" Target="../media/image130.png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31.xml"/><Relationship Id="rId1" Type="http://schemas.openxmlformats.org/officeDocument/2006/relationships/customXml" Target="../../customXml/item30.xml"/><Relationship Id="rId6" Type="http://schemas.openxmlformats.org/officeDocument/2006/relationships/image" Target="../media/image22.jpeg"/><Relationship Id="rId5" Type="http://schemas.openxmlformats.org/officeDocument/2006/relationships/image" Target="../media/image140.png"/><Relationship Id="rId4" Type="http://schemas.openxmlformats.org/officeDocument/2006/relationships/notesSlide" Target="../notesSlides/notesSlide3.xml"/></Relationships>
</file>

<file path=ppt/slides/_rels/slide23.xml.rels><?xml version="1.0" encoding="UTF-8" standalone="yes"?>
<Relationships xmlns="http://schemas.openxmlformats.org/package/2006/relationships"><Relationship Id="rId26" Type="http://schemas.openxmlformats.org/officeDocument/2006/relationships/tags" Target="../tags/tag1575.xml"/><Relationship Id="rId21" Type="http://schemas.openxmlformats.org/officeDocument/2006/relationships/tags" Target="../tags/tag1570.xml"/><Relationship Id="rId42" Type="http://schemas.openxmlformats.org/officeDocument/2006/relationships/tags" Target="../tags/tag1591.xml"/><Relationship Id="rId47" Type="http://schemas.openxmlformats.org/officeDocument/2006/relationships/tags" Target="../tags/tag1596.xml"/><Relationship Id="rId63" Type="http://schemas.openxmlformats.org/officeDocument/2006/relationships/tags" Target="../tags/tag1612.xml"/><Relationship Id="rId68" Type="http://schemas.openxmlformats.org/officeDocument/2006/relationships/tags" Target="../tags/tag1617.xml"/><Relationship Id="rId2" Type="http://schemas.openxmlformats.org/officeDocument/2006/relationships/tags" Target="../tags/tag1551.xml"/><Relationship Id="rId16" Type="http://schemas.openxmlformats.org/officeDocument/2006/relationships/tags" Target="../tags/tag1565.xml"/><Relationship Id="rId29" Type="http://schemas.openxmlformats.org/officeDocument/2006/relationships/tags" Target="../tags/tag1578.xml"/><Relationship Id="rId11" Type="http://schemas.openxmlformats.org/officeDocument/2006/relationships/tags" Target="../tags/tag1560.xml"/><Relationship Id="rId24" Type="http://schemas.openxmlformats.org/officeDocument/2006/relationships/tags" Target="../tags/tag1573.xml"/><Relationship Id="rId32" Type="http://schemas.openxmlformats.org/officeDocument/2006/relationships/tags" Target="../tags/tag1581.xml"/><Relationship Id="rId37" Type="http://schemas.openxmlformats.org/officeDocument/2006/relationships/tags" Target="../tags/tag1586.xml"/><Relationship Id="rId40" Type="http://schemas.openxmlformats.org/officeDocument/2006/relationships/tags" Target="../tags/tag1589.xml"/><Relationship Id="rId45" Type="http://schemas.openxmlformats.org/officeDocument/2006/relationships/tags" Target="../tags/tag1594.xml"/><Relationship Id="rId53" Type="http://schemas.openxmlformats.org/officeDocument/2006/relationships/tags" Target="../tags/tag1602.xml"/><Relationship Id="rId58" Type="http://schemas.openxmlformats.org/officeDocument/2006/relationships/tags" Target="../tags/tag1607.xml"/><Relationship Id="rId66" Type="http://schemas.openxmlformats.org/officeDocument/2006/relationships/tags" Target="../tags/tag1615.xml"/><Relationship Id="rId74" Type="http://schemas.openxmlformats.org/officeDocument/2006/relationships/tags" Target="../tags/tag1623.xml"/><Relationship Id="rId5" Type="http://schemas.openxmlformats.org/officeDocument/2006/relationships/tags" Target="../tags/tag1554.xml"/><Relationship Id="rId61" Type="http://schemas.openxmlformats.org/officeDocument/2006/relationships/tags" Target="../tags/tag1610.xml"/><Relationship Id="rId19" Type="http://schemas.openxmlformats.org/officeDocument/2006/relationships/tags" Target="../tags/tag1568.xml"/><Relationship Id="rId14" Type="http://schemas.openxmlformats.org/officeDocument/2006/relationships/tags" Target="../tags/tag1563.xml"/><Relationship Id="rId22" Type="http://schemas.openxmlformats.org/officeDocument/2006/relationships/tags" Target="../tags/tag1571.xml"/><Relationship Id="rId27" Type="http://schemas.openxmlformats.org/officeDocument/2006/relationships/tags" Target="../tags/tag1576.xml"/><Relationship Id="rId30" Type="http://schemas.openxmlformats.org/officeDocument/2006/relationships/tags" Target="../tags/tag1579.xml"/><Relationship Id="rId35" Type="http://schemas.openxmlformats.org/officeDocument/2006/relationships/tags" Target="../tags/tag1584.xml"/><Relationship Id="rId43" Type="http://schemas.openxmlformats.org/officeDocument/2006/relationships/tags" Target="../tags/tag1592.xml"/><Relationship Id="rId48" Type="http://schemas.openxmlformats.org/officeDocument/2006/relationships/tags" Target="../tags/tag1597.xml"/><Relationship Id="rId56" Type="http://schemas.openxmlformats.org/officeDocument/2006/relationships/tags" Target="../tags/tag1605.xml"/><Relationship Id="rId64" Type="http://schemas.openxmlformats.org/officeDocument/2006/relationships/tags" Target="../tags/tag1613.xml"/><Relationship Id="rId69" Type="http://schemas.openxmlformats.org/officeDocument/2006/relationships/tags" Target="../tags/tag1618.xml"/><Relationship Id="rId8" Type="http://schemas.openxmlformats.org/officeDocument/2006/relationships/tags" Target="../tags/tag1557.xml"/><Relationship Id="rId51" Type="http://schemas.openxmlformats.org/officeDocument/2006/relationships/tags" Target="../tags/tag1600.xml"/><Relationship Id="rId72" Type="http://schemas.openxmlformats.org/officeDocument/2006/relationships/tags" Target="../tags/tag1621.xml"/><Relationship Id="rId3" Type="http://schemas.openxmlformats.org/officeDocument/2006/relationships/tags" Target="../tags/tag1552.xml"/><Relationship Id="rId12" Type="http://schemas.openxmlformats.org/officeDocument/2006/relationships/tags" Target="../tags/tag1561.xml"/><Relationship Id="rId17" Type="http://schemas.openxmlformats.org/officeDocument/2006/relationships/tags" Target="../tags/tag1566.xml"/><Relationship Id="rId25" Type="http://schemas.openxmlformats.org/officeDocument/2006/relationships/tags" Target="../tags/tag1574.xml"/><Relationship Id="rId33" Type="http://schemas.openxmlformats.org/officeDocument/2006/relationships/tags" Target="../tags/tag1582.xml"/><Relationship Id="rId38" Type="http://schemas.openxmlformats.org/officeDocument/2006/relationships/tags" Target="../tags/tag1587.xml"/><Relationship Id="rId46" Type="http://schemas.openxmlformats.org/officeDocument/2006/relationships/tags" Target="../tags/tag1595.xml"/><Relationship Id="rId59" Type="http://schemas.openxmlformats.org/officeDocument/2006/relationships/tags" Target="../tags/tag1608.xml"/><Relationship Id="rId67" Type="http://schemas.openxmlformats.org/officeDocument/2006/relationships/tags" Target="../tags/tag1616.xml"/><Relationship Id="rId20" Type="http://schemas.openxmlformats.org/officeDocument/2006/relationships/tags" Target="../tags/tag1569.xml"/><Relationship Id="rId41" Type="http://schemas.openxmlformats.org/officeDocument/2006/relationships/tags" Target="../tags/tag1590.xml"/><Relationship Id="rId54" Type="http://schemas.openxmlformats.org/officeDocument/2006/relationships/tags" Target="../tags/tag1603.xml"/><Relationship Id="rId62" Type="http://schemas.openxmlformats.org/officeDocument/2006/relationships/tags" Target="../tags/tag1611.xml"/><Relationship Id="rId70" Type="http://schemas.openxmlformats.org/officeDocument/2006/relationships/tags" Target="../tags/tag1619.xml"/><Relationship Id="rId75" Type="http://schemas.openxmlformats.org/officeDocument/2006/relationships/tags" Target="../tags/tag1624.xml"/><Relationship Id="rId1" Type="http://schemas.openxmlformats.org/officeDocument/2006/relationships/tags" Target="../tags/tag1550.xml"/><Relationship Id="rId6" Type="http://schemas.openxmlformats.org/officeDocument/2006/relationships/tags" Target="../tags/tag1555.xml"/><Relationship Id="rId15" Type="http://schemas.openxmlformats.org/officeDocument/2006/relationships/tags" Target="../tags/tag1564.xml"/><Relationship Id="rId23" Type="http://schemas.openxmlformats.org/officeDocument/2006/relationships/tags" Target="../tags/tag1572.xml"/><Relationship Id="rId28" Type="http://schemas.openxmlformats.org/officeDocument/2006/relationships/tags" Target="../tags/tag1577.xml"/><Relationship Id="rId36" Type="http://schemas.openxmlformats.org/officeDocument/2006/relationships/tags" Target="../tags/tag1585.xml"/><Relationship Id="rId49" Type="http://schemas.openxmlformats.org/officeDocument/2006/relationships/tags" Target="../tags/tag1598.xml"/><Relationship Id="rId57" Type="http://schemas.openxmlformats.org/officeDocument/2006/relationships/tags" Target="../tags/tag1606.xml"/><Relationship Id="rId10" Type="http://schemas.openxmlformats.org/officeDocument/2006/relationships/tags" Target="../tags/tag1559.xml"/><Relationship Id="rId31" Type="http://schemas.openxmlformats.org/officeDocument/2006/relationships/tags" Target="../tags/tag1580.xml"/><Relationship Id="rId44" Type="http://schemas.openxmlformats.org/officeDocument/2006/relationships/tags" Target="../tags/tag1593.xml"/><Relationship Id="rId52" Type="http://schemas.openxmlformats.org/officeDocument/2006/relationships/tags" Target="../tags/tag1601.xml"/><Relationship Id="rId60" Type="http://schemas.openxmlformats.org/officeDocument/2006/relationships/tags" Target="../tags/tag1609.xml"/><Relationship Id="rId65" Type="http://schemas.openxmlformats.org/officeDocument/2006/relationships/tags" Target="../tags/tag1614.xml"/><Relationship Id="rId73" Type="http://schemas.openxmlformats.org/officeDocument/2006/relationships/tags" Target="../tags/tag1622.xml"/><Relationship Id="rId4" Type="http://schemas.openxmlformats.org/officeDocument/2006/relationships/tags" Target="../tags/tag1553.xml"/><Relationship Id="rId9" Type="http://schemas.openxmlformats.org/officeDocument/2006/relationships/tags" Target="../tags/tag1558.xml"/><Relationship Id="rId13" Type="http://schemas.openxmlformats.org/officeDocument/2006/relationships/tags" Target="../tags/tag1562.xml"/><Relationship Id="rId18" Type="http://schemas.openxmlformats.org/officeDocument/2006/relationships/tags" Target="../tags/tag1567.xml"/><Relationship Id="rId39" Type="http://schemas.openxmlformats.org/officeDocument/2006/relationships/tags" Target="../tags/tag1588.xml"/><Relationship Id="rId34" Type="http://schemas.openxmlformats.org/officeDocument/2006/relationships/tags" Target="../tags/tag1583.xml"/><Relationship Id="rId50" Type="http://schemas.openxmlformats.org/officeDocument/2006/relationships/tags" Target="../tags/tag1599.xml"/><Relationship Id="rId55" Type="http://schemas.openxmlformats.org/officeDocument/2006/relationships/tags" Target="../tags/tag1604.xml"/><Relationship Id="rId76" Type="http://schemas.openxmlformats.org/officeDocument/2006/relationships/slideLayout" Target="../slideLayouts/slideLayout12.xml"/><Relationship Id="rId7" Type="http://schemas.openxmlformats.org/officeDocument/2006/relationships/tags" Target="../tags/tag1556.xml"/><Relationship Id="rId71" Type="http://schemas.openxmlformats.org/officeDocument/2006/relationships/tags" Target="../tags/tag1620.xml"/></Relationships>
</file>

<file path=ppt/slides/_rels/slide24.xml.rels><?xml version="1.0" encoding="UTF-8" standalone="yes"?>
<Relationships xmlns="http://schemas.openxmlformats.org/package/2006/relationships"><Relationship Id="rId26" Type="http://schemas.openxmlformats.org/officeDocument/2006/relationships/tags" Target="../tags/tag1650.xml"/><Relationship Id="rId21" Type="http://schemas.openxmlformats.org/officeDocument/2006/relationships/tags" Target="../tags/tag1645.xml"/><Relationship Id="rId42" Type="http://schemas.openxmlformats.org/officeDocument/2006/relationships/tags" Target="../tags/tag1666.xml"/><Relationship Id="rId47" Type="http://schemas.openxmlformats.org/officeDocument/2006/relationships/tags" Target="../tags/tag1671.xml"/><Relationship Id="rId63" Type="http://schemas.openxmlformats.org/officeDocument/2006/relationships/tags" Target="../tags/tag1687.xml"/><Relationship Id="rId68" Type="http://schemas.openxmlformats.org/officeDocument/2006/relationships/tags" Target="../tags/tag1692.xml"/><Relationship Id="rId2" Type="http://schemas.openxmlformats.org/officeDocument/2006/relationships/tags" Target="../tags/tag1626.xml"/><Relationship Id="rId16" Type="http://schemas.openxmlformats.org/officeDocument/2006/relationships/tags" Target="../tags/tag1640.xml"/><Relationship Id="rId29" Type="http://schemas.openxmlformats.org/officeDocument/2006/relationships/tags" Target="../tags/tag1653.xml"/><Relationship Id="rId11" Type="http://schemas.openxmlformats.org/officeDocument/2006/relationships/tags" Target="../tags/tag1635.xml"/><Relationship Id="rId24" Type="http://schemas.openxmlformats.org/officeDocument/2006/relationships/tags" Target="../tags/tag1648.xml"/><Relationship Id="rId32" Type="http://schemas.openxmlformats.org/officeDocument/2006/relationships/tags" Target="../tags/tag1656.xml"/><Relationship Id="rId37" Type="http://schemas.openxmlformats.org/officeDocument/2006/relationships/tags" Target="../tags/tag1661.xml"/><Relationship Id="rId40" Type="http://schemas.openxmlformats.org/officeDocument/2006/relationships/tags" Target="../tags/tag1664.xml"/><Relationship Id="rId45" Type="http://schemas.openxmlformats.org/officeDocument/2006/relationships/tags" Target="../tags/tag1669.xml"/><Relationship Id="rId53" Type="http://schemas.openxmlformats.org/officeDocument/2006/relationships/tags" Target="../tags/tag1677.xml"/><Relationship Id="rId58" Type="http://schemas.openxmlformats.org/officeDocument/2006/relationships/tags" Target="../tags/tag1682.xml"/><Relationship Id="rId66" Type="http://schemas.openxmlformats.org/officeDocument/2006/relationships/tags" Target="../tags/tag1690.xml"/><Relationship Id="rId74" Type="http://schemas.openxmlformats.org/officeDocument/2006/relationships/tags" Target="../tags/tag1698.xml"/><Relationship Id="rId5" Type="http://schemas.openxmlformats.org/officeDocument/2006/relationships/tags" Target="../tags/tag1629.xml"/><Relationship Id="rId61" Type="http://schemas.openxmlformats.org/officeDocument/2006/relationships/tags" Target="../tags/tag1685.xml"/><Relationship Id="rId19" Type="http://schemas.openxmlformats.org/officeDocument/2006/relationships/tags" Target="../tags/tag1643.xml"/><Relationship Id="rId14" Type="http://schemas.openxmlformats.org/officeDocument/2006/relationships/tags" Target="../tags/tag1638.xml"/><Relationship Id="rId22" Type="http://schemas.openxmlformats.org/officeDocument/2006/relationships/tags" Target="../tags/tag1646.xml"/><Relationship Id="rId27" Type="http://schemas.openxmlformats.org/officeDocument/2006/relationships/tags" Target="../tags/tag1651.xml"/><Relationship Id="rId30" Type="http://schemas.openxmlformats.org/officeDocument/2006/relationships/tags" Target="../tags/tag1654.xml"/><Relationship Id="rId35" Type="http://schemas.openxmlformats.org/officeDocument/2006/relationships/tags" Target="../tags/tag1659.xml"/><Relationship Id="rId43" Type="http://schemas.openxmlformats.org/officeDocument/2006/relationships/tags" Target="../tags/tag1667.xml"/><Relationship Id="rId48" Type="http://schemas.openxmlformats.org/officeDocument/2006/relationships/tags" Target="../tags/tag1672.xml"/><Relationship Id="rId56" Type="http://schemas.openxmlformats.org/officeDocument/2006/relationships/tags" Target="../tags/tag1680.xml"/><Relationship Id="rId64" Type="http://schemas.openxmlformats.org/officeDocument/2006/relationships/tags" Target="../tags/tag1688.xml"/><Relationship Id="rId69" Type="http://schemas.openxmlformats.org/officeDocument/2006/relationships/tags" Target="../tags/tag1693.xml"/><Relationship Id="rId8" Type="http://schemas.openxmlformats.org/officeDocument/2006/relationships/tags" Target="../tags/tag1632.xml"/><Relationship Id="rId51" Type="http://schemas.openxmlformats.org/officeDocument/2006/relationships/tags" Target="../tags/tag1675.xml"/><Relationship Id="rId72" Type="http://schemas.openxmlformats.org/officeDocument/2006/relationships/tags" Target="../tags/tag1696.xml"/><Relationship Id="rId3" Type="http://schemas.openxmlformats.org/officeDocument/2006/relationships/tags" Target="../tags/tag1627.xml"/><Relationship Id="rId12" Type="http://schemas.openxmlformats.org/officeDocument/2006/relationships/tags" Target="../tags/tag1636.xml"/><Relationship Id="rId17" Type="http://schemas.openxmlformats.org/officeDocument/2006/relationships/tags" Target="../tags/tag1641.xml"/><Relationship Id="rId25" Type="http://schemas.openxmlformats.org/officeDocument/2006/relationships/tags" Target="../tags/tag1649.xml"/><Relationship Id="rId33" Type="http://schemas.openxmlformats.org/officeDocument/2006/relationships/tags" Target="../tags/tag1657.xml"/><Relationship Id="rId38" Type="http://schemas.openxmlformats.org/officeDocument/2006/relationships/tags" Target="../tags/tag1662.xml"/><Relationship Id="rId46" Type="http://schemas.openxmlformats.org/officeDocument/2006/relationships/tags" Target="../tags/tag1670.xml"/><Relationship Id="rId59" Type="http://schemas.openxmlformats.org/officeDocument/2006/relationships/tags" Target="../tags/tag1683.xml"/><Relationship Id="rId67" Type="http://schemas.openxmlformats.org/officeDocument/2006/relationships/tags" Target="../tags/tag1691.xml"/><Relationship Id="rId20" Type="http://schemas.openxmlformats.org/officeDocument/2006/relationships/tags" Target="../tags/tag1644.xml"/><Relationship Id="rId41" Type="http://schemas.openxmlformats.org/officeDocument/2006/relationships/tags" Target="../tags/tag1665.xml"/><Relationship Id="rId54" Type="http://schemas.openxmlformats.org/officeDocument/2006/relationships/tags" Target="../tags/tag1678.xml"/><Relationship Id="rId62" Type="http://schemas.openxmlformats.org/officeDocument/2006/relationships/tags" Target="../tags/tag1686.xml"/><Relationship Id="rId70" Type="http://schemas.openxmlformats.org/officeDocument/2006/relationships/tags" Target="../tags/tag1694.xml"/><Relationship Id="rId75" Type="http://schemas.openxmlformats.org/officeDocument/2006/relationships/tags" Target="../tags/tag1699.xml"/><Relationship Id="rId1" Type="http://schemas.openxmlformats.org/officeDocument/2006/relationships/tags" Target="../tags/tag1625.xml"/><Relationship Id="rId6" Type="http://schemas.openxmlformats.org/officeDocument/2006/relationships/tags" Target="../tags/tag1630.xml"/><Relationship Id="rId15" Type="http://schemas.openxmlformats.org/officeDocument/2006/relationships/tags" Target="../tags/tag1639.xml"/><Relationship Id="rId23" Type="http://schemas.openxmlformats.org/officeDocument/2006/relationships/tags" Target="../tags/tag1647.xml"/><Relationship Id="rId28" Type="http://schemas.openxmlformats.org/officeDocument/2006/relationships/tags" Target="../tags/tag1652.xml"/><Relationship Id="rId36" Type="http://schemas.openxmlformats.org/officeDocument/2006/relationships/tags" Target="../tags/tag1660.xml"/><Relationship Id="rId49" Type="http://schemas.openxmlformats.org/officeDocument/2006/relationships/tags" Target="../tags/tag1673.xml"/><Relationship Id="rId57" Type="http://schemas.openxmlformats.org/officeDocument/2006/relationships/tags" Target="../tags/tag1681.xml"/><Relationship Id="rId10" Type="http://schemas.openxmlformats.org/officeDocument/2006/relationships/tags" Target="../tags/tag1634.xml"/><Relationship Id="rId31" Type="http://schemas.openxmlformats.org/officeDocument/2006/relationships/tags" Target="../tags/tag1655.xml"/><Relationship Id="rId44" Type="http://schemas.openxmlformats.org/officeDocument/2006/relationships/tags" Target="../tags/tag1668.xml"/><Relationship Id="rId52" Type="http://schemas.openxmlformats.org/officeDocument/2006/relationships/tags" Target="../tags/tag1676.xml"/><Relationship Id="rId60" Type="http://schemas.openxmlformats.org/officeDocument/2006/relationships/tags" Target="../tags/tag1684.xml"/><Relationship Id="rId65" Type="http://schemas.openxmlformats.org/officeDocument/2006/relationships/tags" Target="../tags/tag1689.xml"/><Relationship Id="rId73" Type="http://schemas.openxmlformats.org/officeDocument/2006/relationships/tags" Target="../tags/tag1697.xml"/><Relationship Id="rId4" Type="http://schemas.openxmlformats.org/officeDocument/2006/relationships/tags" Target="../tags/tag1628.xml"/><Relationship Id="rId9" Type="http://schemas.openxmlformats.org/officeDocument/2006/relationships/tags" Target="../tags/tag1633.xml"/><Relationship Id="rId13" Type="http://schemas.openxmlformats.org/officeDocument/2006/relationships/tags" Target="../tags/tag1637.xml"/><Relationship Id="rId18" Type="http://schemas.openxmlformats.org/officeDocument/2006/relationships/tags" Target="../tags/tag1642.xml"/><Relationship Id="rId39" Type="http://schemas.openxmlformats.org/officeDocument/2006/relationships/tags" Target="../tags/tag1663.xml"/><Relationship Id="rId34" Type="http://schemas.openxmlformats.org/officeDocument/2006/relationships/tags" Target="../tags/tag1658.xml"/><Relationship Id="rId50" Type="http://schemas.openxmlformats.org/officeDocument/2006/relationships/tags" Target="../tags/tag1674.xml"/><Relationship Id="rId55" Type="http://schemas.openxmlformats.org/officeDocument/2006/relationships/tags" Target="../tags/tag1679.xml"/><Relationship Id="rId76" Type="http://schemas.openxmlformats.org/officeDocument/2006/relationships/slideLayout" Target="../slideLayouts/slideLayout12.xml"/><Relationship Id="rId7" Type="http://schemas.openxmlformats.org/officeDocument/2006/relationships/tags" Target="../tags/tag1631.xml"/><Relationship Id="rId71" Type="http://schemas.openxmlformats.org/officeDocument/2006/relationships/tags" Target="../tags/tag169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33.xml"/><Relationship Id="rId1" Type="http://schemas.openxmlformats.org/officeDocument/2006/relationships/customXml" Target="../../customXml/item3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notesSlide" Target="../notesSlides/notesSlide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35.xml"/><Relationship Id="rId1" Type="http://schemas.openxmlformats.org/officeDocument/2006/relationships/customXml" Target="../../customXml/item34.xml"/><Relationship Id="rId4" Type="http://schemas.openxmlformats.org/officeDocument/2006/relationships/notesSlide" Target="../notesSlides/notesSlide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37.xml"/><Relationship Id="rId1" Type="http://schemas.openxmlformats.org/officeDocument/2006/relationships/customXml" Target="../../customXml/item36.xml"/><Relationship Id="rId5" Type="http://schemas.openxmlformats.org/officeDocument/2006/relationships/image" Target="../media/image25.png"/><Relationship Id="rId4" Type="http://schemas.openxmlformats.org/officeDocument/2006/relationships/notesSlide" Target="../notesSlides/notesSlide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39.xml"/><Relationship Id="rId1" Type="http://schemas.openxmlformats.org/officeDocument/2006/relationships/customXml" Target="../../customXml/item38.xml"/><Relationship Id="rId6" Type="http://schemas.openxmlformats.org/officeDocument/2006/relationships/image" Target="../media/image26.png"/><Relationship Id="rId5" Type="http://schemas.openxmlformats.org/officeDocument/2006/relationships/image" Target="../media/image190.png"/><Relationship Id="rId4" Type="http://schemas.openxmlformats.org/officeDocument/2006/relationships/notesSlide" Target="../notesSlides/notesSlide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1707.xml"/><Relationship Id="rId13" Type="http://schemas.openxmlformats.org/officeDocument/2006/relationships/tags" Target="../tags/tag1712.xml"/><Relationship Id="rId18" Type="http://schemas.openxmlformats.org/officeDocument/2006/relationships/tags" Target="../tags/tag1717.xml"/><Relationship Id="rId26" Type="http://schemas.openxmlformats.org/officeDocument/2006/relationships/tags" Target="../tags/tag1725.xml"/><Relationship Id="rId3" Type="http://schemas.openxmlformats.org/officeDocument/2006/relationships/tags" Target="../tags/tag1702.xml"/><Relationship Id="rId21" Type="http://schemas.openxmlformats.org/officeDocument/2006/relationships/tags" Target="../tags/tag1720.xml"/><Relationship Id="rId7" Type="http://schemas.openxmlformats.org/officeDocument/2006/relationships/tags" Target="../tags/tag1706.xml"/><Relationship Id="rId12" Type="http://schemas.openxmlformats.org/officeDocument/2006/relationships/tags" Target="../tags/tag1711.xml"/><Relationship Id="rId17" Type="http://schemas.openxmlformats.org/officeDocument/2006/relationships/tags" Target="../tags/tag1716.xml"/><Relationship Id="rId25" Type="http://schemas.openxmlformats.org/officeDocument/2006/relationships/tags" Target="../tags/tag1724.xml"/><Relationship Id="rId2" Type="http://schemas.openxmlformats.org/officeDocument/2006/relationships/tags" Target="../tags/tag1701.xml"/><Relationship Id="rId16" Type="http://schemas.openxmlformats.org/officeDocument/2006/relationships/tags" Target="../tags/tag1715.xml"/><Relationship Id="rId20" Type="http://schemas.openxmlformats.org/officeDocument/2006/relationships/tags" Target="../tags/tag1719.xml"/><Relationship Id="rId1" Type="http://schemas.openxmlformats.org/officeDocument/2006/relationships/tags" Target="../tags/tag1700.xml"/><Relationship Id="rId6" Type="http://schemas.openxmlformats.org/officeDocument/2006/relationships/tags" Target="../tags/tag1705.xml"/><Relationship Id="rId11" Type="http://schemas.openxmlformats.org/officeDocument/2006/relationships/tags" Target="../tags/tag1710.xml"/><Relationship Id="rId24" Type="http://schemas.openxmlformats.org/officeDocument/2006/relationships/tags" Target="../tags/tag1723.xml"/><Relationship Id="rId5" Type="http://schemas.openxmlformats.org/officeDocument/2006/relationships/tags" Target="../tags/tag1704.xml"/><Relationship Id="rId15" Type="http://schemas.openxmlformats.org/officeDocument/2006/relationships/tags" Target="../tags/tag1714.xml"/><Relationship Id="rId23" Type="http://schemas.openxmlformats.org/officeDocument/2006/relationships/tags" Target="../tags/tag1722.xml"/><Relationship Id="rId10" Type="http://schemas.openxmlformats.org/officeDocument/2006/relationships/tags" Target="../tags/tag1709.xml"/><Relationship Id="rId19" Type="http://schemas.openxmlformats.org/officeDocument/2006/relationships/tags" Target="../tags/tag1718.xml"/><Relationship Id="rId4" Type="http://schemas.openxmlformats.org/officeDocument/2006/relationships/tags" Target="../tags/tag1703.xml"/><Relationship Id="rId9" Type="http://schemas.openxmlformats.org/officeDocument/2006/relationships/tags" Target="../tags/tag1708.xml"/><Relationship Id="rId14" Type="http://schemas.openxmlformats.org/officeDocument/2006/relationships/tags" Target="../tags/tag1713.xml"/><Relationship Id="rId22" Type="http://schemas.openxmlformats.org/officeDocument/2006/relationships/tags" Target="../tags/tag1721.xml"/><Relationship Id="rId27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1733.xml"/><Relationship Id="rId13" Type="http://schemas.openxmlformats.org/officeDocument/2006/relationships/tags" Target="../tags/tag1738.xml"/><Relationship Id="rId18" Type="http://schemas.openxmlformats.org/officeDocument/2006/relationships/tags" Target="../tags/tag1743.xml"/><Relationship Id="rId26" Type="http://schemas.openxmlformats.org/officeDocument/2006/relationships/tags" Target="../tags/tag1751.xml"/><Relationship Id="rId3" Type="http://schemas.openxmlformats.org/officeDocument/2006/relationships/tags" Target="../tags/tag1728.xml"/><Relationship Id="rId21" Type="http://schemas.openxmlformats.org/officeDocument/2006/relationships/tags" Target="../tags/tag1746.xml"/><Relationship Id="rId7" Type="http://schemas.openxmlformats.org/officeDocument/2006/relationships/tags" Target="../tags/tag1732.xml"/><Relationship Id="rId12" Type="http://schemas.openxmlformats.org/officeDocument/2006/relationships/tags" Target="../tags/tag1737.xml"/><Relationship Id="rId17" Type="http://schemas.openxmlformats.org/officeDocument/2006/relationships/tags" Target="../tags/tag1742.xml"/><Relationship Id="rId25" Type="http://schemas.openxmlformats.org/officeDocument/2006/relationships/tags" Target="../tags/tag1750.xml"/><Relationship Id="rId2" Type="http://schemas.openxmlformats.org/officeDocument/2006/relationships/tags" Target="../tags/tag1727.xml"/><Relationship Id="rId16" Type="http://schemas.openxmlformats.org/officeDocument/2006/relationships/tags" Target="../tags/tag1741.xml"/><Relationship Id="rId20" Type="http://schemas.openxmlformats.org/officeDocument/2006/relationships/tags" Target="../tags/tag1745.xml"/><Relationship Id="rId1" Type="http://schemas.openxmlformats.org/officeDocument/2006/relationships/tags" Target="../tags/tag1726.xml"/><Relationship Id="rId6" Type="http://schemas.openxmlformats.org/officeDocument/2006/relationships/tags" Target="../tags/tag1731.xml"/><Relationship Id="rId11" Type="http://schemas.openxmlformats.org/officeDocument/2006/relationships/tags" Target="../tags/tag1736.xml"/><Relationship Id="rId24" Type="http://schemas.openxmlformats.org/officeDocument/2006/relationships/tags" Target="../tags/tag1749.xml"/><Relationship Id="rId5" Type="http://schemas.openxmlformats.org/officeDocument/2006/relationships/tags" Target="../tags/tag1730.xml"/><Relationship Id="rId15" Type="http://schemas.openxmlformats.org/officeDocument/2006/relationships/tags" Target="../tags/tag1740.xml"/><Relationship Id="rId23" Type="http://schemas.openxmlformats.org/officeDocument/2006/relationships/tags" Target="../tags/tag1748.xml"/><Relationship Id="rId10" Type="http://schemas.openxmlformats.org/officeDocument/2006/relationships/tags" Target="../tags/tag1735.xml"/><Relationship Id="rId19" Type="http://schemas.openxmlformats.org/officeDocument/2006/relationships/tags" Target="../tags/tag1744.xml"/><Relationship Id="rId4" Type="http://schemas.openxmlformats.org/officeDocument/2006/relationships/tags" Target="../tags/tag1729.xml"/><Relationship Id="rId9" Type="http://schemas.openxmlformats.org/officeDocument/2006/relationships/tags" Target="../tags/tag1734.xml"/><Relationship Id="rId14" Type="http://schemas.openxmlformats.org/officeDocument/2006/relationships/tags" Target="../tags/tag1739.xml"/><Relationship Id="rId22" Type="http://schemas.openxmlformats.org/officeDocument/2006/relationships/tags" Target="../tags/tag1747.xml"/><Relationship Id="rId27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41.xml"/><Relationship Id="rId1" Type="http://schemas.openxmlformats.org/officeDocument/2006/relationships/customXml" Target="../../customXml/item40.xml"/><Relationship Id="rId5" Type="http://schemas.openxmlformats.org/officeDocument/2006/relationships/image" Target="../media/image210.png"/><Relationship Id="rId4" Type="http://schemas.openxmlformats.org/officeDocument/2006/relationships/notesSlide" Target="../notesSlides/notesSlide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43.xml"/><Relationship Id="rId1" Type="http://schemas.openxmlformats.org/officeDocument/2006/relationships/customXml" Target="../../customXml/item42.xml"/><Relationship Id="rId5" Type="http://schemas.openxmlformats.org/officeDocument/2006/relationships/image" Target="../media/image27.png"/><Relationship Id="rId4" Type="http://schemas.openxmlformats.org/officeDocument/2006/relationships/notesSlide" Target="../notesSlides/notesSlide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45.xml"/><Relationship Id="rId1" Type="http://schemas.openxmlformats.org/officeDocument/2006/relationships/customXml" Target="../../customXml/item44.xml"/><Relationship Id="rId6" Type="http://schemas.openxmlformats.org/officeDocument/2006/relationships/image" Target="../media/image28.png"/><Relationship Id="rId5" Type="http://schemas.openxmlformats.org/officeDocument/2006/relationships/image" Target="../media/image230.png"/><Relationship Id="rId4" Type="http://schemas.openxmlformats.org/officeDocument/2006/relationships/notesSlide" Target="../notesSlides/notesSlide1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47.xml"/><Relationship Id="rId1" Type="http://schemas.openxmlformats.org/officeDocument/2006/relationships/customXml" Target="../../customXml/item4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49.xml"/><Relationship Id="rId1" Type="http://schemas.openxmlformats.org/officeDocument/2006/relationships/customXml" Target="../../customXml/item48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13EF6E-BC23-40A0-80D4-1EBE64DCC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6E0924-02D7-65C0-E277-13480DE8B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02.09.2024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9E575D-56C5-ED56-EB3A-5AD4F2BED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10060 Fysik (PG) | temperatur og varme</a:t>
            </a:r>
            <a:endParaRPr lang="en-GB" dirty="0"/>
          </a:p>
        </p:txBody>
      </p:sp>
    </p:spTree>
    <p:custDataLst>
      <p:custData r:id="rId1"/>
      <p:custData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4358EA-4D5B-461F-997D-DE6729900D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Gravitation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8CE6942-A17C-4247-86C6-41FACF7E90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Uge 6 | Gravitation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A221E4-1851-497D-90EE-984C71121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450" y="6541200"/>
            <a:ext cx="432600" cy="316800"/>
          </a:xfrm>
        </p:spPr>
        <p:txBody>
          <a:bodyPr/>
          <a:lstStyle/>
          <a:p>
            <a:fld id="{24C8C45C-947F-4981-8B3F-4F32E973C901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97B2EC-C3C8-5857-15B1-3DF640A06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10060 Fysik (PG) | gravitation</a:t>
            </a:r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A92365C1-559B-6139-15DA-3E6D82AF34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2000" y="6541200"/>
            <a:ext cx="1105200" cy="316800"/>
          </a:xfrm>
        </p:spPr>
        <p:txBody>
          <a:bodyPr/>
          <a:lstStyle/>
          <a:p>
            <a:r>
              <a:rPr lang="da-DK" dirty="0"/>
              <a:t>E25 06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320714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432C-6EE4-3A48-B260-083AF2E7E36A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da-DK"/>
              <a:t>Join the Vevox session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B87DD-025D-AE43-4A03-910135B61E5D}"/>
              </a:ext>
            </a:extLst>
          </p:cNvPr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FI"/>
              <a:t> </a:t>
            </a:r>
            <a:endParaRPr lang="en-FI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03B32C-6B09-4C7C-BB92-8A72F50EF9B4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838090" y="1798320"/>
            <a:ext cx="7339230" cy="442976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en-US" sz="3500">
                <a:latin typeface="+mn-lt"/>
              </a:rPr>
              <a:t>Go to </a:t>
            </a:r>
            <a:r>
              <a:rPr lang="en-US" sz="3500" b="1">
                <a:latin typeface="+mn-lt"/>
              </a:rPr>
              <a:t>vevox.app</a:t>
            </a:r>
            <a:r>
              <a:rPr lang="en-US" sz="3500">
                <a:latin typeface="+mn-lt"/>
              </a:rPr>
              <a:t>
Enter the session ID: </a:t>
            </a:r>
            <a:r>
              <a:rPr lang="en-US" sz="3500" b="1">
                <a:latin typeface="+mn-lt"/>
              </a:rPr>
              <a:t>155-043-402</a:t>
            </a:r>
            <a:r>
              <a:rPr lang="en-US" sz="3500">
                <a:latin typeface="+mn-lt"/>
              </a:rPr>
              <a:t>
Or scan the QR code</a:t>
            </a:r>
            <a:endParaRPr lang="da-DK" sz="3500" dirty="0" err="1">
              <a:latin typeface="+mn-lt"/>
            </a:endParaRPr>
          </a:p>
        </p:txBody>
      </p:sp>
      <p:grpSp>
        <p:nvGrpSpPr>
          <p:cNvPr id="447" name="Group 446">
            <a:extLst>
              <a:ext uri="{FF2B5EF4-FFF2-40B4-BE49-F238E27FC236}">
                <a16:creationId xmlns:a16="http://schemas.microsoft.com/office/drawing/2014/main" id="{8B40382C-3B12-B9DC-FD7C-89A20B0C16DB}"/>
              </a:ext>
            </a:extLst>
          </p:cNvPr>
          <p:cNvGrpSpPr/>
          <p:nvPr/>
        </p:nvGrpSpPr>
        <p:grpSpPr>
          <a:xfrm>
            <a:off x="8177321" y="1948179"/>
            <a:ext cx="2755900" cy="2755900"/>
            <a:chOff x="8177321" y="1948179"/>
            <a:chExt cx="2755900" cy="27559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112E848-C74A-457B-AE88-A62E72F799C6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 bwMode="auto">
            <a:xfrm>
              <a:off x="8177321" y="1948179"/>
              <a:ext cx="2755900" cy="2755900"/>
            </a:xfrm>
            <a:prstGeom prst="rect">
              <a:avLst/>
            </a:prstGeom>
            <a:solidFill>
              <a:srgbClr val="FFFFFF"/>
            </a:solidFill>
            <a:ln w="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22556A2-BDC6-43CF-9C10-85A2FDB3C4C1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8266221" y="2037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4167AA6-CAE0-4199-961E-D92A3DE20186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8355121" y="2037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B18807B-FF98-440D-8A60-43760295B648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 bwMode="auto">
            <a:xfrm>
              <a:off x="8444021" y="2037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A27ADF2-2780-45A3-841B-F2C40BE645C6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 bwMode="auto">
            <a:xfrm>
              <a:off x="8532921" y="2037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738936C-D9DD-4556-ABB7-99DC099B807B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 bwMode="auto">
            <a:xfrm>
              <a:off x="8621821" y="2037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75AB92-DA99-401D-9D50-FB9A9DF59B95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 bwMode="auto">
            <a:xfrm>
              <a:off x="8710721" y="2037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13115B1-D42C-40CC-A451-ADE09313570B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auto">
            <a:xfrm>
              <a:off x="8799621" y="2037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FD54CFF-2DA8-4C75-B8AA-90D4926FA1CB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 bwMode="auto">
            <a:xfrm>
              <a:off x="8977421" y="2037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94515F6-FEFC-4A41-A841-1CF1D46EB1CF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9066321" y="2037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8E41991-BB03-4637-BC91-1DEC40FD6BFA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9155221" y="2037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EF32C67-883C-49A1-89CF-62F2E5D91ED8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 bwMode="auto">
            <a:xfrm>
              <a:off x="9955321" y="2037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FB59380-6E2B-4BA2-B1C2-1D298489EBDB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 bwMode="auto">
            <a:xfrm>
              <a:off x="10044221" y="2037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71048DF-997A-4F07-9759-17A8802F499B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 bwMode="auto">
            <a:xfrm>
              <a:off x="10222021" y="2037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57F310D-99C7-4D39-B08A-A5D495309361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 bwMode="auto">
            <a:xfrm>
              <a:off x="10310921" y="2037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4C3F7B-91E1-44A0-964B-FB55D8424E8E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 bwMode="auto">
            <a:xfrm>
              <a:off x="10399821" y="2037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D54B7B-4F7D-4FFE-AB9B-DE9DCE678639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 bwMode="auto">
            <a:xfrm>
              <a:off x="10488721" y="2037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258EAAD-200B-43EB-95F7-6B14059278D1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 bwMode="auto">
            <a:xfrm>
              <a:off x="10577621" y="2037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9B957A7-A754-4851-BBAF-3B0F21F8A0A2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 bwMode="auto">
            <a:xfrm>
              <a:off x="10666521" y="2037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AA2CD8B-AA20-4502-B14B-ED946DABBD58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 bwMode="auto">
            <a:xfrm>
              <a:off x="10755421" y="2037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DEB5F28-94A7-4113-B281-16B6E5F179EA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 bwMode="auto">
            <a:xfrm>
              <a:off x="8266221" y="2125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106E8F5-6919-46E5-87F6-30A543CE1219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 bwMode="auto">
            <a:xfrm>
              <a:off x="8799621" y="2125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D32B22D-FC49-4822-A3CC-12680AA802DD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 bwMode="auto">
            <a:xfrm>
              <a:off x="9333021" y="2125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E02778A-D4A1-4989-89B7-8309AD095CE8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 bwMode="auto">
            <a:xfrm>
              <a:off x="9688621" y="2125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53F8ECF-D033-4E66-BDE5-A1182F681435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 bwMode="auto">
            <a:xfrm>
              <a:off x="9866421" y="2125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3BA37E9-D3D7-4B4C-9DF8-CA99A1F36806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 bwMode="auto">
            <a:xfrm>
              <a:off x="9955321" y="2125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A0D63C3-EBAA-4E45-92F4-36BB39226083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 bwMode="auto">
            <a:xfrm>
              <a:off x="10222021" y="2125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F6E3D60-C6EE-49C5-AEC7-E8D3D2B273FB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 bwMode="auto">
            <a:xfrm>
              <a:off x="10755421" y="2125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9A7676A-7170-46AE-8295-661865C0A7D9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 bwMode="auto">
            <a:xfrm>
              <a:off x="8266221" y="2214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843A3130-029A-4F56-8063-65BBABC29418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 bwMode="auto">
            <a:xfrm>
              <a:off x="8444021" y="2214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7DDD0DB-3BA1-496A-9CF5-530F0A7A1E10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 bwMode="auto">
            <a:xfrm>
              <a:off x="8532921" y="2214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39D75A4-A675-41A8-8DC2-DCCDB5FD6386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 bwMode="auto">
            <a:xfrm>
              <a:off x="8621821" y="2214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8DB3152-EF22-4C15-BF09-BF139B681610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 bwMode="auto">
            <a:xfrm>
              <a:off x="8799621" y="2214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932F931A-A9B6-46DB-BB75-CCBB736AC27E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 bwMode="auto">
            <a:xfrm>
              <a:off x="9066321" y="2214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6D2358CD-6AF4-4124-9576-7DAE6F9B4056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 bwMode="auto">
            <a:xfrm>
              <a:off x="9244121" y="2214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EC90B31-55FD-4081-AD12-E8A9E6CBFD81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 bwMode="auto">
            <a:xfrm>
              <a:off x="9333021" y="2214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37F8270-F197-4F61-BE9C-E8BE9258BE95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 bwMode="auto">
            <a:xfrm>
              <a:off x="9421921" y="2214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A39D1DD-46D8-4C20-B9CA-6D8B3F287673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 bwMode="auto">
            <a:xfrm>
              <a:off x="9599721" y="2214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88120888-FCEB-4416-8DE8-F267A98E0216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 bwMode="auto">
            <a:xfrm>
              <a:off x="9688621" y="2214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1F350EE-966C-4FF3-B4DC-4554C1C42A98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 bwMode="auto">
            <a:xfrm>
              <a:off x="9777521" y="2214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4D9745D-139E-453D-99A6-3005691B2644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 bwMode="auto">
            <a:xfrm>
              <a:off x="9955321" y="2214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034D2B6D-1E70-49E7-8EF1-BDF3CB6BCCCA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 bwMode="auto">
            <a:xfrm>
              <a:off x="10044221" y="2214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F73EDBE3-0A51-4E7F-8016-C1123E8207F7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 bwMode="auto">
            <a:xfrm>
              <a:off x="10222021" y="2214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F4CCD8AD-1F07-4BEA-A1F4-A9D9FF814388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 bwMode="auto">
            <a:xfrm>
              <a:off x="10399821" y="2214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9AB30909-6AA6-42F8-AEC5-275E09C4276B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 bwMode="auto">
            <a:xfrm>
              <a:off x="10488721" y="2214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AD98A075-BB5C-4AAE-8E2B-3A9BDBC665F6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 bwMode="auto">
            <a:xfrm>
              <a:off x="10577621" y="2214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BDD8F25-0748-4533-B6D0-9EFEC1B8FD7C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 bwMode="auto">
            <a:xfrm>
              <a:off x="10755421" y="2214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5FBDC926-58E5-4492-861A-AE460614187A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 bwMode="auto">
            <a:xfrm>
              <a:off x="8266221" y="2303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9C4EF2C9-D194-4A1D-97E7-5D3B8F4AFAA8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 bwMode="auto">
            <a:xfrm>
              <a:off x="8444021" y="2303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DDB3E04E-1D3A-478D-8095-D43FF21E9A0B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 bwMode="auto">
            <a:xfrm>
              <a:off x="8532921" y="2303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0C527B82-7DD0-48F2-B7DC-EB8C2A405C84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 bwMode="auto">
            <a:xfrm>
              <a:off x="8621821" y="2303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7CE14B2-D47A-4479-B051-75E5A4E96C6E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 bwMode="auto">
            <a:xfrm>
              <a:off x="8799621" y="2303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B7C02B94-0BF4-4676-A861-4914C3A48D90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 bwMode="auto">
            <a:xfrm>
              <a:off x="8977421" y="2303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14E1B6E-6613-4D2D-941E-5B58C919FBD5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 bwMode="auto">
            <a:xfrm>
              <a:off x="9066321" y="2303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E2FB6786-EB38-4FD6-A49B-4692518131D9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 bwMode="auto">
            <a:xfrm>
              <a:off x="9155221" y="2303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8BB77D91-2CB8-458C-8B6C-10A61EEFC40E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 bwMode="auto">
            <a:xfrm>
              <a:off x="9510821" y="2303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B8280D70-1610-4325-B476-7D687F6088BF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 bwMode="auto">
            <a:xfrm>
              <a:off x="9599721" y="2303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BE86BDCC-67C3-4856-94DF-E832F457E6F1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 bwMode="auto">
            <a:xfrm>
              <a:off x="9688621" y="2303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8C32A940-1117-4EA6-990F-B9675504D70D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 bwMode="auto">
            <a:xfrm>
              <a:off x="9955321" y="2303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14271F-626A-4DFB-AE26-8F891EF84010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 bwMode="auto">
            <a:xfrm>
              <a:off x="10222021" y="2303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0CCE1ACE-3EB5-4D3D-8102-3793B117623B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 bwMode="auto">
            <a:xfrm>
              <a:off x="10399821" y="2303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B0B17C2-4725-47AA-94BC-0AAF4EF024DE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 bwMode="auto">
            <a:xfrm>
              <a:off x="10488721" y="2303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32EF190A-E05C-4203-8F1C-E0069D826D77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 bwMode="auto">
            <a:xfrm>
              <a:off x="10577621" y="2303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C0F0C607-4469-4353-8BBC-DFC39E84C9ED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 bwMode="auto">
            <a:xfrm>
              <a:off x="10755421" y="2303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70140E8-F9F7-4D54-80E8-FD8F87516686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 bwMode="auto">
            <a:xfrm>
              <a:off x="8266221" y="23926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5DBB7A47-D5FD-4123-8627-4BBCA43CE5A1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 bwMode="auto">
            <a:xfrm>
              <a:off x="8444021" y="23926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1C343C37-943C-4739-8193-7757C7B41F09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 bwMode="auto">
            <a:xfrm>
              <a:off x="8532921" y="23926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FD152765-B863-478D-929A-67F441CB117E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 bwMode="auto">
            <a:xfrm>
              <a:off x="8621821" y="23926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F0D5B878-826F-4B71-B833-8358C79419EA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 bwMode="auto">
            <a:xfrm>
              <a:off x="8799621" y="23926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92984923-C605-43F6-909B-DB9112F26F36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 bwMode="auto">
            <a:xfrm>
              <a:off x="8977421" y="23926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BD7A0D4-5352-4C18-AE11-CC58F4681B1C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 bwMode="auto">
            <a:xfrm>
              <a:off x="9066321" y="23926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4C7E7AC4-E7F7-495A-92A5-2F8A23965D09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 bwMode="auto">
            <a:xfrm>
              <a:off x="9333021" y="23926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A2D85A60-7840-4465-8221-B9E07A1C0965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 bwMode="auto">
            <a:xfrm>
              <a:off x="9421921" y="23926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29C160A1-09F7-4E65-9C47-19D192B41315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 bwMode="auto">
            <a:xfrm>
              <a:off x="9510821" y="23926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F4170421-1D3E-4F57-9B11-498D4D26F940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 bwMode="auto">
            <a:xfrm>
              <a:off x="9688621" y="23926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6FAF036A-22C0-48D9-AA74-AAEBAB82F6C8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 bwMode="auto">
            <a:xfrm>
              <a:off x="9866421" y="23926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EDECF831-27DA-4954-952B-01A9F649DA6D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 bwMode="auto">
            <a:xfrm>
              <a:off x="10044221" y="23926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B28F621B-14DA-44FB-A5B3-22F8352CD823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 bwMode="auto">
            <a:xfrm>
              <a:off x="10222021" y="23926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EFBAD2F0-01F8-4DAD-8946-3AA5BAD9A435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 bwMode="auto">
            <a:xfrm>
              <a:off x="10399821" y="23926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D1109486-657B-47DC-B5DD-37A1964B01CE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 bwMode="auto">
            <a:xfrm>
              <a:off x="10488721" y="23926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B51171E8-17E1-4A0D-899C-1FBF2595D38C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 bwMode="auto">
            <a:xfrm>
              <a:off x="10577621" y="23926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D5EC2B5D-277F-4ACF-9A91-07BE32CACB58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 bwMode="auto">
            <a:xfrm>
              <a:off x="10755421" y="23926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C10DC935-857F-4859-9762-21A9766A6660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 bwMode="auto">
            <a:xfrm>
              <a:off x="8266221" y="2481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752DB110-E709-4BE4-9BC3-EF2170070073}"/>
                </a:ext>
              </a:extLst>
            </p:cNvPr>
            <p:cNvSpPr/>
            <p:nvPr>
              <p:custDataLst>
                <p:tags r:id="rId88"/>
              </p:custDataLst>
            </p:nvPr>
          </p:nvSpPr>
          <p:spPr bwMode="auto">
            <a:xfrm>
              <a:off x="8799621" y="2481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BB8CBFB0-F4EE-4382-99CA-885F148D125D}"/>
                </a:ext>
              </a:extLst>
            </p:cNvPr>
            <p:cNvSpPr/>
            <p:nvPr>
              <p:custDataLst>
                <p:tags r:id="rId89"/>
              </p:custDataLst>
            </p:nvPr>
          </p:nvSpPr>
          <p:spPr bwMode="auto">
            <a:xfrm>
              <a:off x="8977421" y="2481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3E01C243-2562-45E5-9C1F-0F2FD29874AB}"/>
                </a:ext>
              </a:extLst>
            </p:cNvPr>
            <p:cNvSpPr/>
            <p:nvPr>
              <p:custDataLst>
                <p:tags r:id="rId90"/>
              </p:custDataLst>
            </p:nvPr>
          </p:nvSpPr>
          <p:spPr bwMode="auto">
            <a:xfrm>
              <a:off x="9066321" y="2481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2BADA59D-3308-428B-AE3B-12939C163F1B}"/>
                </a:ext>
              </a:extLst>
            </p:cNvPr>
            <p:cNvSpPr/>
            <p:nvPr>
              <p:custDataLst>
                <p:tags r:id="rId91"/>
              </p:custDataLst>
            </p:nvPr>
          </p:nvSpPr>
          <p:spPr bwMode="auto">
            <a:xfrm>
              <a:off x="9421921" y="2481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EF4C5980-C164-48C3-A461-7D2A71204A68}"/>
                </a:ext>
              </a:extLst>
            </p:cNvPr>
            <p:cNvSpPr/>
            <p:nvPr>
              <p:custDataLst>
                <p:tags r:id="rId92"/>
              </p:custDataLst>
            </p:nvPr>
          </p:nvSpPr>
          <p:spPr bwMode="auto">
            <a:xfrm>
              <a:off x="9510821" y="2481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6682028D-7EDD-4DF6-B2E3-6A9B1457CF20}"/>
                </a:ext>
              </a:extLst>
            </p:cNvPr>
            <p:cNvSpPr/>
            <p:nvPr>
              <p:custDataLst>
                <p:tags r:id="rId93"/>
              </p:custDataLst>
            </p:nvPr>
          </p:nvSpPr>
          <p:spPr bwMode="auto">
            <a:xfrm>
              <a:off x="9599721" y="2481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AECDB98B-BC93-47DD-B504-666AACBF8167}"/>
                </a:ext>
              </a:extLst>
            </p:cNvPr>
            <p:cNvSpPr/>
            <p:nvPr>
              <p:custDataLst>
                <p:tags r:id="rId94"/>
              </p:custDataLst>
            </p:nvPr>
          </p:nvSpPr>
          <p:spPr bwMode="auto">
            <a:xfrm>
              <a:off x="9955321" y="2481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D58FC6FC-EFC6-43C5-B33F-4A08864C9801}"/>
                </a:ext>
              </a:extLst>
            </p:cNvPr>
            <p:cNvSpPr/>
            <p:nvPr>
              <p:custDataLst>
                <p:tags r:id="rId95"/>
              </p:custDataLst>
            </p:nvPr>
          </p:nvSpPr>
          <p:spPr bwMode="auto">
            <a:xfrm>
              <a:off x="10222021" y="2481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8AFEF8A0-26DB-45E5-9EEA-5144AE79CA9F}"/>
                </a:ext>
              </a:extLst>
            </p:cNvPr>
            <p:cNvSpPr/>
            <p:nvPr>
              <p:custDataLst>
                <p:tags r:id="rId96"/>
              </p:custDataLst>
            </p:nvPr>
          </p:nvSpPr>
          <p:spPr bwMode="auto">
            <a:xfrm>
              <a:off x="10755421" y="2481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59F7F8B3-C6D5-4922-92CA-2F3951FCEB93}"/>
                </a:ext>
              </a:extLst>
            </p:cNvPr>
            <p:cNvSpPr/>
            <p:nvPr>
              <p:custDataLst>
                <p:tags r:id="rId97"/>
              </p:custDataLst>
            </p:nvPr>
          </p:nvSpPr>
          <p:spPr bwMode="auto">
            <a:xfrm>
              <a:off x="82662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9E688729-4E9B-40C7-AB9D-05BAF0DB77F5}"/>
                </a:ext>
              </a:extLst>
            </p:cNvPr>
            <p:cNvSpPr/>
            <p:nvPr>
              <p:custDataLst>
                <p:tags r:id="rId98"/>
              </p:custDataLst>
            </p:nvPr>
          </p:nvSpPr>
          <p:spPr bwMode="auto">
            <a:xfrm>
              <a:off x="83551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4706CF1A-2FA8-4D50-858A-34350CD2A57F}"/>
                </a:ext>
              </a:extLst>
            </p:cNvPr>
            <p:cNvSpPr/>
            <p:nvPr>
              <p:custDataLst>
                <p:tags r:id="rId99"/>
              </p:custDataLst>
            </p:nvPr>
          </p:nvSpPr>
          <p:spPr bwMode="auto">
            <a:xfrm>
              <a:off x="84440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817F6C54-F33A-45EA-A926-6B3A0E0885CD}"/>
                </a:ext>
              </a:extLst>
            </p:cNvPr>
            <p:cNvSpPr/>
            <p:nvPr>
              <p:custDataLst>
                <p:tags r:id="rId100"/>
              </p:custDataLst>
            </p:nvPr>
          </p:nvSpPr>
          <p:spPr bwMode="auto">
            <a:xfrm>
              <a:off x="85329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E13F4551-C7C7-42A7-AF7C-5F6381D7E544}"/>
                </a:ext>
              </a:extLst>
            </p:cNvPr>
            <p:cNvSpPr/>
            <p:nvPr>
              <p:custDataLst>
                <p:tags r:id="rId101"/>
              </p:custDataLst>
            </p:nvPr>
          </p:nvSpPr>
          <p:spPr bwMode="auto">
            <a:xfrm>
              <a:off x="86218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1B4B4A0E-1E21-42F8-8EBD-A18D24814B0D}"/>
                </a:ext>
              </a:extLst>
            </p:cNvPr>
            <p:cNvSpPr/>
            <p:nvPr>
              <p:custDataLst>
                <p:tags r:id="rId102"/>
              </p:custDataLst>
            </p:nvPr>
          </p:nvSpPr>
          <p:spPr bwMode="auto">
            <a:xfrm>
              <a:off x="87107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42037AA7-2370-4977-B0D7-91B3C7DE238E}"/>
                </a:ext>
              </a:extLst>
            </p:cNvPr>
            <p:cNvSpPr/>
            <p:nvPr>
              <p:custDataLst>
                <p:tags r:id="rId103"/>
              </p:custDataLst>
            </p:nvPr>
          </p:nvSpPr>
          <p:spPr bwMode="auto">
            <a:xfrm>
              <a:off x="87996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58E332F4-87FE-4C7C-9555-798380F02B92}"/>
                </a:ext>
              </a:extLst>
            </p:cNvPr>
            <p:cNvSpPr/>
            <p:nvPr>
              <p:custDataLst>
                <p:tags r:id="rId104"/>
              </p:custDataLst>
            </p:nvPr>
          </p:nvSpPr>
          <p:spPr bwMode="auto">
            <a:xfrm>
              <a:off x="89774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DD24FD98-0D29-4EE3-9710-065A8F6C2823}"/>
                </a:ext>
              </a:extLst>
            </p:cNvPr>
            <p:cNvSpPr/>
            <p:nvPr>
              <p:custDataLst>
                <p:tags r:id="rId105"/>
              </p:custDataLst>
            </p:nvPr>
          </p:nvSpPr>
          <p:spPr bwMode="auto">
            <a:xfrm>
              <a:off x="91552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3BE7B572-A7B2-47E3-9DC9-57379217E9BB}"/>
                </a:ext>
              </a:extLst>
            </p:cNvPr>
            <p:cNvSpPr/>
            <p:nvPr>
              <p:custDataLst>
                <p:tags r:id="rId106"/>
              </p:custDataLst>
            </p:nvPr>
          </p:nvSpPr>
          <p:spPr bwMode="auto">
            <a:xfrm>
              <a:off x="93330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140858F5-F0D5-4849-8B1A-091E9999F1E0}"/>
                </a:ext>
              </a:extLst>
            </p:cNvPr>
            <p:cNvSpPr/>
            <p:nvPr>
              <p:custDataLst>
                <p:tags r:id="rId107"/>
              </p:custDataLst>
            </p:nvPr>
          </p:nvSpPr>
          <p:spPr bwMode="auto">
            <a:xfrm>
              <a:off x="95108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AB0CF895-96EA-49C9-B394-AEC205CB600F}"/>
                </a:ext>
              </a:extLst>
            </p:cNvPr>
            <p:cNvSpPr/>
            <p:nvPr>
              <p:custDataLst>
                <p:tags r:id="rId108"/>
              </p:custDataLst>
            </p:nvPr>
          </p:nvSpPr>
          <p:spPr bwMode="auto">
            <a:xfrm>
              <a:off x="96886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AA630B27-50F6-474F-9ED9-F7AED5CCDB17}"/>
                </a:ext>
              </a:extLst>
            </p:cNvPr>
            <p:cNvSpPr/>
            <p:nvPr>
              <p:custDataLst>
                <p:tags r:id="rId109"/>
              </p:custDataLst>
            </p:nvPr>
          </p:nvSpPr>
          <p:spPr bwMode="auto">
            <a:xfrm>
              <a:off x="98664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C23F2C3B-ED84-403A-B215-3A18CB82AFAA}"/>
                </a:ext>
              </a:extLst>
            </p:cNvPr>
            <p:cNvSpPr/>
            <p:nvPr>
              <p:custDataLst>
                <p:tags r:id="rId110"/>
              </p:custDataLst>
            </p:nvPr>
          </p:nvSpPr>
          <p:spPr bwMode="auto">
            <a:xfrm>
              <a:off x="100442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C6EE576E-4917-4800-8128-671E2E3464EF}"/>
                </a:ext>
              </a:extLst>
            </p:cNvPr>
            <p:cNvSpPr/>
            <p:nvPr>
              <p:custDataLst>
                <p:tags r:id="rId111"/>
              </p:custDataLst>
            </p:nvPr>
          </p:nvSpPr>
          <p:spPr bwMode="auto">
            <a:xfrm>
              <a:off x="102220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68073FB0-3A24-4A2A-B0BA-5AC305763C70}"/>
                </a:ext>
              </a:extLst>
            </p:cNvPr>
            <p:cNvSpPr/>
            <p:nvPr>
              <p:custDataLst>
                <p:tags r:id="rId112"/>
              </p:custDataLst>
            </p:nvPr>
          </p:nvSpPr>
          <p:spPr bwMode="auto">
            <a:xfrm>
              <a:off x="103109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3B28F7E6-39B3-4240-B028-D19776C7C59D}"/>
                </a:ext>
              </a:extLst>
            </p:cNvPr>
            <p:cNvSpPr/>
            <p:nvPr>
              <p:custDataLst>
                <p:tags r:id="rId113"/>
              </p:custDataLst>
            </p:nvPr>
          </p:nvSpPr>
          <p:spPr bwMode="auto">
            <a:xfrm>
              <a:off x="103998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42042735-F222-45C5-A05D-A695C28E9C09}"/>
                </a:ext>
              </a:extLst>
            </p:cNvPr>
            <p:cNvSpPr/>
            <p:nvPr>
              <p:custDataLst>
                <p:tags r:id="rId114"/>
              </p:custDataLst>
            </p:nvPr>
          </p:nvSpPr>
          <p:spPr bwMode="auto">
            <a:xfrm>
              <a:off x="104887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A532E3B5-3E48-4E8D-9F35-C605B109652A}"/>
                </a:ext>
              </a:extLst>
            </p:cNvPr>
            <p:cNvSpPr/>
            <p:nvPr>
              <p:custDataLst>
                <p:tags r:id="rId115"/>
              </p:custDataLst>
            </p:nvPr>
          </p:nvSpPr>
          <p:spPr bwMode="auto">
            <a:xfrm>
              <a:off x="105776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0157D80D-993C-41F8-83FF-26FFCF65732E}"/>
                </a:ext>
              </a:extLst>
            </p:cNvPr>
            <p:cNvSpPr/>
            <p:nvPr>
              <p:custDataLst>
                <p:tags r:id="rId116"/>
              </p:custDataLst>
            </p:nvPr>
          </p:nvSpPr>
          <p:spPr bwMode="auto">
            <a:xfrm>
              <a:off x="106665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A3DB145F-38D6-4FB5-8CAE-AFECBE065A28}"/>
                </a:ext>
              </a:extLst>
            </p:cNvPr>
            <p:cNvSpPr/>
            <p:nvPr>
              <p:custDataLst>
                <p:tags r:id="rId117"/>
              </p:custDataLst>
            </p:nvPr>
          </p:nvSpPr>
          <p:spPr bwMode="auto">
            <a:xfrm>
              <a:off x="107554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72BA030E-909E-4765-8804-2A0DBB248C4F}"/>
                </a:ext>
              </a:extLst>
            </p:cNvPr>
            <p:cNvSpPr/>
            <p:nvPr>
              <p:custDataLst>
                <p:tags r:id="rId118"/>
              </p:custDataLst>
            </p:nvPr>
          </p:nvSpPr>
          <p:spPr bwMode="auto">
            <a:xfrm>
              <a:off x="8977421" y="2659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3E7EF744-1BC0-4392-9AFD-BDC95F60A23C}"/>
                </a:ext>
              </a:extLst>
            </p:cNvPr>
            <p:cNvSpPr/>
            <p:nvPr>
              <p:custDataLst>
                <p:tags r:id="rId119"/>
              </p:custDataLst>
            </p:nvPr>
          </p:nvSpPr>
          <p:spPr bwMode="auto">
            <a:xfrm>
              <a:off x="9155221" y="2659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3F2F07AB-4C5D-4027-BD97-3F32A2BB70F3}"/>
                </a:ext>
              </a:extLst>
            </p:cNvPr>
            <p:cNvSpPr/>
            <p:nvPr>
              <p:custDataLst>
                <p:tags r:id="rId120"/>
              </p:custDataLst>
            </p:nvPr>
          </p:nvSpPr>
          <p:spPr bwMode="auto">
            <a:xfrm>
              <a:off x="9244121" y="2659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58787DAA-C6C5-4C83-B83E-B307AF0579FB}"/>
                </a:ext>
              </a:extLst>
            </p:cNvPr>
            <p:cNvSpPr/>
            <p:nvPr>
              <p:custDataLst>
                <p:tags r:id="rId121"/>
              </p:custDataLst>
            </p:nvPr>
          </p:nvSpPr>
          <p:spPr bwMode="auto">
            <a:xfrm>
              <a:off x="9510821" y="2659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6E149B41-FD9E-448B-B6E9-1BA0AC0825B3}"/>
                </a:ext>
              </a:extLst>
            </p:cNvPr>
            <p:cNvSpPr/>
            <p:nvPr>
              <p:custDataLst>
                <p:tags r:id="rId122"/>
              </p:custDataLst>
            </p:nvPr>
          </p:nvSpPr>
          <p:spPr bwMode="auto">
            <a:xfrm>
              <a:off x="10044221" y="2659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C6711365-5EE5-431F-A1D5-D3A1B57537E1}"/>
                </a:ext>
              </a:extLst>
            </p:cNvPr>
            <p:cNvSpPr/>
            <p:nvPr>
              <p:custDataLst>
                <p:tags r:id="rId123"/>
              </p:custDataLst>
            </p:nvPr>
          </p:nvSpPr>
          <p:spPr bwMode="auto">
            <a:xfrm>
              <a:off x="8266221" y="2748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7B8036C6-80D6-4E21-946B-8E07F98F47BA}"/>
                </a:ext>
              </a:extLst>
            </p:cNvPr>
            <p:cNvSpPr/>
            <p:nvPr>
              <p:custDataLst>
                <p:tags r:id="rId124"/>
              </p:custDataLst>
            </p:nvPr>
          </p:nvSpPr>
          <p:spPr bwMode="auto">
            <a:xfrm>
              <a:off x="8621821" y="2748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E225866A-7E23-47AB-B42C-276BAF6BC539}"/>
                </a:ext>
              </a:extLst>
            </p:cNvPr>
            <p:cNvSpPr/>
            <p:nvPr>
              <p:custDataLst>
                <p:tags r:id="rId125"/>
              </p:custDataLst>
            </p:nvPr>
          </p:nvSpPr>
          <p:spPr bwMode="auto">
            <a:xfrm>
              <a:off x="8799621" y="2748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317B7DF8-0389-4C6D-B9DD-1B131C718D44}"/>
                </a:ext>
              </a:extLst>
            </p:cNvPr>
            <p:cNvSpPr/>
            <p:nvPr>
              <p:custDataLst>
                <p:tags r:id="rId126"/>
              </p:custDataLst>
            </p:nvPr>
          </p:nvSpPr>
          <p:spPr bwMode="auto">
            <a:xfrm>
              <a:off x="8888521" y="2748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C033BEDC-22C2-4EBF-B8CF-01DF3941449D}"/>
                </a:ext>
              </a:extLst>
            </p:cNvPr>
            <p:cNvSpPr/>
            <p:nvPr>
              <p:custDataLst>
                <p:tags r:id="rId127"/>
              </p:custDataLst>
            </p:nvPr>
          </p:nvSpPr>
          <p:spPr bwMode="auto">
            <a:xfrm>
              <a:off x="8977421" y="2748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46791DD6-69E5-4DFD-B559-865BA49DCBB0}"/>
                </a:ext>
              </a:extLst>
            </p:cNvPr>
            <p:cNvSpPr/>
            <p:nvPr>
              <p:custDataLst>
                <p:tags r:id="rId128"/>
              </p:custDataLst>
            </p:nvPr>
          </p:nvSpPr>
          <p:spPr bwMode="auto">
            <a:xfrm>
              <a:off x="9155221" y="2748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BEDB31CA-4954-4073-A060-CF1E4BB6A683}"/>
                </a:ext>
              </a:extLst>
            </p:cNvPr>
            <p:cNvSpPr/>
            <p:nvPr>
              <p:custDataLst>
                <p:tags r:id="rId129"/>
              </p:custDataLst>
            </p:nvPr>
          </p:nvSpPr>
          <p:spPr bwMode="auto">
            <a:xfrm>
              <a:off x="9421921" y="2748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E3C60057-9DBE-42BC-9684-47531E57E18C}"/>
                </a:ext>
              </a:extLst>
            </p:cNvPr>
            <p:cNvSpPr/>
            <p:nvPr>
              <p:custDataLst>
                <p:tags r:id="rId130"/>
              </p:custDataLst>
            </p:nvPr>
          </p:nvSpPr>
          <p:spPr bwMode="auto">
            <a:xfrm>
              <a:off x="9510821" y="2748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94576620-0378-4561-8601-6A156F803A74}"/>
                </a:ext>
              </a:extLst>
            </p:cNvPr>
            <p:cNvSpPr/>
            <p:nvPr>
              <p:custDataLst>
                <p:tags r:id="rId131"/>
              </p:custDataLst>
            </p:nvPr>
          </p:nvSpPr>
          <p:spPr bwMode="auto">
            <a:xfrm>
              <a:off x="9599721" y="2748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48FE9BDA-811A-48FF-A581-8FB342FFFDED}"/>
                </a:ext>
              </a:extLst>
            </p:cNvPr>
            <p:cNvSpPr/>
            <p:nvPr>
              <p:custDataLst>
                <p:tags r:id="rId132"/>
              </p:custDataLst>
            </p:nvPr>
          </p:nvSpPr>
          <p:spPr bwMode="auto">
            <a:xfrm>
              <a:off x="9688621" y="2748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E8DDF986-C828-421B-86E8-B4583D0F1E19}"/>
                </a:ext>
              </a:extLst>
            </p:cNvPr>
            <p:cNvSpPr/>
            <p:nvPr>
              <p:custDataLst>
                <p:tags r:id="rId133"/>
              </p:custDataLst>
            </p:nvPr>
          </p:nvSpPr>
          <p:spPr bwMode="auto">
            <a:xfrm>
              <a:off x="9866421" y="2748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A51CE4A5-728A-400A-A968-1177012D72A6}"/>
                </a:ext>
              </a:extLst>
            </p:cNvPr>
            <p:cNvSpPr/>
            <p:nvPr>
              <p:custDataLst>
                <p:tags r:id="rId134"/>
              </p:custDataLst>
            </p:nvPr>
          </p:nvSpPr>
          <p:spPr bwMode="auto">
            <a:xfrm>
              <a:off x="10044221" y="2748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9FFD8518-63F3-4885-8692-67C8B85432B3}"/>
                </a:ext>
              </a:extLst>
            </p:cNvPr>
            <p:cNvSpPr/>
            <p:nvPr>
              <p:custDataLst>
                <p:tags r:id="rId135"/>
              </p:custDataLst>
            </p:nvPr>
          </p:nvSpPr>
          <p:spPr bwMode="auto">
            <a:xfrm>
              <a:off x="10133121" y="2748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A24F8D91-6A2E-4B13-81A2-D7E53AFED278}"/>
                </a:ext>
              </a:extLst>
            </p:cNvPr>
            <p:cNvSpPr/>
            <p:nvPr>
              <p:custDataLst>
                <p:tags r:id="rId136"/>
              </p:custDataLst>
            </p:nvPr>
          </p:nvSpPr>
          <p:spPr bwMode="auto">
            <a:xfrm>
              <a:off x="10222021" y="2748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0FD85D46-9FD9-46ED-A697-C45CF64435C4}"/>
                </a:ext>
              </a:extLst>
            </p:cNvPr>
            <p:cNvSpPr/>
            <p:nvPr>
              <p:custDataLst>
                <p:tags r:id="rId137"/>
              </p:custDataLst>
            </p:nvPr>
          </p:nvSpPr>
          <p:spPr bwMode="auto">
            <a:xfrm>
              <a:off x="10310921" y="2748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185040E8-1613-4B05-92AC-6D693BAFBCA7}"/>
                </a:ext>
              </a:extLst>
            </p:cNvPr>
            <p:cNvSpPr/>
            <p:nvPr>
              <p:custDataLst>
                <p:tags r:id="rId138"/>
              </p:custDataLst>
            </p:nvPr>
          </p:nvSpPr>
          <p:spPr bwMode="auto">
            <a:xfrm>
              <a:off x="10399821" y="2748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2860D7A9-FA2F-48F7-906C-A5E8ADBD9753}"/>
                </a:ext>
              </a:extLst>
            </p:cNvPr>
            <p:cNvSpPr/>
            <p:nvPr>
              <p:custDataLst>
                <p:tags r:id="rId139"/>
              </p:custDataLst>
            </p:nvPr>
          </p:nvSpPr>
          <p:spPr bwMode="auto">
            <a:xfrm>
              <a:off x="10488721" y="2748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ECF598CE-C924-431F-BB07-8B94E29782ED}"/>
                </a:ext>
              </a:extLst>
            </p:cNvPr>
            <p:cNvSpPr/>
            <p:nvPr>
              <p:custDataLst>
                <p:tags r:id="rId140"/>
              </p:custDataLst>
            </p:nvPr>
          </p:nvSpPr>
          <p:spPr bwMode="auto">
            <a:xfrm>
              <a:off x="10755421" y="2748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C8961012-99B7-4027-82EB-F486E923EE3D}"/>
                </a:ext>
              </a:extLst>
            </p:cNvPr>
            <p:cNvSpPr/>
            <p:nvPr>
              <p:custDataLst>
                <p:tags r:id="rId141"/>
              </p:custDataLst>
            </p:nvPr>
          </p:nvSpPr>
          <p:spPr bwMode="auto">
            <a:xfrm>
              <a:off x="8266221" y="28371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C478D07B-ABB4-497F-AE74-AC0BC20473BC}"/>
                </a:ext>
              </a:extLst>
            </p:cNvPr>
            <p:cNvSpPr/>
            <p:nvPr>
              <p:custDataLst>
                <p:tags r:id="rId142"/>
              </p:custDataLst>
            </p:nvPr>
          </p:nvSpPr>
          <p:spPr bwMode="auto">
            <a:xfrm>
              <a:off x="8355121" y="28371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1E7C1E65-ED71-42AB-9438-B7A1F4A9DF98}"/>
                </a:ext>
              </a:extLst>
            </p:cNvPr>
            <p:cNvSpPr/>
            <p:nvPr>
              <p:custDataLst>
                <p:tags r:id="rId143"/>
              </p:custDataLst>
            </p:nvPr>
          </p:nvSpPr>
          <p:spPr bwMode="auto">
            <a:xfrm>
              <a:off x="8532921" y="28371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9D84B448-73DA-447C-B6D6-2DA0F27C1118}"/>
                </a:ext>
              </a:extLst>
            </p:cNvPr>
            <p:cNvSpPr/>
            <p:nvPr>
              <p:custDataLst>
                <p:tags r:id="rId144"/>
              </p:custDataLst>
            </p:nvPr>
          </p:nvSpPr>
          <p:spPr bwMode="auto">
            <a:xfrm>
              <a:off x="8621821" y="28371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DA1550C1-DC25-4A0B-9153-5F355757A853}"/>
                </a:ext>
              </a:extLst>
            </p:cNvPr>
            <p:cNvSpPr/>
            <p:nvPr>
              <p:custDataLst>
                <p:tags r:id="rId145"/>
              </p:custDataLst>
            </p:nvPr>
          </p:nvSpPr>
          <p:spPr bwMode="auto">
            <a:xfrm>
              <a:off x="8888521" y="28371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EDB305E3-5DB2-4D58-B2DF-31288401A313}"/>
                </a:ext>
              </a:extLst>
            </p:cNvPr>
            <p:cNvSpPr/>
            <p:nvPr>
              <p:custDataLst>
                <p:tags r:id="rId146"/>
              </p:custDataLst>
            </p:nvPr>
          </p:nvSpPr>
          <p:spPr bwMode="auto">
            <a:xfrm>
              <a:off x="9333021" y="28371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B9339DE8-C9DF-41B3-9DF0-878F237431CD}"/>
                </a:ext>
              </a:extLst>
            </p:cNvPr>
            <p:cNvSpPr/>
            <p:nvPr>
              <p:custDataLst>
                <p:tags r:id="rId147"/>
              </p:custDataLst>
            </p:nvPr>
          </p:nvSpPr>
          <p:spPr bwMode="auto">
            <a:xfrm>
              <a:off x="9777521" y="28371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56AE70B2-86DE-43DA-A411-7B939285C735}"/>
                </a:ext>
              </a:extLst>
            </p:cNvPr>
            <p:cNvSpPr/>
            <p:nvPr>
              <p:custDataLst>
                <p:tags r:id="rId148"/>
              </p:custDataLst>
            </p:nvPr>
          </p:nvSpPr>
          <p:spPr bwMode="auto">
            <a:xfrm>
              <a:off x="10133121" y="28371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9BE0A98D-EF6D-443B-97E1-B6147055B0C6}"/>
                </a:ext>
              </a:extLst>
            </p:cNvPr>
            <p:cNvSpPr/>
            <p:nvPr>
              <p:custDataLst>
                <p:tags r:id="rId149"/>
              </p:custDataLst>
            </p:nvPr>
          </p:nvSpPr>
          <p:spPr bwMode="auto">
            <a:xfrm>
              <a:off x="10222021" y="28371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C1E70E95-3C36-4D41-82FE-DDB61C400B73}"/>
                </a:ext>
              </a:extLst>
            </p:cNvPr>
            <p:cNvSpPr/>
            <p:nvPr>
              <p:custDataLst>
                <p:tags r:id="rId150"/>
              </p:custDataLst>
            </p:nvPr>
          </p:nvSpPr>
          <p:spPr bwMode="auto">
            <a:xfrm>
              <a:off x="10310921" y="28371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EA6643E3-6989-4485-A7B6-B56488716B63}"/>
                </a:ext>
              </a:extLst>
            </p:cNvPr>
            <p:cNvSpPr/>
            <p:nvPr>
              <p:custDataLst>
                <p:tags r:id="rId151"/>
              </p:custDataLst>
            </p:nvPr>
          </p:nvSpPr>
          <p:spPr bwMode="auto">
            <a:xfrm>
              <a:off x="10399821" y="28371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D36B8126-E100-434E-9CE0-D2A6B6FB3935}"/>
                </a:ext>
              </a:extLst>
            </p:cNvPr>
            <p:cNvSpPr/>
            <p:nvPr>
              <p:custDataLst>
                <p:tags r:id="rId152"/>
              </p:custDataLst>
            </p:nvPr>
          </p:nvSpPr>
          <p:spPr bwMode="auto">
            <a:xfrm>
              <a:off x="10488721" y="28371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75BB080D-CD1D-4849-8582-80C74CA9BA44}"/>
                </a:ext>
              </a:extLst>
            </p:cNvPr>
            <p:cNvSpPr/>
            <p:nvPr>
              <p:custDataLst>
                <p:tags r:id="rId153"/>
              </p:custDataLst>
            </p:nvPr>
          </p:nvSpPr>
          <p:spPr bwMode="auto">
            <a:xfrm>
              <a:off x="10577621" y="28371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12B869BA-8FBB-4247-808B-5435EC3923F6}"/>
                </a:ext>
              </a:extLst>
            </p:cNvPr>
            <p:cNvSpPr/>
            <p:nvPr>
              <p:custDataLst>
                <p:tags r:id="rId154"/>
              </p:custDataLst>
            </p:nvPr>
          </p:nvSpPr>
          <p:spPr bwMode="auto">
            <a:xfrm>
              <a:off x="10666521" y="28371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0273B0FB-DA81-4B22-965B-EA93BF81E048}"/>
                </a:ext>
              </a:extLst>
            </p:cNvPr>
            <p:cNvSpPr/>
            <p:nvPr>
              <p:custDataLst>
                <p:tags r:id="rId155"/>
              </p:custDataLst>
            </p:nvPr>
          </p:nvSpPr>
          <p:spPr bwMode="auto">
            <a:xfrm>
              <a:off x="10755421" y="28371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D4D4A13B-02F2-466B-B42D-B889FFD8E7A7}"/>
                </a:ext>
              </a:extLst>
            </p:cNvPr>
            <p:cNvSpPr/>
            <p:nvPr>
              <p:custDataLst>
                <p:tags r:id="rId156"/>
              </p:custDataLst>
            </p:nvPr>
          </p:nvSpPr>
          <p:spPr bwMode="auto">
            <a:xfrm>
              <a:off x="8266221" y="29260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12B0CE61-EB5F-4D31-BA0D-CBEC2C994DBD}"/>
                </a:ext>
              </a:extLst>
            </p:cNvPr>
            <p:cNvSpPr/>
            <p:nvPr>
              <p:custDataLst>
                <p:tags r:id="rId157"/>
              </p:custDataLst>
            </p:nvPr>
          </p:nvSpPr>
          <p:spPr bwMode="auto">
            <a:xfrm>
              <a:off x="8355121" y="29260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3843C84F-4B5C-4682-90B9-6CD929B77481}"/>
                </a:ext>
              </a:extLst>
            </p:cNvPr>
            <p:cNvSpPr/>
            <p:nvPr>
              <p:custDataLst>
                <p:tags r:id="rId158"/>
              </p:custDataLst>
            </p:nvPr>
          </p:nvSpPr>
          <p:spPr bwMode="auto">
            <a:xfrm>
              <a:off x="8444021" y="29260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B7E7026A-E7D5-4091-BF9D-E67A47860344}"/>
                </a:ext>
              </a:extLst>
            </p:cNvPr>
            <p:cNvSpPr/>
            <p:nvPr>
              <p:custDataLst>
                <p:tags r:id="rId159"/>
              </p:custDataLst>
            </p:nvPr>
          </p:nvSpPr>
          <p:spPr bwMode="auto">
            <a:xfrm>
              <a:off x="8621821" y="29260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644D3776-62EE-44B6-A232-C0563EB067B9}"/>
                </a:ext>
              </a:extLst>
            </p:cNvPr>
            <p:cNvSpPr/>
            <p:nvPr>
              <p:custDataLst>
                <p:tags r:id="rId160"/>
              </p:custDataLst>
            </p:nvPr>
          </p:nvSpPr>
          <p:spPr bwMode="auto">
            <a:xfrm>
              <a:off x="8799621" y="29260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994EA8CE-B664-45FB-A944-C9D1327DC05A}"/>
                </a:ext>
              </a:extLst>
            </p:cNvPr>
            <p:cNvSpPr/>
            <p:nvPr>
              <p:custDataLst>
                <p:tags r:id="rId161"/>
              </p:custDataLst>
            </p:nvPr>
          </p:nvSpPr>
          <p:spPr bwMode="auto">
            <a:xfrm>
              <a:off x="8977421" y="29260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C773D825-3BB3-4547-AAFF-A01CAFC650C2}"/>
                </a:ext>
              </a:extLst>
            </p:cNvPr>
            <p:cNvSpPr/>
            <p:nvPr>
              <p:custDataLst>
                <p:tags r:id="rId162"/>
              </p:custDataLst>
            </p:nvPr>
          </p:nvSpPr>
          <p:spPr bwMode="auto">
            <a:xfrm>
              <a:off x="9155221" y="29260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78391609-1014-4D68-85CE-43438710F84C}"/>
                </a:ext>
              </a:extLst>
            </p:cNvPr>
            <p:cNvSpPr/>
            <p:nvPr>
              <p:custDataLst>
                <p:tags r:id="rId163"/>
              </p:custDataLst>
            </p:nvPr>
          </p:nvSpPr>
          <p:spPr bwMode="auto">
            <a:xfrm>
              <a:off x="9244121" y="29260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D6D2C55D-EE9B-4B3E-8A33-6EC26AB99A3C}"/>
                </a:ext>
              </a:extLst>
            </p:cNvPr>
            <p:cNvSpPr/>
            <p:nvPr>
              <p:custDataLst>
                <p:tags r:id="rId164"/>
              </p:custDataLst>
            </p:nvPr>
          </p:nvSpPr>
          <p:spPr bwMode="auto">
            <a:xfrm>
              <a:off x="9421921" y="29260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5E311F11-AA96-423C-8AF7-4679AEDF6EC0}"/>
                </a:ext>
              </a:extLst>
            </p:cNvPr>
            <p:cNvSpPr/>
            <p:nvPr>
              <p:custDataLst>
                <p:tags r:id="rId165"/>
              </p:custDataLst>
            </p:nvPr>
          </p:nvSpPr>
          <p:spPr bwMode="auto">
            <a:xfrm>
              <a:off x="9510821" y="29260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1E88C56A-32BD-4F21-A53C-6AE18F990B75}"/>
                </a:ext>
              </a:extLst>
            </p:cNvPr>
            <p:cNvSpPr/>
            <p:nvPr>
              <p:custDataLst>
                <p:tags r:id="rId166"/>
              </p:custDataLst>
            </p:nvPr>
          </p:nvSpPr>
          <p:spPr bwMode="auto">
            <a:xfrm>
              <a:off x="9599721" y="29260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F4C7AD0B-6950-4394-9D62-872697635922}"/>
                </a:ext>
              </a:extLst>
            </p:cNvPr>
            <p:cNvSpPr/>
            <p:nvPr>
              <p:custDataLst>
                <p:tags r:id="rId167"/>
              </p:custDataLst>
            </p:nvPr>
          </p:nvSpPr>
          <p:spPr bwMode="auto">
            <a:xfrm>
              <a:off x="10044221" y="29260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13F5E909-877A-4A67-9414-C406C927575A}"/>
                </a:ext>
              </a:extLst>
            </p:cNvPr>
            <p:cNvSpPr/>
            <p:nvPr>
              <p:custDataLst>
                <p:tags r:id="rId168"/>
              </p:custDataLst>
            </p:nvPr>
          </p:nvSpPr>
          <p:spPr bwMode="auto">
            <a:xfrm>
              <a:off x="10133121" y="29260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D784947A-CC05-4A1F-8D41-341338EC53BD}"/>
                </a:ext>
              </a:extLst>
            </p:cNvPr>
            <p:cNvSpPr/>
            <p:nvPr>
              <p:custDataLst>
                <p:tags r:id="rId169"/>
              </p:custDataLst>
            </p:nvPr>
          </p:nvSpPr>
          <p:spPr bwMode="auto">
            <a:xfrm>
              <a:off x="10399821" y="29260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CE6F83F5-3022-4285-AE57-EAD99EE42CD1}"/>
                </a:ext>
              </a:extLst>
            </p:cNvPr>
            <p:cNvSpPr/>
            <p:nvPr>
              <p:custDataLst>
                <p:tags r:id="rId170"/>
              </p:custDataLst>
            </p:nvPr>
          </p:nvSpPr>
          <p:spPr bwMode="auto">
            <a:xfrm>
              <a:off x="10755421" y="29260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E8C0112F-1596-4D4B-A3D1-B3FFFC16EB45}"/>
                </a:ext>
              </a:extLst>
            </p:cNvPr>
            <p:cNvSpPr/>
            <p:nvPr>
              <p:custDataLst>
                <p:tags r:id="rId171"/>
              </p:custDataLst>
            </p:nvPr>
          </p:nvSpPr>
          <p:spPr bwMode="auto">
            <a:xfrm>
              <a:off x="8444021" y="30149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7A2A4CD1-32D5-42FC-A11A-7B35C5F99E50}"/>
                </a:ext>
              </a:extLst>
            </p:cNvPr>
            <p:cNvSpPr/>
            <p:nvPr>
              <p:custDataLst>
                <p:tags r:id="rId172"/>
              </p:custDataLst>
            </p:nvPr>
          </p:nvSpPr>
          <p:spPr bwMode="auto">
            <a:xfrm>
              <a:off x="8532921" y="30149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C3935CC5-771E-4FC2-9009-27602080060B}"/>
                </a:ext>
              </a:extLst>
            </p:cNvPr>
            <p:cNvSpPr/>
            <p:nvPr>
              <p:custDataLst>
                <p:tags r:id="rId173"/>
              </p:custDataLst>
            </p:nvPr>
          </p:nvSpPr>
          <p:spPr bwMode="auto">
            <a:xfrm>
              <a:off x="8621821" y="30149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B0500E5B-E506-40F7-BFDA-9D90204826D4}"/>
                </a:ext>
              </a:extLst>
            </p:cNvPr>
            <p:cNvSpPr/>
            <p:nvPr>
              <p:custDataLst>
                <p:tags r:id="rId174"/>
              </p:custDataLst>
            </p:nvPr>
          </p:nvSpPr>
          <p:spPr bwMode="auto">
            <a:xfrm>
              <a:off x="8888521" y="30149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D16242CE-34D1-4766-A367-0314E0EA61BD}"/>
                </a:ext>
              </a:extLst>
            </p:cNvPr>
            <p:cNvSpPr/>
            <p:nvPr>
              <p:custDataLst>
                <p:tags r:id="rId175"/>
              </p:custDataLst>
            </p:nvPr>
          </p:nvSpPr>
          <p:spPr bwMode="auto">
            <a:xfrm>
              <a:off x="8977421" y="30149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40C1216B-EFF9-4E95-A5B5-223664A77911}"/>
                </a:ext>
              </a:extLst>
            </p:cNvPr>
            <p:cNvSpPr/>
            <p:nvPr>
              <p:custDataLst>
                <p:tags r:id="rId176"/>
              </p:custDataLst>
            </p:nvPr>
          </p:nvSpPr>
          <p:spPr bwMode="auto">
            <a:xfrm>
              <a:off x="9244121" y="30149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3F06D78C-5E4A-4CAC-A3B2-DF31DACE11FD}"/>
                </a:ext>
              </a:extLst>
            </p:cNvPr>
            <p:cNvSpPr/>
            <p:nvPr>
              <p:custDataLst>
                <p:tags r:id="rId177"/>
              </p:custDataLst>
            </p:nvPr>
          </p:nvSpPr>
          <p:spPr bwMode="auto">
            <a:xfrm>
              <a:off x="9421921" y="30149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61CB3E33-70AC-4896-9CC1-69FD64795A2B}"/>
                </a:ext>
              </a:extLst>
            </p:cNvPr>
            <p:cNvSpPr/>
            <p:nvPr>
              <p:custDataLst>
                <p:tags r:id="rId178"/>
              </p:custDataLst>
            </p:nvPr>
          </p:nvSpPr>
          <p:spPr bwMode="auto">
            <a:xfrm>
              <a:off x="9599721" y="30149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7D54D44A-46E1-46A3-AAAD-9DB330A58710}"/>
                </a:ext>
              </a:extLst>
            </p:cNvPr>
            <p:cNvSpPr/>
            <p:nvPr>
              <p:custDataLst>
                <p:tags r:id="rId179"/>
              </p:custDataLst>
            </p:nvPr>
          </p:nvSpPr>
          <p:spPr bwMode="auto">
            <a:xfrm>
              <a:off x="9688621" y="30149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46BDF45C-2BAF-49CB-9ECA-E136B1836446}"/>
                </a:ext>
              </a:extLst>
            </p:cNvPr>
            <p:cNvSpPr/>
            <p:nvPr>
              <p:custDataLst>
                <p:tags r:id="rId180"/>
              </p:custDataLst>
            </p:nvPr>
          </p:nvSpPr>
          <p:spPr bwMode="auto">
            <a:xfrm>
              <a:off x="9777521" y="30149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161C508A-4A7B-491F-8474-F2563F38475F}"/>
                </a:ext>
              </a:extLst>
            </p:cNvPr>
            <p:cNvSpPr/>
            <p:nvPr>
              <p:custDataLst>
                <p:tags r:id="rId181"/>
              </p:custDataLst>
            </p:nvPr>
          </p:nvSpPr>
          <p:spPr bwMode="auto">
            <a:xfrm>
              <a:off x="9866421" y="30149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4559D7F0-08E2-4614-A36D-552BA46B193B}"/>
                </a:ext>
              </a:extLst>
            </p:cNvPr>
            <p:cNvSpPr/>
            <p:nvPr>
              <p:custDataLst>
                <p:tags r:id="rId182"/>
              </p:custDataLst>
            </p:nvPr>
          </p:nvSpPr>
          <p:spPr bwMode="auto">
            <a:xfrm>
              <a:off x="9955321" y="30149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815E2061-4E54-4147-A28E-A35F781713B1}"/>
                </a:ext>
              </a:extLst>
            </p:cNvPr>
            <p:cNvSpPr/>
            <p:nvPr>
              <p:custDataLst>
                <p:tags r:id="rId183"/>
              </p:custDataLst>
            </p:nvPr>
          </p:nvSpPr>
          <p:spPr bwMode="auto">
            <a:xfrm>
              <a:off x="10044221" y="30149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B00D2AB4-A80F-4DA2-80DA-9C155052B61D}"/>
                </a:ext>
              </a:extLst>
            </p:cNvPr>
            <p:cNvSpPr/>
            <p:nvPr>
              <p:custDataLst>
                <p:tags r:id="rId184"/>
              </p:custDataLst>
            </p:nvPr>
          </p:nvSpPr>
          <p:spPr bwMode="auto">
            <a:xfrm>
              <a:off x="10133121" y="30149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4B06B7B6-23E0-4250-AB80-C3A86BF7C13E}"/>
                </a:ext>
              </a:extLst>
            </p:cNvPr>
            <p:cNvSpPr/>
            <p:nvPr>
              <p:custDataLst>
                <p:tags r:id="rId185"/>
              </p:custDataLst>
            </p:nvPr>
          </p:nvSpPr>
          <p:spPr bwMode="auto">
            <a:xfrm>
              <a:off x="10222021" y="30149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BFC4DB32-35C1-4176-A146-BA9F138F0179}"/>
                </a:ext>
              </a:extLst>
            </p:cNvPr>
            <p:cNvSpPr/>
            <p:nvPr>
              <p:custDataLst>
                <p:tags r:id="rId186"/>
              </p:custDataLst>
            </p:nvPr>
          </p:nvSpPr>
          <p:spPr bwMode="auto">
            <a:xfrm>
              <a:off x="10399821" y="30149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B76B1582-58D6-4F85-AE65-F0B1481C4CAD}"/>
                </a:ext>
              </a:extLst>
            </p:cNvPr>
            <p:cNvSpPr/>
            <p:nvPr>
              <p:custDataLst>
                <p:tags r:id="rId187"/>
              </p:custDataLst>
            </p:nvPr>
          </p:nvSpPr>
          <p:spPr bwMode="auto">
            <a:xfrm>
              <a:off x="10488721" y="30149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1442C7E4-8E4B-4BCC-968D-8EDA877B4398}"/>
                </a:ext>
              </a:extLst>
            </p:cNvPr>
            <p:cNvSpPr/>
            <p:nvPr>
              <p:custDataLst>
                <p:tags r:id="rId188"/>
              </p:custDataLst>
            </p:nvPr>
          </p:nvSpPr>
          <p:spPr bwMode="auto">
            <a:xfrm>
              <a:off x="10666521" y="30149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BF056F6C-5F68-4037-9A6A-B58CACF3CCF9}"/>
                </a:ext>
              </a:extLst>
            </p:cNvPr>
            <p:cNvSpPr/>
            <p:nvPr>
              <p:custDataLst>
                <p:tags r:id="rId189"/>
              </p:custDataLst>
            </p:nvPr>
          </p:nvSpPr>
          <p:spPr bwMode="auto">
            <a:xfrm>
              <a:off x="10755421" y="30149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1FCC6C84-36CA-4D36-A6F5-57133477F6C7}"/>
                </a:ext>
              </a:extLst>
            </p:cNvPr>
            <p:cNvSpPr/>
            <p:nvPr>
              <p:custDataLst>
                <p:tags r:id="rId190"/>
              </p:custDataLst>
            </p:nvPr>
          </p:nvSpPr>
          <p:spPr bwMode="auto">
            <a:xfrm>
              <a:off x="8355121" y="31038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9B23FBFA-AF60-4C0F-A5A5-0B797624EA38}"/>
                </a:ext>
              </a:extLst>
            </p:cNvPr>
            <p:cNvSpPr/>
            <p:nvPr>
              <p:custDataLst>
                <p:tags r:id="rId191"/>
              </p:custDataLst>
            </p:nvPr>
          </p:nvSpPr>
          <p:spPr bwMode="auto">
            <a:xfrm>
              <a:off x="8532921" y="31038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CE82080F-F88B-461F-A177-CD98AF620716}"/>
                </a:ext>
              </a:extLst>
            </p:cNvPr>
            <p:cNvSpPr/>
            <p:nvPr>
              <p:custDataLst>
                <p:tags r:id="rId192"/>
              </p:custDataLst>
            </p:nvPr>
          </p:nvSpPr>
          <p:spPr bwMode="auto">
            <a:xfrm>
              <a:off x="8799621" y="31038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63EB7F71-8EF2-4FBD-A1FC-67D7B2FDC1BB}"/>
                </a:ext>
              </a:extLst>
            </p:cNvPr>
            <p:cNvSpPr/>
            <p:nvPr>
              <p:custDataLst>
                <p:tags r:id="rId193"/>
              </p:custDataLst>
            </p:nvPr>
          </p:nvSpPr>
          <p:spPr bwMode="auto">
            <a:xfrm>
              <a:off x="9066321" y="31038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F27486FE-9552-4C0F-AC31-AEE81A6C6E16}"/>
                </a:ext>
              </a:extLst>
            </p:cNvPr>
            <p:cNvSpPr/>
            <p:nvPr>
              <p:custDataLst>
                <p:tags r:id="rId194"/>
              </p:custDataLst>
            </p:nvPr>
          </p:nvSpPr>
          <p:spPr bwMode="auto">
            <a:xfrm>
              <a:off x="9244121" y="31038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04D671C2-72A0-4D1E-8EA1-187DE29C1413}"/>
                </a:ext>
              </a:extLst>
            </p:cNvPr>
            <p:cNvSpPr/>
            <p:nvPr>
              <p:custDataLst>
                <p:tags r:id="rId195"/>
              </p:custDataLst>
            </p:nvPr>
          </p:nvSpPr>
          <p:spPr bwMode="auto">
            <a:xfrm>
              <a:off x="9333021" y="31038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2E6563FE-36EE-4068-83B3-5246426AD295}"/>
                </a:ext>
              </a:extLst>
            </p:cNvPr>
            <p:cNvSpPr/>
            <p:nvPr>
              <p:custDataLst>
                <p:tags r:id="rId196"/>
              </p:custDataLst>
            </p:nvPr>
          </p:nvSpPr>
          <p:spPr bwMode="auto">
            <a:xfrm>
              <a:off x="9421921" y="31038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A12DC59F-1906-46E3-BCEB-4E02F0672A70}"/>
                </a:ext>
              </a:extLst>
            </p:cNvPr>
            <p:cNvSpPr/>
            <p:nvPr>
              <p:custDataLst>
                <p:tags r:id="rId197"/>
              </p:custDataLst>
            </p:nvPr>
          </p:nvSpPr>
          <p:spPr bwMode="auto">
            <a:xfrm>
              <a:off x="9866421" y="31038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4BB9C0E4-B9BD-46E4-B08D-75A9172F2E71}"/>
                </a:ext>
              </a:extLst>
            </p:cNvPr>
            <p:cNvSpPr/>
            <p:nvPr>
              <p:custDataLst>
                <p:tags r:id="rId198"/>
              </p:custDataLst>
            </p:nvPr>
          </p:nvSpPr>
          <p:spPr bwMode="auto">
            <a:xfrm>
              <a:off x="10044221" y="31038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967488E1-CF9E-4D95-9F5B-B2AE674E62E9}"/>
                </a:ext>
              </a:extLst>
            </p:cNvPr>
            <p:cNvSpPr/>
            <p:nvPr>
              <p:custDataLst>
                <p:tags r:id="rId199"/>
              </p:custDataLst>
            </p:nvPr>
          </p:nvSpPr>
          <p:spPr bwMode="auto">
            <a:xfrm>
              <a:off x="10666521" y="31038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67825D74-80F4-42AE-AAB7-081E27D2C0B3}"/>
                </a:ext>
              </a:extLst>
            </p:cNvPr>
            <p:cNvSpPr/>
            <p:nvPr>
              <p:custDataLst>
                <p:tags r:id="rId200"/>
              </p:custDataLst>
            </p:nvPr>
          </p:nvSpPr>
          <p:spPr bwMode="auto">
            <a:xfrm>
              <a:off x="8444021" y="3192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AFBC8384-C5BE-4111-A082-1BC8A7D51B83}"/>
                </a:ext>
              </a:extLst>
            </p:cNvPr>
            <p:cNvSpPr/>
            <p:nvPr>
              <p:custDataLst>
                <p:tags r:id="rId201"/>
              </p:custDataLst>
            </p:nvPr>
          </p:nvSpPr>
          <p:spPr bwMode="auto">
            <a:xfrm>
              <a:off x="8532921" y="3192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ED176431-6357-40E3-B82A-DF442380822C}"/>
                </a:ext>
              </a:extLst>
            </p:cNvPr>
            <p:cNvSpPr/>
            <p:nvPr>
              <p:custDataLst>
                <p:tags r:id="rId202"/>
              </p:custDataLst>
            </p:nvPr>
          </p:nvSpPr>
          <p:spPr bwMode="auto">
            <a:xfrm>
              <a:off x="8710721" y="3192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89C9C302-1325-452A-8959-9E012C756AAD}"/>
                </a:ext>
              </a:extLst>
            </p:cNvPr>
            <p:cNvSpPr/>
            <p:nvPr>
              <p:custDataLst>
                <p:tags r:id="rId203"/>
              </p:custDataLst>
            </p:nvPr>
          </p:nvSpPr>
          <p:spPr bwMode="auto">
            <a:xfrm>
              <a:off x="8888521" y="3192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C67B7F7C-AC3A-471F-B002-B3116584D7F0}"/>
                </a:ext>
              </a:extLst>
            </p:cNvPr>
            <p:cNvSpPr/>
            <p:nvPr>
              <p:custDataLst>
                <p:tags r:id="rId204"/>
              </p:custDataLst>
            </p:nvPr>
          </p:nvSpPr>
          <p:spPr bwMode="auto">
            <a:xfrm>
              <a:off x="8977421" y="3192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B3248647-2324-4861-8164-985CA9303D83}"/>
                </a:ext>
              </a:extLst>
            </p:cNvPr>
            <p:cNvSpPr/>
            <p:nvPr>
              <p:custDataLst>
                <p:tags r:id="rId205"/>
              </p:custDataLst>
            </p:nvPr>
          </p:nvSpPr>
          <p:spPr bwMode="auto">
            <a:xfrm>
              <a:off x="9155221" y="3192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93FF9E43-3534-40F6-B60F-279F4AAE559A}"/>
                </a:ext>
              </a:extLst>
            </p:cNvPr>
            <p:cNvSpPr/>
            <p:nvPr>
              <p:custDataLst>
                <p:tags r:id="rId206"/>
              </p:custDataLst>
            </p:nvPr>
          </p:nvSpPr>
          <p:spPr bwMode="auto">
            <a:xfrm>
              <a:off x="9421921" y="3192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3AEDB869-8D03-4FB4-8DD0-41C2577F08B3}"/>
                </a:ext>
              </a:extLst>
            </p:cNvPr>
            <p:cNvSpPr/>
            <p:nvPr>
              <p:custDataLst>
                <p:tags r:id="rId207"/>
              </p:custDataLst>
            </p:nvPr>
          </p:nvSpPr>
          <p:spPr bwMode="auto">
            <a:xfrm>
              <a:off x="9510821" y="3192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91467F26-F17B-425E-A5CD-5641C5544BB7}"/>
                </a:ext>
              </a:extLst>
            </p:cNvPr>
            <p:cNvSpPr/>
            <p:nvPr>
              <p:custDataLst>
                <p:tags r:id="rId208"/>
              </p:custDataLst>
            </p:nvPr>
          </p:nvSpPr>
          <p:spPr bwMode="auto">
            <a:xfrm>
              <a:off x="9688621" y="3192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A60B7141-FB80-47B1-8383-9CFFD4956DBD}"/>
                </a:ext>
              </a:extLst>
            </p:cNvPr>
            <p:cNvSpPr/>
            <p:nvPr>
              <p:custDataLst>
                <p:tags r:id="rId209"/>
              </p:custDataLst>
            </p:nvPr>
          </p:nvSpPr>
          <p:spPr bwMode="auto">
            <a:xfrm>
              <a:off x="9777521" y="3192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FA5069B7-8261-4274-96D2-792733C11845}"/>
                </a:ext>
              </a:extLst>
            </p:cNvPr>
            <p:cNvSpPr/>
            <p:nvPr>
              <p:custDataLst>
                <p:tags r:id="rId210"/>
              </p:custDataLst>
            </p:nvPr>
          </p:nvSpPr>
          <p:spPr bwMode="auto">
            <a:xfrm>
              <a:off x="9866421" y="3192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3FA7F637-27BD-4E31-8CEE-8EC94E0A6106}"/>
                </a:ext>
              </a:extLst>
            </p:cNvPr>
            <p:cNvSpPr/>
            <p:nvPr>
              <p:custDataLst>
                <p:tags r:id="rId211"/>
              </p:custDataLst>
            </p:nvPr>
          </p:nvSpPr>
          <p:spPr bwMode="auto">
            <a:xfrm>
              <a:off x="10044221" y="3192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BEEB82A4-D028-49D9-BB6E-F09D94B41B74}"/>
                </a:ext>
              </a:extLst>
            </p:cNvPr>
            <p:cNvSpPr/>
            <p:nvPr>
              <p:custDataLst>
                <p:tags r:id="rId212"/>
              </p:custDataLst>
            </p:nvPr>
          </p:nvSpPr>
          <p:spPr bwMode="auto">
            <a:xfrm>
              <a:off x="10222021" y="3192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FCD481F7-95F8-43D5-B5D6-A8AC53A0B5BD}"/>
                </a:ext>
              </a:extLst>
            </p:cNvPr>
            <p:cNvSpPr/>
            <p:nvPr>
              <p:custDataLst>
                <p:tags r:id="rId213"/>
              </p:custDataLst>
            </p:nvPr>
          </p:nvSpPr>
          <p:spPr bwMode="auto">
            <a:xfrm>
              <a:off x="10310921" y="3192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964D1940-4F2D-4B50-805C-F29A57562A8F}"/>
                </a:ext>
              </a:extLst>
            </p:cNvPr>
            <p:cNvSpPr/>
            <p:nvPr>
              <p:custDataLst>
                <p:tags r:id="rId214"/>
              </p:custDataLst>
            </p:nvPr>
          </p:nvSpPr>
          <p:spPr bwMode="auto">
            <a:xfrm>
              <a:off x="10399821" y="3192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C7B44D74-2D86-4E7C-A611-5013B1887C38}"/>
                </a:ext>
              </a:extLst>
            </p:cNvPr>
            <p:cNvSpPr/>
            <p:nvPr>
              <p:custDataLst>
                <p:tags r:id="rId215"/>
              </p:custDataLst>
            </p:nvPr>
          </p:nvSpPr>
          <p:spPr bwMode="auto">
            <a:xfrm>
              <a:off x="10488721" y="3192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BB6994FF-86BF-4455-9C7B-2BCCD0D916D0}"/>
                </a:ext>
              </a:extLst>
            </p:cNvPr>
            <p:cNvSpPr/>
            <p:nvPr>
              <p:custDataLst>
                <p:tags r:id="rId216"/>
              </p:custDataLst>
            </p:nvPr>
          </p:nvSpPr>
          <p:spPr bwMode="auto">
            <a:xfrm>
              <a:off x="10577621" y="3192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817140DF-D988-4FEC-BFB1-E8DC48E46929}"/>
                </a:ext>
              </a:extLst>
            </p:cNvPr>
            <p:cNvSpPr/>
            <p:nvPr>
              <p:custDataLst>
                <p:tags r:id="rId217"/>
              </p:custDataLst>
            </p:nvPr>
          </p:nvSpPr>
          <p:spPr bwMode="auto">
            <a:xfrm>
              <a:off x="10666521" y="3192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9E6A42C7-C7ED-4B06-9AD6-7D0AB0FF4B0A}"/>
                </a:ext>
              </a:extLst>
            </p:cNvPr>
            <p:cNvSpPr/>
            <p:nvPr>
              <p:custDataLst>
                <p:tags r:id="rId218"/>
              </p:custDataLst>
            </p:nvPr>
          </p:nvSpPr>
          <p:spPr bwMode="auto">
            <a:xfrm>
              <a:off x="10755421" y="3192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67FB0924-C744-43F7-AE0D-1240018C1D33}"/>
                </a:ext>
              </a:extLst>
            </p:cNvPr>
            <p:cNvSpPr/>
            <p:nvPr>
              <p:custDataLst>
                <p:tags r:id="rId219"/>
              </p:custDataLst>
            </p:nvPr>
          </p:nvSpPr>
          <p:spPr bwMode="auto">
            <a:xfrm>
              <a:off x="8266221" y="3281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F0CAC92F-117C-4267-B1C6-10A0CDF2683F}"/>
                </a:ext>
              </a:extLst>
            </p:cNvPr>
            <p:cNvSpPr/>
            <p:nvPr>
              <p:custDataLst>
                <p:tags r:id="rId220"/>
              </p:custDataLst>
            </p:nvPr>
          </p:nvSpPr>
          <p:spPr bwMode="auto">
            <a:xfrm>
              <a:off x="8621821" y="3281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49F3FA7E-CACB-4B51-AFCC-DA4CFCF5B155}"/>
                </a:ext>
              </a:extLst>
            </p:cNvPr>
            <p:cNvSpPr/>
            <p:nvPr>
              <p:custDataLst>
                <p:tags r:id="rId221"/>
              </p:custDataLst>
            </p:nvPr>
          </p:nvSpPr>
          <p:spPr bwMode="auto">
            <a:xfrm>
              <a:off x="8799621" y="3281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649FEF48-63CF-4D62-A29A-03B0BBDB9D42}"/>
                </a:ext>
              </a:extLst>
            </p:cNvPr>
            <p:cNvSpPr/>
            <p:nvPr>
              <p:custDataLst>
                <p:tags r:id="rId222"/>
              </p:custDataLst>
            </p:nvPr>
          </p:nvSpPr>
          <p:spPr bwMode="auto">
            <a:xfrm>
              <a:off x="8977421" y="3281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EE1365EC-C804-45DE-B862-3BF26F6575A3}"/>
                </a:ext>
              </a:extLst>
            </p:cNvPr>
            <p:cNvSpPr/>
            <p:nvPr>
              <p:custDataLst>
                <p:tags r:id="rId223"/>
              </p:custDataLst>
            </p:nvPr>
          </p:nvSpPr>
          <p:spPr bwMode="auto">
            <a:xfrm>
              <a:off x="9244121" y="3281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2B48F707-7E1F-4B10-BD4E-B0140EBFC6C3}"/>
                </a:ext>
              </a:extLst>
            </p:cNvPr>
            <p:cNvSpPr/>
            <p:nvPr>
              <p:custDataLst>
                <p:tags r:id="rId224"/>
              </p:custDataLst>
            </p:nvPr>
          </p:nvSpPr>
          <p:spPr bwMode="auto">
            <a:xfrm>
              <a:off x="9688621" y="3281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C2BA27CA-841D-4DFC-BF6D-A3A74770BAFA}"/>
                </a:ext>
              </a:extLst>
            </p:cNvPr>
            <p:cNvSpPr/>
            <p:nvPr>
              <p:custDataLst>
                <p:tags r:id="rId225"/>
              </p:custDataLst>
            </p:nvPr>
          </p:nvSpPr>
          <p:spPr bwMode="auto">
            <a:xfrm>
              <a:off x="10044221" y="3281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CD796395-1BDA-4094-8359-FB35E8E8341A}"/>
                </a:ext>
              </a:extLst>
            </p:cNvPr>
            <p:cNvSpPr/>
            <p:nvPr>
              <p:custDataLst>
                <p:tags r:id="rId226"/>
              </p:custDataLst>
            </p:nvPr>
          </p:nvSpPr>
          <p:spPr bwMode="auto">
            <a:xfrm>
              <a:off x="10310921" y="3281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FA333464-74EE-45FC-A124-AA0A731887BE}"/>
                </a:ext>
              </a:extLst>
            </p:cNvPr>
            <p:cNvSpPr/>
            <p:nvPr>
              <p:custDataLst>
                <p:tags r:id="rId227"/>
              </p:custDataLst>
            </p:nvPr>
          </p:nvSpPr>
          <p:spPr bwMode="auto">
            <a:xfrm>
              <a:off x="10399821" y="3281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B2ED318E-FA6D-44E0-8C2C-B6A9123AB630}"/>
                </a:ext>
              </a:extLst>
            </p:cNvPr>
            <p:cNvSpPr/>
            <p:nvPr>
              <p:custDataLst>
                <p:tags r:id="rId228"/>
              </p:custDataLst>
            </p:nvPr>
          </p:nvSpPr>
          <p:spPr bwMode="auto">
            <a:xfrm>
              <a:off x="10488721" y="3281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B23886CA-F2C0-4CF6-A649-49C9921FF990}"/>
                </a:ext>
              </a:extLst>
            </p:cNvPr>
            <p:cNvSpPr/>
            <p:nvPr>
              <p:custDataLst>
                <p:tags r:id="rId229"/>
              </p:custDataLst>
            </p:nvPr>
          </p:nvSpPr>
          <p:spPr bwMode="auto">
            <a:xfrm>
              <a:off x="10577621" y="3281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EB03402E-7D44-424D-9A89-B0FE6084EEC3}"/>
                </a:ext>
              </a:extLst>
            </p:cNvPr>
            <p:cNvSpPr/>
            <p:nvPr>
              <p:custDataLst>
                <p:tags r:id="rId230"/>
              </p:custDataLst>
            </p:nvPr>
          </p:nvSpPr>
          <p:spPr bwMode="auto">
            <a:xfrm>
              <a:off x="10755421" y="3281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4B822DD6-F3C0-45AA-A9DD-859E9C6C3B4E}"/>
                </a:ext>
              </a:extLst>
            </p:cNvPr>
            <p:cNvSpPr/>
            <p:nvPr>
              <p:custDataLst>
                <p:tags r:id="rId231"/>
              </p:custDataLst>
            </p:nvPr>
          </p:nvSpPr>
          <p:spPr bwMode="auto">
            <a:xfrm>
              <a:off x="8266221" y="33705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40D550A3-93F4-452E-AF92-B713F4E6FAD3}"/>
                </a:ext>
              </a:extLst>
            </p:cNvPr>
            <p:cNvSpPr/>
            <p:nvPr>
              <p:custDataLst>
                <p:tags r:id="rId232"/>
              </p:custDataLst>
            </p:nvPr>
          </p:nvSpPr>
          <p:spPr bwMode="auto">
            <a:xfrm>
              <a:off x="8444021" y="33705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7056F9CF-E027-42C7-9ACF-A38AC155599D}"/>
                </a:ext>
              </a:extLst>
            </p:cNvPr>
            <p:cNvSpPr/>
            <p:nvPr>
              <p:custDataLst>
                <p:tags r:id="rId233"/>
              </p:custDataLst>
            </p:nvPr>
          </p:nvSpPr>
          <p:spPr bwMode="auto">
            <a:xfrm>
              <a:off x="8532921" y="33705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5F9CFB19-89B1-4D26-9940-7B8900E8C1D2}"/>
                </a:ext>
              </a:extLst>
            </p:cNvPr>
            <p:cNvSpPr/>
            <p:nvPr>
              <p:custDataLst>
                <p:tags r:id="rId234"/>
              </p:custDataLst>
            </p:nvPr>
          </p:nvSpPr>
          <p:spPr bwMode="auto">
            <a:xfrm>
              <a:off x="8710721" y="33705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71925214-41FB-4ADC-B194-4A4B4D5C7C29}"/>
                </a:ext>
              </a:extLst>
            </p:cNvPr>
            <p:cNvSpPr/>
            <p:nvPr>
              <p:custDataLst>
                <p:tags r:id="rId235"/>
              </p:custDataLst>
            </p:nvPr>
          </p:nvSpPr>
          <p:spPr bwMode="auto">
            <a:xfrm>
              <a:off x="8888521" y="33705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8D1F56DE-57C1-4A9B-BE90-711123745BCC}"/>
                </a:ext>
              </a:extLst>
            </p:cNvPr>
            <p:cNvSpPr/>
            <p:nvPr>
              <p:custDataLst>
                <p:tags r:id="rId236"/>
              </p:custDataLst>
            </p:nvPr>
          </p:nvSpPr>
          <p:spPr bwMode="auto">
            <a:xfrm>
              <a:off x="8977421" y="33705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8421BF9F-FCB3-4CA5-A895-864A055F447B}"/>
                </a:ext>
              </a:extLst>
            </p:cNvPr>
            <p:cNvSpPr/>
            <p:nvPr>
              <p:custDataLst>
                <p:tags r:id="rId237"/>
              </p:custDataLst>
            </p:nvPr>
          </p:nvSpPr>
          <p:spPr bwMode="auto">
            <a:xfrm>
              <a:off x="9066321" y="33705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8CE1EE86-C35E-4C40-BB45-5874910A2299}"/>
                </a:ext>
              </a:extLst>
            </p:cNvPr>
            <p:cNvSpPr/>
            <p:nvPr>
              <p:custDataLst>
                <p:tags r:id="rId238"/>
              </p:custDataLst>
            </p:nvPr>
          </p:nvSpPr>
          <p:spPr bwMode="auto">
            <a:xfrm>
              <a:off x="9510821" y="33705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D93CE0A1-43EF-4A8A-8426-B62241260E2B}"/>
                </a:ext>
              </a:extLst>
            </p:cNvPr>
            <p:cNvSpPr/>
            <p:nvPr>
              <p:custDataLst>
                <p:tags r:id="rId239"/>
              </p:custDataLst>
            </p:nvPr>
          </p:nvSpPr>
          <p:spPr bwMode="auto">
            <a:xfrm>
              <a:off x="9955321" y="33705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8117EA17-C6ED-4186-9366-D041C35DAC57}"/>
                </a:ext>
              </a:extLst>
            </p:cNvPr>
            <p:cNvSpPr/>
            <p:nvPr>
              <p:custDataLst>
                <p:tags r:id="rId240"/>
              </p:custDataLst>
            </p:nvPr>
          </p:nvSpPr>
          <p:spPr bwMode="auto">
            <a:xfrm>
              <a:off x="10133121" y="33705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C369BD74-4E3C-4A1B-91D0-6E09A17C5C31}"/>
                </a:ext>
              </a:extLst>
            </p:cNvPr>
            <p:cNvSpPr/>
            <p:nvPr>
              <p:custDataLst>
                <p:tags r:id="rId241"/>
              </p:custDataLst>
            </p:nvPr>
          </p:nvSpPr>
          <p:spPr bwMode="auto">
            <a:xfrm>
              <a:off x="10666521" y="33705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42" name="Rectangle 241">
              <a:extLst>
                <a:ext uri="{FF2B5EF4-FFF2-40B4-BE49-F238E27FC236}">
                  <a16:creationId xmlns:a16="http://schemas.microsoft.com/office/drawing/2014/main" id="{5DFF3DFE-51DD-457A-8084-D3D96E703D2A}"/>
                </a:ext>
              </a:extLst>
            </p:cNvPr>
            <p:cNvSpPr/>
            <p:nvPr>
              <p:custDataLst>
                <p:tags r:id="rId242"/>
              </p:custDataLst>
            </p:nvPr>
          </p:nvSpPr>
          <p:spPr bwMode="auto">
            <a:xfrm>
              <a:off x="10755421" y="33705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EE23689E-ECE1-4C7E-A146-048983BD9F83}"/>
                </a:ext>
              </a:extLst>
            </p:cNvPr>
            <p:cNvSpPr/>
            <p:nvPr>
              <p:custDataLst>
                <p:tags r:id="rId243"/>
              </p:custDataLst>
            </p:nvPr>
          </p:nvSpPr>
          <p:spPr bwMode="auto">
            <a:xfrm>
              <a:off x="8266221" y="34594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A9A4ED51-22FC-475C-B32F-459150B12CF9}"/>
                </a:ext>
              </a:extLst>
            </p:cNvPr>
            <p:cNvSpPr/>
            <p:nvPr>
              <p:custDataLst>
                <p:tags r:id="rId244"/>
              </p:custDataLst>
            </p:nvPr>
          </p:nvSpPr>
          <p:spPr bwMode="auto">
            <a:xfrm>
              <a:off x="8444021" y="34594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45" name="Rectangle 244">
              <a:extLst>
                <a:ext uri="{FF2B5EF4-FFF2-40B4-BE49-F238E27FC236}">
                  <a16:creationId xmlns:a16="http://schemas.microsoft.com/office/drawing/2014/main" id="{4005E709-CD4E-4FB1-9DDE-80B3B28D4250}"/>
                </a:ext>
              </a:extLst>
            </p:cNvPr>
            <p:cNvSpPr/>
            <p:nvPr>
              <p:custDataLst>
                <p:tags r:id="rId245"/>
              </p:custDataLst>
            </p:nvPr>
          </p:nvSpPr>
          <p:spPr bwMode="auto">
            <a:xfrm>
              <a:off x="8621821" y="34594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46" name="Rectangle 245">
              <a:extLst>
                <a:ext uri="{FF2B5EF4-FFF2-40B4-BE49-F238E27FC236}">
                  <a16:creationId xmlns:a16="http://schemas.microsoft.com/office/drawing/2014/main" id="{1F7F4D7A-DC6F-4410-8465-E312F3F28561}"/>
                </a:ext>
              </a:extLst>
            </p:cNvPr>
            <p:cNvSpPr/>
            <p:nvPr>
              <p:custDataLst>
                <p:tags r:id="rId246"/>
              </p:custDataLst>
            </p:nvPr>
          </p:nvSpPr>
          <p:spPr bwMode="auto">
            <a:xfrm>
              <a:off x="8710721" y="34594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47" name="Rectangle 246">
              <a:extLst>
                <a:ext uri="{FF2B5EF4-FFF2-40B4-BE49-F238E27FC236}">
                  <a16:creationId xmlns:a16="http://schemas.microsoft.com/office/drawing/2014/main" id="{377E15CF-0E8C-4F68-B804-F23957692239}"/>
                </a:ext>
              </a:extLst>
            </p:cNvPr>
            <p:cNvSpPr/>
            <p:nvPr>
              <p:custDataLst>
                <p:tags r:id="rId247"/>
              </p:custDataLst>
            </p:nvPr>
          </p:nvSpPr>
          <p:spPr bwMode="auto">
            <a:xfrm>
              <a:off x="8799621" y="34594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589819DB-7400-4E69-8252-7F11049FCC71}"/>
                </a:ext>
              </a:extLst>
            </p:cNvPr>
            <p:cNvSpPr/>
            <p:nvPr>
              <p:custDataLst>
                <p:tags r:id="rId248"/>
              </p:custDataLst>
            </p:nvPr>
          </p:nvSpPr>
          <p:spPr bwMode="auto">
            <a:xfrm>
              <a:off x="8888521" y="34594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053AD706-AFE1-428E-AE83-8EEA8979BC8E}"/>
                </a:ext>
              </a:extLst>
            </p:cNvPr>
            <p:cNvSpPr/>
            <p:nvPr>
              <p:custDataLst>
                <p:tags r:id="rId249"/>
              </p:custDataLst>
            </p:nvPr>
          </p:nvSpPr>
          <p:spPr bwMode="auto">
            <a:xfrm>
              <a:off x="8977421" y="34594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F552A57F-3737-4AA0-9F95-2B8E92DF6FBD}"/>
                </a:ext>
              </a:extLst>
            </p:cNvPr>
            <p:cNvSpPr/>
            <p:nvPr>
              <p:custDataLst>
                <p:tags r:id="rId250"/>
              </p:custDataLst>
            </p:nvPr>
          </p:nvSpPr>
          <p:spPr bwMode="auto">
            <a:xfrm>
              <a:off x="9066321" y="34594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D8D169CB-2FB2-4396-9E7F-58957F675D5D}"/>
                </a:ext>
              </a:extLst>
            </p:cNvPr>
            <p:cNvSpPr/>
            <p:nvPr>
              <p:custDataLst>
                <p:tags r:id="rId251"/>
              </p:custDataLst>
            </p:nvPr>
          </p:nvSpPr>
          <p:spPr bwMode="auto">
            <a:xfrm>
              <a:off x="9333021" y="34594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9AC3F68C-AA38-4307-B605-980C5A40E082}"/>
                </a:ext>
              </a:extLst>
            </p:cNvPr>
            <p:cNvSpPr/>
            <p:nvPr>
              <p:custDataLst>
                <p:tags r:id="rId252"/>
              </p:custDataLst>
            </p:nvPr>
          </p:nvSpPr>
          <p:spPr bwMode="auto">
            <a:xfrm>
              <a:off x="9421921" y="34594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E90007ED-3B8B-4E2B-87A6-632982CD6E09}"/>
                </a:ext>
              </a:extLst>
            </p:cNvPr>
            <p:cNvSpPr/>
            <p:nvPr>
              <p:custDataLst>
                <p:tags r:id="rId253"/>
              </p:custDataLst>
            </p:nvPr>
          </p:nvSpPr>
          <p:spPr bwMode="auto">
            <a:xfrm>
              <a:off x="9510821" y="34594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54" name="Rectangle 253">
              <a:extLst>
                <a:ext uri="{FF2B5EF4-FFF2-40B4-BE49-F238E27FC236}">
                  <a16:creationId xmlns:a16="http://schemas.microsoft.com/office/drawing/2014/main" id="{6EF89332-6E31-470D-92F3-0D077DDC49E9}"/>
                </a:ext>
              </a:extLst>
            </p:cNvPr>
            <p:cNvSpPr/>
            <p:nvPr>
              <p:custDataLst>
                <p:tags r:id="rId254"/>
              </p:custDataLst>
            </p:nvPr>
          </p:nvSpPr>
          <p:spPr bwMode="auto">
            <a:xfrm>
              <a:off x="9599721" y="34594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55" name="Rectangle 254">
              <a:extLst>
                <a:ext uri="{FF2B5EF4-FFF2-40B4-BE49-F238E27FC236}">
                  <a16:creationId xmlns:a16="http://schemas.microsoft.com/office/drawing/2014/main" id="{75B9A637-08AA-4F03-AA9A-F8CA3B919DA6}"/>
                </a:ext>
              </a:extLst>
            </p:cNvPr>
            <p:cNvSpPr/>
            <p:nvPr>
              <p:custDataLst>
                <p:tags r:id="rId255"/>
              </p:custDataLst>
            </p:nvPr>
          </p:nvSpPr>
          <p:spPr bwMode="auto">
            <a:xfrm>
              <a:off x="9688621" y="34594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54183112-0613-422F-9BC3-1A9F88430305}"/>
                </a:ext>
              </a:extLst>
            </p:cNvPr>
            <p:cNvSpPr/>
            <p:nvPr>
              <p:custDataLst>
                <p:tags r:id="rId256"/>
              </p:custDataLst>
            </p:nvPr>
          </p:nvSpPr>
          <p:spPr bwMode="auto">
            <a:xfrm>
              <a:off x="9955321" y="34594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57" name="Rectangle 256">
              <a:extLst>
                <a:ext uri="{FF2B5EF4-FFF2-40B4-BE49-F238E27FC236}">
                  <a16:creationId xmlns:a16="http://schemas.microsoft.com/office/drawing/2014/main" id="{2A166521-C2E2-4560-9D9D-B0DCEC18033D}"/>
                </a:ext>
              </a:extLst>
            </p:cNvPr>
            <p:cNvSpPr/>
            <p:nvPr>
              <p:custDataLst>
                <p:tags r:id="rId257"/>
              </p:custDataLst>
            </p:nvPr>
          </p:nvSpPr>
          <p:spPr bwMode="auto">
            <a:xfrm>
              <a:off x="10044221" y="34594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58" name="Rectangle 257">
              <a:extLst>
                <a:ext uri="{FF2B5EF4-FFF2-40B4-BE49-F238E27FC236}">
                  <a16:creationId xmlns:a16="http://schemas.microsoft.com/office/drawing/2014/main" id="{B8F16F29-D214-4044-AAFF-B1E6F1C6E3C6}"/>
                </a:ext>
              </a:extLst>
            </p:cNvPr>
            <p:cNvSpPr/>
            <p:nvPr>
              <p:custDataLst>
                <p:tags r:id="rId258"/>
              </p:custDataLst>
            </p:nvPr>
          </p:nvSpPr>
          <p:spPr bwMode="auto">
            <a:xfrm>
              <a:off x="10133121" y="34594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id="{014ADA9D-29DD-4344-8903-0A2F586697FB}"/>
                </a:ext>
              </a:extLst>
            </p:cNvPr>
            <p:cNvSpPr/>
            <p:nvPr>
              <p:custDataLst>
                <p:tags r:id="rId259"/>
              </p:custDataLst>
            </p:nvPr>
          </p:nvSpPr>
          <p:spPr bwMode="auto">
            <a:xfrm>
              <a:off x="10310921" y="34594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DD21F763-9C9A-4F4F-889C-602FC3F3ED92}"/>
                </a:ext>
              </a:extLst>
            </p:cNvPr>
            <p:cNvSpPr/>
            <p:nvPr>
              <p:custDataLst>
                <p:tags r:id="rId260"/>
              </p:custDataLst>
            </p:nvPr>
          </p:nvSpPr>
          <p:spPr bwMode="auto">
            <a:xfrm>
              <a:off x="10666521" y="34594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DB10722A-79EE-47D6-AE5F-A4B512266DE7}"/>
                </a:ext>
              </a:extLst>
            </p:cNvPr>
            <p:cNvSpPr/>
            <p:nvPr>
              <p:custDataLst>
                <p:tags r:id="rId261"/>
              </p:custDataLst>
            </p:nvPr>
          </p:nvSpPr>
          <p:spPr bwMode="auto">
            <a:xfrm>
              <a:off x="8266221" y="35483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62" name="Rectangle 261">
              <a:extLst>
                <a:ext uri="{FF2B5EF4-FFF2-40B4-BE49-F238E27FC236}">
                  <a16:creationId xmlns:a16="http://schemas.microsoft.com/office/drawing/2014/main" id="{ABBFD9A4-152E-42DC-B947-AB576FD614E4}"/>
                </a:ext>
              </a:extLst>
            </p:cNvPr>
            <p:cNvSpPr/>
            <p:nvPr>
              <p:custDataLst>
                <p:tags r:id="rId262"/>
              </p:custDataLst>
            </p:nvPr>
          </p:nvSpPr>
          <p:spPr bwMode="auto">
            <a:xfrm>
              <a:off x="8355121" y="35483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21407FF1-26CE-4916-9B7C-8E1AFDF62812}"/>
                </a:ext>
              </a:extLst>
            </p:cNvPr>
            <p:cNvSpPr/>
            <p:nvPr>
              <p:custDataLst>
                <p:tags r:id="rId263"/>
              </p:custDataLst>
            </p:nvPr>
          </p:nvSpPr>
          <p:spPr bwMode="auto">
            <a:xfrm>
              <a:off x="8621821" y="35483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64" name="Rectangle 263">
              <a:extLst>
                <a:ext uri="{FF2B5EF4-FFF2-40B4-BE49-F238E27FC236}">
                  <a16:creationId xmlns:a16="http://schemas.microsoft.com/office/drawing/2014/main" id="{38A5BAD7-9D60-4BF0-838A-04A8FC4276A1}"/>
                </a:ext>
              </a:extLst>
            </p:cNvPr>
            <p:cNvSpPr/>
            <p:nvPr>
              <p:custDataLst>
                <p:tags r:id="rId264"/>
              </p:custDataLst>
            </p:nvPr>
          </p:nvSpPr>
          <p:spPr bwMode="auto">
            <a:xfrm>
              <a:off x="8710721" y="35483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65" name="Rectangle 264">
              <a:extLst>
                <a:ext uri="{FF2B5EF4-FFF2-40B4-BE49-F238E27FC236}">
                  <a16:creationId xmlns:a16="http://schemas.microsoft.com/office/drawing/2014/main" id="{552B0AC2-CC66-4E03-8F31-C3134C8EDE14}"/>
                </a:ext>
              </a:extLst>
            </p:cNvPr>
            <p:cNvSpPr/>
            <p:nvPr>
              <p:custDataLst>
                <p:tags r:id="rId265"/>
              </p:custDataLst>
            </p:nvPr>
          </p:nvSpPr>
          <p:spPr bwMode="auto">
            <a:xfrm>
              <a:off x="8888521" y="35483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66" name="Rectangle 265">
              <a:extLst>
                <a:ext uri="{FF2B5EF4-FFF2-40B4-BE49-F238E27FC236}">
                  <a16:creationId xmlns:a16="http://schemas.microsoft.com/office/drawing/2014/main" id="{0B6EE733-8DAF-4C35-AC95-3F9F63718A46}"/>
                </a:ext>
              </a:extLst>
            </p:cNvPr>
            <p:cNvSpPr/>
            <p:nvPr>
              <p:custDataLst>
                <p:tags r:id="rId266"/>
              </p:custDataLst>
            </p:nvPr>
          </p:nvSpPr>
          <p:spPr bwMode="auto">
            <a:xfrm>
              <a:off x="8977421" y="35483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C794D608-05D8-4EA9-BF90-6FBCFC855ACF}"/>
                </a:ext>
              </a:extLst>
            </p:cNvPr>
            <p:cNvSpPr/>
            <p:nvPr>
              <p:custDataLst>
                <p:tags r:id="rId267"/>
              </p:custDataLst>
            </p:nvPr>
          </p:nvSpPr>
          <p:spPr bwMode="auto">
            <a:xfrm>
              <a:off x="9066321" y="35483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160E7D2B-0551-47C9-9239-A60AEE8C382E}"/>
                </a:ext>
              </a:extLst>
            </p:cNvPr>
            <p:cNvSpPr/>
            <p:nvPr>
              <p:custDataLst>
                <p:tags r:id="rId268"/>
              </p:custDataLst>
            </p:nvPr>
          </p:nvSpPr>
          <p:spPr bwMode="auto">
            <a:xfrm>
              <a:off x="9244121" y="35483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C4B392CF-CD15-4DFA-BB28-5AB8889B5046}"/>
                </a:ext>
              </a:extLst>
            </p:cNvPr>
            <p:cNvSpPr/>
            <p:nvPr>
              <p:custDataLst>
                <p:tags r:id="rId269"/>
              </p:custDataLst>
            </p:nvPr>
          </p:nvSpPr>
          <p:spPr bwMode="auto">
            <a:xfrm>
              <a:off x="9777521" y="35483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485BC69A-0B64-4A27-949D-419F1085F8C6}"/>
                </a:ext>
              </a:extLst>
            </p:cNvPr>
            <p:cNvSpPr/>
            <p:nvPr>
              <p:custDataLst>
                <p:tags r:id="rId270"/>
              </p:custDataLst>
            </p:nvPr>
          </p:nvSpPr>
          <p:spPr bwMode="auto">
            <a:xfrm>
              <a:off x="10044221" y="35483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E9550F02-3C5A-46FA-AE2B-BBAFEE6F9608}"/>
                </a:ext>
              </a:extLst>
            </p:cNvPr>
            <p:cNvSpPr/>
            <p:nvPr>
              <p:custDataLst>
                <p:tags r:id="rId271"/>
              </p:custDataLst>
            </p:nvPr>
          </p:nvSpPr>
          <p:spPr bwMode="auto">
            <a:xfrm>
              <a:off x="10222021" y="35483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72" name="Rectangle 271">
              <a:extLst>
                <a:ext uri="{FF2B5EF4-FFF2-40B4-BE49-F238E27FC236}">
                  <a16:creationId xmlns:a16="http://schemas.microsoft.com/office/drawing/2014/main" id="{0D13411A-91BA-4316-9A04-EBB802F44CF1}"/>
                </a:ext>
              </a:extLst>
            </p:cNvPr>
            <p:cNvSpPr/>
            <p:nvPr>
              <p:custDataLst>
                <p:tags r:id="rId272"/>
              </p:custDataLst>
            </p:nvPr>
          </p:nvSpPr>
          <p:spPr bwMode="auto">
            <a:xfrm>
              <a:off x="10310921" y="35483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73" name="Rectangle 272">
              <a:extLst>
                <a:ext uri="{FF2B5EF4-FFF2-40B4-BE49-F238E27FC236}">
                  <a16:creationId xmlns:a16="http://schemas.microsoft.com/office/drawing/2014/main" id="{5BE93AF7-1814-44F8-BE00-1DFF174DF665}"/>
                </a:ext>
              </a:extLst>
            </p:cNvPr>
            <p:cNvSpPr/>
            <p:nvPr>
              <p:custDataLst>
                <p:tags r:id="rId273"/>
              </p:custDataLst>
            </p:nvPr>
          </p:nvSpPr>
          <p:spPr bwMode="auto">
            <a:xfrm>
              <a:off x="10399821" y="35483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74" name="Rectangle 273">
              <a:extLst>
                <a:ext uri="{FF2B5EF4-FFF2-40B4-BE49-F238E27FC236}">
                  <a16:creationId xmlns:a16="http://schemas.microsoft.com/office/drawing/2014/main" id="{DFC699AF-2E15-4598-91CD-9746D7F18009}"/>
                </a:ext>
              </a:extLst>
            </p:cNvPr>
            <p:cNvSpPr/>
            <p:nvPr>
              <p:custDataLst>
                <p:tags r:id="rId274"/>
              </p:custDataLst>
            </p:nvPr>
          </p:nvSpPr>
          <p:spPr bwMode="auto">
            <a:xfrm>
              <a:off x="10488721" y="35483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75" name="Rectangle 274">
              <a:extLst>
                <a:ext uri="{FF2B5EF4-FFF2-40B4-BE49-F238E27FC236}">
                  <a16:creationId xmlns:a16="http://schemas.microsoft.com/office/drawing/2014/main" id="{88FFDBE7-133B-43EC-92F6-DEC29F2D9081}"/>
                </a:ext>
              </a:extLst>
            </p:cNvPr>
            <p:cNvSpPr/>
            <p:nvPr>
              <p:custDataLst>
                <p:tags r:id="rId275"/>
              </p:custDataLst>
            </p:nvPr>
          </p:nvSpPr>
          <p:spPr bwMode="auto">
            <a:xfrm>
              <a:off x="10666521" y="35483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76" name="Rectangle 275">
              <a:extLst>
                <a:ext uri="{FF2B5EF4-FFF2-40B4-BE49-F238E27FC236}">
                  <a16:creationId xmlns:a16="http://schemas.microsoft.com/office/drawing/2014/main" id="{3421FCF9-44C2-454D-A898-C0063BB0A4C8}"/>
                </a:ext>
              </a:extLst>
            </p:cNvPr>
            <p:cNvSpPr/>
            <p:nvPr>
              <p:custDataLst>
                <p:tags r:id="rId276"/>
              </p:custDataLst>
            </p:nvPr>
          </p:nvSpPr>
          <p:spPr bwMode="auto">
            <a:xfrm>
              <a:off x="10755421" y="35483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40AF472B-9AB1-4DF5-9C36-61CFF7180E62}"/>
                </a:ext>
              </a:extLst>
            </p:cNvPr>
            <p:cNvSpPr/>
            <p:nvPr>
              <p:custDataLst>
                <p:tags r:id="rId277"/>
              </p:custDataLst>
            </p:nvPr>
          </p:nvSpPr>
          <p:spPr bwMode="auto">
            <a:xfrm>
              <a:off x="8621821" y="36372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9B8BC656-E368-4D91-9449-35E5803C0962}"/>
                </a:ext>
              </a:extLst>
            </p:cNvPr>
            <p:cNvSpPr/>
            <p:nvPr>
              <p:custDataLst>
                <p:tags r:id="rId278"/>
              </p:custDataLst>
            </p:nvPr>
          </p:nvSpPr>
          <p:spPr bwMode="auto">
            <a:xfrm>
              <a:off x="8710721" y="36372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C75E2D76-AD2B-4264-8CB2-5165F048AF02}"/>
                </a:ext>
              </a:extLst>
            </p:cNvPr>
            <p:cNvSpPr/>
            <p:nvPr>
              <p:custDataLst>
                <p:tags r:id="rId279"/>
              </p:custDataLst>
            </p:nvPr>
          </p:nvSpPr>
          <p:spPr bwMode="auto">
            <a:xfrm>
              <a:off x="8799621" y="36372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80" name="Rectangle 279">
              <a:extLst>
                <a:ext uri="{FF2B5EF4-FFF2-40B4-BE49-F238E27FC236}">
                  <a16:creationId xmlns:a16="http://schemas.microsoft.com/office/drawing/2014/main" id="{A421244C-7746-43FE-8FE2-1F80571C4AED}"/>
                </a:ext>
              </a:extLst>
            </p:cNvPr>
            <p:cNvSpPr/>
            <p:nvPr>
              <p:custDataLst>
                <p:tags r:id="rId280"/>
              </p:custDataLst>
            </p:nvPr>
          </p:nvSpPr>
          <p:spPr bwMode="auto">
            <a:xfrm>
              <a:off x="8888521" y="36372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81" name="Rectangle 280">
              <a:extLst>
                <a:ext uri="{FF2B5EF4-FFF2-40B4-BE49-F238E27FC236}">
                  <a16:creationId xmlns:a16="http://schemas.microsoft.com/office/drawing/2014/main" id="{0EE8188E-9BAF-4C47-B578-E8EEF81609F8}"/>
                </a:ext>
              </a:extLst>
            </p:cNvPr>
            <p:cNvSpPr/>
            <p:nvPr>
              <p:custDataLst>
                <p:tags r:id="rId281"/>
              </p:custDataLst>
            </p:nvPr>
          </p:nvSpPr>
          <p:spPr bwMode="auto">
            <a:xfrm>
              <a:off x="9066321" y="36372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82" name="Rectangle 281">
              <a:extLst>
                <a:ext uri="{FF2B5EF4-FFF2-40B4-BE49-F238E27FC236}">
                  <a16:creationId xmlns:a16="http://schemas.microsoft.com/office/drawing/2014/main" id="{B82CEEDA-0B36-45BC-9F72-A29CD852E9B0}"/>
                </a:ext>
              </a:extLst>
            </p:cNvPr>
            <p:cNvSpPr/>
            <p:nvPr>
              <p:custDataLst>
                <p:tags r:id="rId282"/>
              </p:custDataLst>
            </p:nvPr>
          </p:nvSpPr>
          <p:spPr bwMode="auto">
            <a:xfrm>
              <a:off x="9155221" y="36372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83" name="Rectangle 282">
              <a:extLst>
                <a:ext uri="{FF2B5EF4-FFF2-40B4-BE49-F238E27FC236}">
                  <a16:creationId xmlns:a16="http://schemas.microsoft.com/office/drawing/2014/main" id="{768635DB-529F-4C11-A6C5-45EAD8A079D8}"/>
                </a:ext>
              </a:extLst>
            </p:cNvPr>
            <p:cNvSpPr/>
            <p:nvPr>
              <p:custDataLst>
                <p:tags r:id="rId283"/>
              </p:custDataLst>
            </p:nvPr>
          </p:nvSpPr>
          <p:spPr bwMode="auto">
            <a:xfrm>
              <a:off x="9333021" y="36372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84" name="Rectangle 283">
              <a:extLst>
                <a:ext uri="{FF2B5EF4-FFF2-40B4-BE49-F238E27FC236}">
                  <a16:creationId xmlns:a16="http://schemas.microsoft.com/office/drawing/2014/main" id="{A7AD4CB3-236D-4DC7-92F9-F82C64D32CFA}"/>
                </a:ext>
              </a:extLst>
            </p:cNvPr>
            <p:cNvSpPr/>
            <p:nvPr>
              <p:custDataLst>
                <p:tags r:id="rId284"/>
              </p:custDataLst>
            </p:nvPr>
          </p:nvSpPr>
          <p:spPr bwMode="auto">
            <a:xfrm>
              <a:off x="9421921" y="36372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85" name="Rectangle 284">
              <a:extLst>
                <a:ext uri="{FF2B5EF4-FFF2-40B4-BE49-F238E27FC236}">
                  <a16:creationId xmlns:a16="http://schemas.microsoft.com/office/drawing/2014/main" id="{0B53E0F5-2A7F-44DA-8D6F-6499E2853BF1}"/>
                </a:ext>
              </a:extLst>
            </p:cNvPr>
            <p:cNvSpPr/>
            <p:nvPr>
              <p:custDataLst>
                <p:tags r:id="rId285"/>
              </p:custDataLst>
            </p:nvPr>
          </p:nvSpPr>
          <p:spPr bwMode="auto">
            <a:xfrm>
              <a:off x="9510821" y="36372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86" name="Rectangle 285">
              <a:extLst>
                <a:ext uri="{FF2B5EF4-FFF2-40B4-BE49-F238E27FC236}">
                  <a16:creationId xmlns:a16="http://schemas.microsoft.com/office/drawing/2014/main" id="{A2376C8C-A7C2-41A6-8722-2222034D984E}"/>
                </a:ext>
              </a:extLst>
            </p:cNvPr>
            <p:cNvSpPr/>
            <p:nvPr>
              <p:custDataLst>
                <p:tags r:id="rId286"/>
              </p:custDataLst>
            </p:nvPr>
          </p:nvSpPr>
          <p:spPr bwMode="auto">
            <a:xfrm>
              <a:off x="9599721" y="36372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87" name="Rectangle 286">
              <a:extLst>
                <a:ext uri="{FF2B5EF4-FFF2-40B4-BE49-F238E27FC236}">
                  <a16:creationId xmlns:a16="http://schemas.microsoft.com/office/drawing/2014/main" id="{02276D28-52C9-489C-A279-7A2BD6B7B9D2}"/>
                </a:ext>
              </a:extLst>
            </p:cNvPr>
            <p:cNvSpPr/>
            <p:nvPr>
              <p:custDataLst>
                <p:tags r:id="rId287"/>
              </p:custDataLst>
            </p:nvPr>
          </p:nvSpPr>
          <p:spPr bwMode="auto">
            <a:xfrm>
              <a:off x="9777521" y="36372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88" name="Rectangle 287">
              <a:extLst>
                <a:ext uri="{FF2B5EF4-FFF2-40B4-BE49-F238E27FC236}">
                  <a16:creationId xmlns:a16="http://schemas.microsoft.com/office/drawing/2014/main" id="{2B477E8D-549A-454A-97DF-A8064A5F1494}"/>
                </a:ext>
              </a:extLst>
            </p:cNvPr>
            <p:cNvSpPr/>
            <p:nvPr>
              <p:custDataLst>
                <p:tags r:id="rId288"/>
              </p:custDataLst>
            </p:nvPr>
          </p:nvSpPr>
          <p:spPr bwMode="auto">
            <a:xfrm>
              <a:off x="10044221" y="36372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89" name="Rectangle 288">
              <a:extLst>
                <a:ext uri="{FF2B5EF4-FFF2-40B4-BE49-F238E27FC236}">
                  <a16:creationId xmlns:a16="http://schemas.microsoft.com/office/drawing/2014/main" id="{809C0112-2D6B-462E-8B34-011BACFEEB08}"/>
                </a:ext>
              </a:extLst>
            </p:cNvPr>
            <p:cNvSpPr/>
            <p:nvPr>
              <p:custDataLst>
                <p:tags r:id="rId289"/>
              </p:custDataLst>
            </p:nvPr>
          </p:nvSpPr>
          <p:spPr bwMode="auto">
            <a:xfrm>
              <a:off x="10133121" y="36372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90" name="Rectangle 289">
              <a:extLst>
                <a:ext uri="{FF2B5EF4-FFF2-40B4-BE49-F238E27FC236}">
                  <a16:creationId xmlns:a16="http://schemas.microsoft.com/office/drawing/2014/main" id="{06D8C419-BB4A-45D7-A95D-F34A5E50990E}"/>
                </a:ext>
              </a:extLst>
            </p:cNvPr>
            <p:cNvSpPr/>
            <p:nvPr>
              <p:custDataLst>
                <p:tags r:id="rId290"/>
              </p:custDataLst>
            </p:nvPr>
          </p:nvSpPr>
          <p:spPr bwMode="auto">
            <a:xfrm>
              <a:off x="10222021" y="36372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6C9CA7C1-3293-441E-A207-D32771C0F261}"/>
                </a:ext>
              </a:extLst>
            </p:cNvPr>
            <p:cNvSpPr/>
            <p:nvPr>
              <p:custDataLst>
                <p:tags r:id="rId291"/>
              </p:custDataLst>
            </p:nvPr>
          </p:nvSpPr>
          <p:spPr bwMode="auto">
            <a:xfrm>
              <a:off x="10577621" y="36372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92" name="Rectangle 291">
              <a:extLst>
                <a:ext uri="{FF2B5EF4-FFF2-40B4-BE49-F238E27FC236}">
                  <a16:creationId xmlns:a16="http://schemas.microsoft.com/office/drawing/2014/main" id="{024C434F-1708-41AD-96AB-FD34127A2ECE}"/>
                </a:ext>
              </a:extLst>
            </p:cNvPr>
            <p:cNvSpPr/>
            <p:nvPr>
              <p:custDataLst>
                <p:tags r:id="rId292"/>
              </p:custDataLst>
            </p:nvPr>
          </p:nvSpPr>
          <p:spPr bwMode="auto">
            <a:xfrm>
              <a:off x="10755421" y="36372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93" name="Rectangle 292">
              <a:extLst>
                <a:ext uri="{FF2B5EF4-FFF2-40B4-BE49-F238E27FC236}">
                  <a16:creationId xmlns:a16="http://schemas.microsoft.com/office/drawing/2014/main" id="{26A14E91-9484-4DC4-93F4-E9CFEF7BD3F9}"/>
                </a:ext>
              </a:extLst>
            </p:cNvPr>
            <p:cNvSpPr/>
            <p:nvPr>
              <p:custDataLst>
                <p:tags r:id="rId293"/>
              </p:custDataLst>
            </p:nvPr>
          </p:nvSpPr>
          <p:spPr bwMode="auto">
            <a:xfrm>
              <a:off x="8532921" y="37261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94" name="Rectangle 293">
              <a:extLst>
                <a:ext uri="{FF2B5EF4-FFF2-40B4-BE49-F238E27FC236}">
                  <a16:creationId xmlns:a16="http://schemas.microsoft.com/office/drawing/2014/main" id="{4E7F1EE3-39EB-403C-A41F-9453339721B1}"/>
                </a:ext>
              </a:extLst>
            </p:cNvPr>
            <p:cNvSpPr/>
            <p:nvPr>
              <p:custDataLst>
                <p:tags r:id="rId294"/>
              </p:custDataLst>
            </p:nvPr>
          </p:nvSpPr>
          <p:spPr bwMode="auto">
            <a:xfrm>
              <a:off x="8977421" y="37261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95" name="Rectangle 294">
              <a:extLst>
                <a:ext uri="{FF2B5EF4-FFF2-40B4-BE49-F238E27FC236}">
                  <a16:creationId xmlns:a16="http://schemas.microsoft.com/office/drawing/2014/main" id="{26C41C1B-D3D0-415E-A907-C52B3A14B47D}"/>
                </a:ext>
              </a:extLst>
            </p:cNvPr>
            <p:cNvSpPr/>
            <p:nvPr>
              <p:custDataLst>
                <p:tags r:id="rId295"/>
              </p:custDataLst>
            </p:nvPr>
          </p:nvSpPr>
          <p:spPr bwMode="auto">
            <a:xfrm>
              <a:off x="9066321" y="37261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3B4DC0C3-F367-4034-978D-42F013689C4C}"/>
                </a:ext>
              </a:extLst>
            </p:cNvPr>
            <p:cNvSpPr/>
            <p:nvPr>
              <p:custDataLst>
                <p:tags r:id="rId296"/>
              </p:custDataLst>
            </p:nvPr>
          </p:nvSpPr>
          <p:spPr bwMode="auto">
            <a:xfrm>
              <a:off x="9155221" y="37261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97" name="Rectangle 296">
              <a:extLst>
                <a:ext uri="{FF2B5EF4-FFF2-40B4-BE49-F238E27FC236}">
                  <a16:creationId xmlns:a16="http://schemas.microsoft.com/office/drawing/2014/main" id="{1ACEA512-617F-4EB7-AB95-D1C95C68EA8F}"/>
                </a:ext>
              </a:extLst>
            </p:cNvPr>
            <p:cNvSpPr/>
            <p:nvPr>
              <p:custDataLst>
                <p:tags r:id="rId297"/>
              </p:custDataLst>
            </p:nvPr>
          </p:nvSpPr>
          <p:spPr bwMode="auto">
            <a:xfrm>
              <a:off x="9244121" y="37261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98" name="Rectangle 297">
              <a:extLst>
                <a:ext uri="{FF2B5EF4-FFF2-40B4-BE49-F238E27FC236}">
                  <a16:creationId xmlns:a16="http://schemas.microsoft.com/office/drawing/2014/main" id="{DAFD99D5-3152-43C2-89A3-D9473091BDF9}"/>
                </a:ext>
              </a:extLst>
            </p:cNvPr>
            <p:cNvSpPr/>
            <p:nvPr>
              <p:custDataLst>
                <p:tags r:id="rId298"/>
              </p:custDataLst>
            </p:nvPr>
          </p:nvSpPr>
          <p:spPr bwMode="auto">
            <a:xfrm>
              <a:off x="9333021" y="37261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99" name="Rectangle 298">
              <a:extLst>
                <a:ext uri="{FF2B5EF4-FFF2-40B4-BE49-F238E27FC236}">
                  <a16:creationId xmlns:a16="http://schemas.microsoft.com/office/drawing/2014/main" id="{2A47B7EE-AB3C-46EF-AC2C-80D7EC8E7670}"/>
                </a:ext>
              </a:extLst>
            </p:cNvPr>
            <p:cNvSpPr/>
            <p:nvPr>
              <p:custDataLst>
                <p:tags r:id="rId299"/>
              </p:custDataLst>
            </p:nvPr>
          </p:nvSpPr>
          <p:spPr bwMode="auto">
            <a:xfrm>
              <a:off x="9421921" y="37261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00" name="Rectangle 299">
              <a:extLst>
                <a:ext uri="{FF2B5EF4-FFF2-40B4-BE49-F238E27FC236}">
                  <a16:creationId xmlns:a16="http://schemas.microsoft.com/office/drawing/2014/main" id="{8B3ADA23-B149-40D8-BEAB-6FC184B8C046}"/>
                </a:ext>
              </a:extLst>
            </p:cNvPr>
            <p:cNvSpPr/>
            <p:nvPr>
              <p:custDataLst>
                <p:tags r:id="rId300"/>
              </p:custDataLst>
            </p:nvPr>
          </p:nvSpPr>
          <p:spPr bwMode="auto">
            <a:xfrm>
              <a:off x="9599721" y="37261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01" name="Rectangle 300">
              <a:extLst>
                <a:ext uri="{FF2B5EF4-FFF2-40B4-BE49-F238E27FC236}">
                  <a16:creationId xmlns:a16="http://schemas.microsoft.com/office/drawing/2014/main" id="{314F224A-F22E-4A75-B5C9-F8150BB20D66}"/>
                </a:ext>
              </a:extLst>
            </p:cNvPr>
            <p:cNvSpPr/>
            <p:nvPr>
              <p:custDataLst>
                <p:tags r:id="rId301"/>
              </p:custDataLst>
            </p:nvPr>
          </p:nvSpPr>
          <p:spPr bwMode="auto">
            <a:xfrm>
              <a:off x="9688621" y="37261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A87510CB-1CE4-4F97-B8A6-69E8A6C4047D}"/>
                </a:ext>
              </a:extLst>
            </p:cNvPr>
            <p:cNvSpPr/>
            <p:nvPr>
              <p:custDataLst>
                <p:tags r:id="rId302"/>
              </p:custDataLst>
            </p:nvPr>
          </p:nvSpPr>
          <p:spPr bwMode="auto">
            <a:xfrm>
              <a:off x="9777521" y="37261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03" name="Rectangle 302">
              <a:extLst>
                <a:ext uri="{FF2B5EF4-FFF2-40B4-BE49-F238E27FC236}">
                  <a16:creationId xmlns:a16="http://schemas.microsoft.com/office/drawing/2014/main" id="{1E8426A5-DB3D-4C1D-BD6E-75D71157A096}"/>
                </a:ext>
              </a:extLst>
            </p:cNvPr>
            <p:cNvSpPr/>
            <p:nvPr>
              <p:custDataLst>
                <p:tags r:id="rId303"/>
              </p:custDataLst>
            </p:nvPr>
          </p:nvSpPr>
          <p:spPr bwMode="auto">
            <a:xfrm>
              <a:off x="9866421" y="37261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04" name="Rectangle 303">
              <a:extLst>
                <a:ext uri="{FF2B5EF4-FFF2-40B4-BE49-F238E27FC236}">
                  <a16:creationId xmlns:a16="http://schemas.microsoft.com/office/drawing/2014/main" id="{B580B6A4-8FAB-47EE-A5AE-0B44005E82D4}"/>
                </a:ext>
              </a:extLst>
            </p:cNvPr>
            <p:cNvSpPr/>
            <p:nvPr>
              <p:custDataLst>
                <p:tags r:id="rId304"/>
              </p:custDataLst>
            </p:nvPr>
          </p:nvSpPr>
          <p:spPr bwMode="auto">
            <a:xfrm>
              <a:off x="9955321" y="37261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05" name="Rectangle 304">
              <a:extLst>
                <a:ext uri="{FF2B5EF4-FFF2-40B4-BE49-F238E27FC236}">
                  <a16:creationId xmlns:a16="http://schemas.microsoft.com/office/drawing/2014/main" id="{0FAE192D-1D3A-4E7E-95A4-2EDDC394BD8B}"/>
                </a:ext>
              </a:extLst>
            </p:cNvPr>
            <p:cNvSpPr/>
            <p:nvPr>
              <p:custDataLst>
                <p:tags r:id="rId305"/>
              </p:custDataLst>
            </p:nvPr>
          </p:nvSpPr>
          <p:spPr bwMode="auto">
            <a:xfrm>
              <a:off x="10044221" y="37261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06" name="Rectangle 305">
              <a:extLst>
                <a:ext uri="{FF2B5EF4-FFF2-40B4-BE49-F238E27FC236}">
                  <a16:creationId xmlns:a16="http://schemas.microsoft.com/office/drawing/2014/main" id="{33FF1A07-7DFE-4588-8935-AA1A860F51E0}"/>
                </a:ext>
              </a:extLst>
            </p:cNvPr>
            <p:cNvSpPr/>
            <p:nvPr>
              <p:custDataLst>
                <p:tags r:id="rId306"/>
              </p:custDataLst>
            </p:nvPr>
          </p:nvSpPr>
          <p:spPr bwMode="auto">
            <a:xfrm>
              <a:off x="10222021" y="37261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07" name="Rectangle 306">
              <a:extLst>
                <a:ext uri="{FF2B5EF4-FFF2-40B4-BE49-F238E27FC236}">
                  <a16:creationId xmlns:a16="http://schemas.microsoft.com/office/drawing/2014/main" id="{70E27DB9-730A-498B-8514-5CC4841960DC}"/>
                </a:ext>
              </a:extLst>
            </p:cNvPr>
            <p:cNvSpPr/>
            <p:nvPr>
              <p:custDataLst>
                <p:tags r:id="rId307"/>
              </p:custDataLst>
            </p:nvPr>
          </p:nvSpPr>
          <p:spPr bwMode="auto">
            <a:xfrm>
              <a:off x="10666521" y="37261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08" name="Rectangle 307">
              <a:extLst>
                <a:ext uri="{FF2B5EF4-FFF2-40B4-BE49-F238E27FC236}">
                  <a16:creationId xmlns:a16="http://schemas.microsoft.com/office/drawing/2014/main" id="{88770C35-F980-4007-B152-44676128BA65}"/>
                </a:ext>
              </a:extLst>
            </p:cNvPr>
            <p:cNvSpPr/>
            <p:nvPr>
              <p:custDataLst>
                <p:tags r:id="rId308"/>
              </p:custDataLst>
            </p:nvPr>
          </p:nvSpPr>
          <p:spPr bwMode="auto">
            <a:xfrm>
              <a:off x="10755421" y="37261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106FCD03-A2B6-468E-ADB8-9A2306279CAE}"/>
                </a:ext>
              </a:extLst>
            </p:cNvPr>
            <p:cNvSpPr/>
            <p:nvPr>
              <p:custDataLst>
                <p:tags r:id="rId309"/>
              </p:custDataLst>
            </p:nvPr>
          </p:nvSpPr>
          <p:spPr bwMode="auto">
            <a:xfrm>
              <a:off x="82662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10" name="Rectangle 309">
              <a:extLst>
                <a:ext uri="{FF2B5EF4-FFF2-40B4-BE49-F238E27FC236}">
                  <a16:creationId xmlns:a16="http://schemas.microsoft.com/office/drawing/2014/main" id="{AF84FB02-B73B-427F-B5B1-60D7D39D8677}"/>
                </a:ext>
              </a:extLst>
            </p:cNvPr>
            <p:cNvSpPr/>
            <p:nvPr>
              <p:custDataLst>
                <p:tags r:id="rId310"/>
              </p:custDataLst>
            </p:nvPr>
          </p:nvSpPr>
          <p:spPr bwMode="auto">
            <a:xfrm>
              <a:off x="83551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11" name="Rectangle 310">
              <a:extLst>
                <a:ext uri="{FF2B5EF4-FFF2-40B4-BE49-F238E27FC236}">
                  <a16:creationId xmlns:a16="http://schemas.microsoft.com/office/drawing/2014/main" id="{D9433A74-B4FF-4048-A122-DBB2E9B4B93A}"/>
                </a:ext>
              </a:extLst>
            </p:cNvPr>
            <p:cNvSpPr/>
            <p:nvPr>
              <p:custDataLst>
                <p:tags r:id="rId311"/>
              </p:custDataLst>
            </p:nvPr>
          </p:nvSpPr>
          <p:spPr bwMode="auto">
            <a:xfrm>
              <a:off x="84440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46911A13-C433-43F2-9650-C6A8AB7215C2}"/>
                </a:ext>
              </a:extLst>
            </p:cNvPr>
            <p:cNvSpPr/>
            <p:nvPr>
              <p:custDataLst>
                <p:tags r:id="rId312"/>
              </p:custDataLst>
            </p:nvPr>
          </p:nvSpPr>
          <p:spPr bwMode="auto">
            <a:xfrm>
              <a:off x="85329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13" name="Rectangle 312">
              <a:extLst>
                <a:ext uri="{FF2B5EF4-FFF2-40B4-BE49-F238E27FC236}">
                  <a16:creationId xmlns:a16="http://schemas.microsoft.com/office/drawing/2014/main" id="{9025C6D2-7BB7-476B-B03A-CDA680DEAEDB}"/>
                </a:ext>
              </a:extLst>
            </p:cNvPr>
            <p:cNvSpPr/>
            <p:nvPr>
              <p:custDataLst>
                <p:tags r:id="rId313"/>
              </p:custDataLst>
            </p:nvPr>
          </p:nvSpPr>
          <p:spPr bwMode="auto">
            <a:xfrm>
              <a:off x="87996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14" name="Rectangle 313">
              <a:extLst>
                <a:ext uri="{FF2B5EF4-FFF2-40B4-BE49-F238E27FC236}">
                  <a16:creationId xmlns:a16="http://schemas.microsoft.com/office/drawing/2014/main" id="{4E3935B4-DA49-4694-8598-C12F393A1880}"/>
                </a:ext>
              </a:extLst>
            </p:cNvPr>
            <p:cNvSpPr/>
            <p:nvPr>
              <p:custDataLst>
                <p:tags r:id="rId314"/>
              </p:custDataLst>
            </p:nvPr>
          </p:nvSpPr>
          <p:spPr bwMode="auto">
            <a:xfrm>
              <a:off x="88885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15" name="Rectangle 314">
              <a:extLst>
                <a:ext uri="{FF2B5EF4-FFF2-40B4-BE49-F238E27FC236}">
                  <a16:creationId xmlns:a16="http://schemas.microsoft.com/office/drawing/2014/main" id="{D504E0C8-9ACA-41EB-8E75-1B57E9B1DD3F}"/>
                </a:ext>
              </a:extLst>
            </p:cNvPr>
            <p:cNvSpPr/>
            <p:nvPr>
              <p:custDataLst>
                <p:tags r:id="rId315"/>
              </p:custDataLst>
            </p:nvPr>
          </p:nvSpPr>
          <p:spPr bwMode="auto">
            <a:xfrm>
              <a:off x="89774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16" name="Rectangle 315">
              <a:extLst>
                <a:ext uri="{FF2B5EF4-FFF2-40B4-BE49-F238E27FC236}">
                  <a16:creationId xmlns:a16="http://schemas.microsoft.com/office/drawing/2014/main" id="{72FA3513-93D3-45D5-A747-12C9AFD748D6}"/>
                </a:ext>
              </a:extLst>
            </p:cNvPr>
            <p:cNvSpPr/>
            <p:nvPr>
              <p:custDataLst>
                <p:tags r:id="rId316"/>
              </p:custDataLst>
            </p:nvPr>
          </p:nvSpPr>
          <p:spPr bwMode="auto">
            <a:xfrm>
              <a:off x="90663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546F8891-7303-4D74-829B-35B4193EC047}"/>
                </a:ext>
              </a:extLst>
            </p:cNvPr>
            <p:cNvSpPr/>
            <p:nvPr>
              <p:custDataLst>
                <p:tags r:id="rId317"/>
              </p:custDataLst>
            </p:nvPr>
          </p:nvSpPr>
          <p:spPr bwMode="auto">
            <a:xfrm>
              <a:off x="91552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18" name="Rectangle 317">
              <a:extLst>
                <a:ext uri="{FF2B5EF4-FFF2-40B4-BE49-F238E27FC236}">
                  <a16:creationId xmlns:a16="http://schemas.microsoft.com/office/drawing/2014/main" id="{A13794A8-D4A9-4FF6-88B9-A28540211693}"/>
                </a:ext>
              </a:extLst>
            </p:cNvPr>
            <p:cNvSpPr/>
            <p:nvPr>
              <p:custDataLst>
                <p:tags r:id="rId318"/>
              </p:custDataLst>
            </p:nvPr>
          </p:nvSpPr>
          <p:spPr bwMode="auto">
            <a:xfrm>
              <a:off x="93330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19" name="Rectangle 318">
              <a:extLst>
                <a:ext uri="{FF2B5EF4-FFF2-40B4-BE49-F238E27FC236}">
                  <a16:creationId xmlns:a16="http://schemas.microsoft.com/office/drawing/2014/main" id="{859F0337-4E3E-4959-A851-D13D61B64C54}"/>
                </a:ext>
              </a:extLst>
            </p:cNvPr>
            <p:cNvSpPr/>
            <p:nvPr>
              <p:custDataLst>
                <p:tags r:id="rId319"/>
              </p:custDataLst>
            </p:nvPr>
          </p:nvSpPr>
          <p:spPr bwMode="auto">
            <a:xfrm>
              <a:off x="94219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20" name="Rectangle 319">
              <a:extLst>
                <a:ext uri="{FF2B5EF4-FFF2-40B4-BE49-F238E27FC236}">
                  <a16:creationId xmlns:a16="http://schemas.microsoft.com/office/drawing/2014/main" id="{F1E9E1F3-2848-4C25-8D9C-7E9C79B8A5C6}"/>
                </a:ext>
              </a:extLst>
            </p:cNvPr>
            <p:cNvSpPr/>
            <p:nvPr>
              <p:custDataLst>
                <p:tags r:id="rId320"/>
              </p:custDataLst>
            </p:nvPr>
          </p:nvSpPr>
          <p:spPr bwMode="auto">
            <a:xfrm>
              <a:off x="97775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21" name="Rectangle 320">
              <a:extLst>
                <a:ext uri="{FF2B5EF4-FFF2-40B4-BE49-F238E27FC236}">
                  <a16:creationId xmlns:a16="http://schemas.microsoft.com/office/drawing/2014/main" id="{1B030954-5FD9-4BD9-9FED-117BB380983D}"/>
                </a:ext>
              </a:extLst>
            </p:cNvPr>
            <p:cNvSpPr/>
            <p:nvPr>
              <p:custDataLst>
                <p:tags r:id="rId321"/>
              </p:custDataLst>
            </p:nvPr>
          </p:nvSpPr>
          <p:spPr bwMode="auto">
            <a:xfrm>
              <a:off x="98664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22" name="Rectangle 321">
              <a:extLst>
                <a:ext uri="{FF2B5EF4-FFF2-40B4-BE49-F238E27FC236}">
                  <a16:creationId xmlns:a16="http://schemas.microsoft.com/office/drawing/2014/main" id="{DB5EAFDA-4076-4C81-8D26-79EC45FBBD58}"/>
                </a:ext>
              </a:extLst>
            </p:cNvPr>
            <p:cNvSpPr/>
            <p:nvPr>
              <p:custDataLst>
                <p:tags r:id="rId322"/>
              </p:custDataLst>
            </p:nvPr>
          </p:nvSpPr>
          <p:spPr bwMode="auto">
            <a:xfrm>
              <a:off x="100442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23" name="Rectangle 322">
              <a:extLst>
                <a:ext uri="{FF2B5EF4-FFF2-40B4-BE49-F238E27FC236}">
                  <a16:creationId xmlns:a16="http://schemas.microsoft.com/office/drawing/2014/main" id="{3BD05F39-E0E8-4B2B-B406-03914B015B29}"/>
                </a:ext>
              </a:extLst>
            </p:cNvPr>
            <p:cNvSpPr/>
            <p:nvPr>
              <p:custDataLst>
                <p:tags r:id="rId323"/>
              </p:custDataLst>
            </p:nvPr>
          </p:nvSpPr>
          <p:spPr bwMode="auto">
            <a:xfrm>
              <a:off x="101331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24" name="Rectangle 323">
              <a:extLst>
                <a:ext uri="{FF2B5EF4-FFF2-40B4-BE49-F238E27FC236}">
                  <a16:creationId xmlns:a16="http://schemas.microsoft.com/office/drawing/2014/main" id="{4E699A99-F23D-4797-AB30-EE34E35B5799}"/>
                </a:ext>
              </a:extLst>
            </p:cNvPr>
            <p:cNvSpPr/>
            <p:nvPr>
              <p:custDataLst>
                <p:tags r:id="rId324"/>
              </p:custDataLst>
            </p:nvPr>
          </p:nvSpPr>
          <p:spPr bwMode="auto">
            <a:xfrm>
              <a:off x="102220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25" name="Rectangle 324">
              <a:extLst>
                <a:ext uri="{FF2B5EF4-FFF2-40B4-BE49-F238E27FC236}">
                  <a16:creationId xmlns:a16="http://schemas.microsoft.com/office/drawing/2014/main" id="{BD8CB425-0BA7-4CC5-82CB-B3FD34C5061A}"/>
                </a:ext>
              </a:extLst>
            </p:cNvPr>
            <p:cNvSpPr/>
            <p:nvPr>
              <p:custDataLst>
                <p:tags r:id="rId325"/>
              </p:custDataLst>
            </p:nvPr>
          </p:nvSpPr>
          <p:spPr bwMode="auto">
            <a:xfrm>
              <a:off x="103109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26" name="Rectangle 325">
              <a:extLst>
                <a:ext uri="{FF2B5EF4-FFF2-40B4-BE49-F238E27FC236}">
                  <a16:creationId xmlns:a16="http://schemas.microsoft.com/office/drawing/2014/main" id="{195D618C-55A2-41B9-B731-1EC1AAC3DD03}"/>
                </a:ext>
              </a:extLst>
            </p:cNvPr>
            <p:cNvSpPr/>
            <p:nvPr>
              <p:custDataLst>
                <p:tags r:id="rId326"/>
              </p:custDataLst>
            </p:nvPr>
          </p:nvSpPr>
          <p:spPr bwMode="auto">
            <a:xfrm>
              <a:off x="103998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27" name="Rectangle 326">
              <a:extLst>
                <a:ext uri="{FF2B5EF4-FFF2-40B4-BE49-F238E27FC236}">
                  <a16:creationId xmlns:a16="http://schemas.microsoft.com/office/drawing/2014/main" id="{A5470864-27CB-4ACB-A7A1-2CC67F43E998}"/>
                </a:ext>
              </a:extLst>
            </p:cNvPr>
            <p:cNvSpPr/>
            <p:nvPr>
              <p:custDataLst>
                <p:tags r:id="rId327"/>
              </p:custDataLst>
            </p:nvPr>
          </p:nvSpPr>
          <p:spPr bwMode="auto">
            <a:xfrm>
              <a:off x="104887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28" name="Rectangle 327">
              <a:extLst>
                <a:ext uri="{FF2B5EF4-FFF2-40B4-BE49-F238E27FC236}">
                  <a16:creationId xmlns:a16="http://schemas.microsoft.com/office/drawing/2014/main" id="{3D7C462A-BFD7-464E-86BA-812812848AA0}"/>
                </a:ext>
              </a:extLst>
            </p:cNvPr>
            <p:cNvSpPr/>
            <p:nvPr>
              <p:custDataLst>
                <p:tags r:id="rId328"/>
              </p:custDataLst>
            </p:nvPr>
          </p:nvSpPr>
          <p:spPr bwMode="auto">
            <a:xfrm>
              <a:off x="107554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29" name="Rectangle 328">
              <a:extLst>
                <a:ext uri="{FF2B5EF4-FFF2-40B4-BE49-F238E27FC236}">
                  <a16:creationId xmlns:a16="http://schemas.microsoft.com/office/drawing/2014/main" id="{95EC2100-BBE4-4CF3-AB3E-3CC80EF7FB75}"/>
                </a:ext>
              </a:extLst>
            </p:cNvPr>
            <p:cNvSpPr/>
            <p:nvPr>
              <p:custDataLst>
                <p:tags r:id="rId329"/>
              </p:custDataLst>
            </p:nvPr>
          </p:nvSpPr>
          <p:spPr bwMode="auto">
            <a:xfrm>
              <a:off x="8977421" y="3903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30" name="Rectangle 329">
              <a:extLst>
                <a:ext uri="{FF2B5EF4-FFF2-40B4-BE49-F238E27FC236}">
                  <a16:creationId xmlns:a16="http://schemas.microsoft.com/office/drawing/2014/main" id="{A50BBB7F-A4CE-4B70-9895-35761C4EE1B2}"/>
                </a:ext>
              </a:extLst>
            </p:cNvPr>
            <p:cNvSpPr/>
            <p:nvPr>
              <p:custDataLst>
                <p:tags r:id="rId330"/>
              </p:custDataLst>
            </p:nvPr>
          </p:nvSpPr>
          <p:spPr bwMode="auto">
            <a:xfrm>
              <a:off x="9066321" y="3903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0BC466C8-268E-4087-949C-84541CECADF9}"/>
                </a:ext>
              </a:extLst>
            </p:cNvPr>
            <p:cNvSpPr/>
            <p:nvPr>
              <p:custDataLst>
                <p:tags r:id="rId331"/>
              </p:custDataLst>
            </p:nvPr>
          </p:nvSpPr>
          <p:spPr bwMode="auto">
            <a:xfrm>
              <a:off x="9244121" y="3903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32" name="Rectangle 331">
              <a:extLst>
                <a:ext uri="{FF2B5EF4-FFF2-40B4-BE49-F238E27FC236}">
                  <a16:creationId xmlns:a16="http://schemas.microsoft.com/office/drawing/2014/main" id="{AD8703DC-80B8-45C0-9393-D92C5E3D5361}"/>
                </a:ext>
              </a:extLst>
            </p:cNvPr>
            <p:cNvSpPr/>
            <p:nvPr>
              <p:custDataLst>
                <p:tags r:id="rId332"/>
              </p:custDataLst>
            </p:nvPr>
          </p:nvSpPr>
          <p:spPr bwMode="auto">
            <a:xfrm>
              <a:off x="9333021" y="3903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33" name="Rectangle 332">
              <a:extLst>
                <a:ext uri="{FF2B5EF4-FFF2-40B4-BE49-F238E27FC236}">
                  <a16:creationId xmlns:a16="http://schemas.microsoft.com/office/drawing/2014/main" id="{796CC3DA-4039-42CC-A9E8-2952AB50679E}"/>
                </a:ext>
              </a:extLst>
            </p:cNvPr>
            <p:cNvSpPr/>
            <p:nvPr>
              <p:custDataLst>
                <p:tags r:id="rId333"/>
              </p:custDataLst>
            </p:nvPr>
          </p:nvSpPr>
          <p:spPr bwMode="auto">
            <a:xfrm>
              <a:off x="9421921" y="3903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34" name="Rectangle 333">
              <a:extLst>
                <a:ext uri="{FF2B5EF4-FFF2-40B4-BE49-F238E27FC236}">
                  <a16:creationId xmlns:a16="http://schemas.microsoft.com/office/drawing/2014/main" id="{A785FE65-BE19-40FC-A716-B40A4AD52B6D}"/>
                </a:ext>
              </a:extLst>
            </p:cNvPr>
            <p:cNvSpPr/>
            <p:nvPr>
              <p:custDataLst>
                <p:tags r:id="rId334"/>
              </p:custDataLst>
            </p:nvPr>
          </p:nvSpPr>
          <p:spPr bwMode="auto">
            <a:xfrm>
              <a:off x="9510821" y="3903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35" name="Rectangle 334">
              <a:extLst>
                <a:ext uri="{FF2B5EF4-FFF2-40B4-BE49-F238E27FC236}">
                  <a16:creationId xmlns:a16="http://schemas.microsoft.com/office/drawing/2014/main" id="{20E25355-019A-4B8C-9882-E43CE64F1FCF}"/>
                </a:ext>
              </a:extLst>
            </p:cNvPr>
            <p:cNvSpPr/>
            <p:nvPr>
              <p:custDataLst>
                <p:tags r:id="rId335"/>
              </p:custDataLst>
            </p:nvPr>
          </p:nvSpPr>
          <p:spPr bwMode="auto">
            <a:xfrm>
              <a:off x="9688621" y="3903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36" name="Rectangle 335">
              <a:extLst>
                <a:ext uri="{FF2B5EF4-FFF2-40B4-BE49-F238E27FC236}">
                  <a16:creationId xmlns:a16="http://schemas.microsoft.com/office/drawing/2014/main" id="{81A233D9-9368-4CF9-860B-38DECC4C511C}"/>
                </a:ext>
              </a:extLst>
            </p:cNvPr>
            <p:cNvSpPr/>
            <p:nvPr>
              <p:custDataLst>
                <p:tags r:id="rId336"/>
              </p:custDataLst>
            </p:nvPr>
          </p:nvSpPr>
          <p:spPr bwMode="auto">
            <a:xfrm>
              <a:off x="9866421" y="3903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37" name="Rectangle 336">
              <a:extLst>
                <a:ext uri="{FF2B5EF4-FFF2-40B4-BE49-F238E27FC236}">
                  <a16:creationId xmlns:a16="http://schemas.microsoft.com/office/drawing/2014/main" id="{7944ED16-BAEE-45DA-AEB9-AFF95EC1AC54}"/>
                </a:ext>
              </a:extLst>
            </p:cNvPr>
            <p:cNvSpPr/>
            <p:nvPr>
              <p:custDataLst>
                <p:tags r:id="rId337"/>
              </p:custDataLst>
            </p:nvPr>
          </p:nvSpPr>
          <p:spPr bwMode="auto">
            <a:xfrm>
              <a:off x="9955321" y="3903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38" name="Rectangle 337">
              <a:extLst>
                <a:ext uri="{FF2B5EF4-FFF2-40B4-BE49-F238E27FC236}">
                  <a16:creationId xmlns:a16="http://schemas.microsoft.com/office/drawing/2014/main" id="{79383545-BA22-4A6C-AB85-5C859D97EB9B}"/>
                </a:ext>
              </a:extLst>
            </p:cNvPr>
            <p:cNvSpPr/>
            <p:nvPr>
              <p:custDataLst>
                <p:tags r:id="rId338"/>
              </p:custDataLst>
            </p:nvPr>
          </p:nvSpPr>
          <p:spPr bwMode="auto">
            <a:xfrm>
              <a:off x="10044221" y="3903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39" name="Rectangle 338">
              <a:extLst>
                <a:ext uri="{FF2B5EF4-FFF2-40B4-BE49-F238E27FC236}">
                  <a16:creationId xmlns:a16="http://schemas.microsoft.com/office/drawing/2014/main" id="{27D1D333-5191-49C8-9142-0E9C0CDC599C}"/>
                </a:ext>
              </a:extLst>
            </p:cNvPr>
            <p:cNvSpPr/>
            <p:nvPr>
              <p:custDataLst>
                <p:tags r:id="rId339"/>
              </p:custDataLst>
            </p:nvPr>
          </p:nvSpPr>
          <p:spPr bwMode="auto">
            <a:xfrm>
              <a:off x="10399821" y="3903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40" name="Rectangle 339">
              <a:extLst>
                <a:ext uri="{FF2B5EF4-FFF2-40B4-BE49-F238E27FC236}">
                  <a16:creationId xmlns:a16="http://schemas.microsoft.com/office/drawing/2014/main" id="{1B2DC28E-706A-482E-9630-F384719C1EB4}"/>
                </a:ext>
              </a:extLst>
            </p:cNvPr>
            <p:cNvSpPr/>
            <p:nvPr>
              <p:custDataLst>
                <p:tags r:id="rId340"/>
              </p:custDataLst>
            </p:nvPr>
          </p:nvSpPr>
          <p:spPr bwMode="auto">
            <a:xfrm>
              <a:off x="10755421" y="3903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41" name="Rectangle 340">
              <a:extLst>
                <a:ext uri="{FF2B5EF4-FFF2-40B4-BE49-F238E27FC236}">
                  <a16:creationId xmlns:a16="http://schemas.microsoft.com/office/drawing/2014/main" id="{CB83F81C-ECF4-4AE0-ABA5-F3D9AC143E9B}"/>
                </a:ext>
              </a:extLst>
            </p:cNvPr>
            <p:cNvSpPr/>
            <p:nvPr>
              <p:custDataLst>
                <p:tags r:id="rId341"/>
              </p:custDataLst>
            </p:nvPr>
          </p:nvSpPr>
          <p:spPr bwMode="auto">
            <a:xfrm>
              <a:off x="8266221" y="3992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42" name="Rectangle 341">
              <a:extLst>
                <a:ext uri="{FF2B5EF4-FFF2-40B4-BE49-F238E27FC236}">
                  <a16:creationId xmlns:a16="http://schemas.microsoft.com/office/drawing/2014/main" id="{5A9499F8-CEA6-44A9-AD63-5F472CB92CDA}"/>
                </a:ext>
              </a:extLst>
            </p:cNvPr>
            <p:cNvSpPr/>
            <p:nvPr>
              <p:custDataLst>
                <p:tags r:id="rId342"/>
              </p:custDataLst>
            </p:nvPr>
          </p:nvSpPr>
          <p:spPr bwMode="auto">
            <a:xfrm>
              <a:off x="8355121" y="3992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43" name="Rectangle 342">
              <a:extLst>
                <a:ext uri="{FF2B5EF4-FFF2-40B4-BE49-F238E27FC236}">
                  <a16:creationId xmlns:a16="http://schemas.microsoft.com/office/drawing/2014/main" id="{2C3CE9B8-6D92-44B0-A640-FC02E6F4D6D0}"/>
                </a:ext>
              </a:extLst>
            </p:cNvPr>
            <p:cNvSpPr/>
            <p:nvPr>
              <p:custDataLst>
                <p:tags r:id="rId343"/>
              </p:custDataLst>
            </p:nvPr>
          </p:nvSpPr>
          <p:spPr bwMode="auto">
            <a:xfrm>
              <a:off x="8444021" y="3992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710AE66D-642F-4EF0-887E-113173948D36}"/>
                </a:ext>
              </a:extLst>
            </p:cNvPr>
            <p:cNvSpPr/>
            <p:nvPr>
              <p:custDataLst>
                <p:tags r:id="rId344"/>
              </p:custDataLst>
            </p:nvPr>
          </p:nvSpPr>
          <p:spPr bwMode="auto">
            <a:xfrm>
              <a:off x="8532921" y="3992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45" name="Rectangle 344">
              <a:extLst>
                <a:ext uri="{FF2B5EF4-FFF2-40B4-BE49-F238E27FC236}">
                  <a16:creationId xmlns:a16="http://schemas.microsoft.com/office/drawing/2014/main" id="{FC371EB4-D72F-4E22-AE87-57224492F11E}"/>
                </a:ext>
              </a:extLst>
            </p:cNvPr>
            <p:cNvSpPr/>
            <p:nvPr>
              <p:custDataLst>
                <p:tags r:id="rId345"/>
              </p:custDataLst>
            </p:nvPr>
          </p:nvSpPr>
          <p:spPr bwMode="auto">
            <a:xfrm>
              <a:off x="8621821" y="3992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46" name="Rectangle 345">
              <a:extLst>
                <a:ext uri="{FF2B5EF4-FFF2-40B4-BE49-F238E27FC236}">
                  <a16:creationId xmlns:a16="http://schemas.microsoft.com/office/drawing/2014/main" id="{9BCA8DBE-79E4-45CD-83D4-0468F93E28E9}"/>
                </a:ext>
              </a:extLst>
            </p:cNvPr>
            <p:cNvSpPr/>
            <p:nvPr>
              <p:custDataLst>
                <p:tags r:id="rId346"/>
              </p:custDataLst>
            </p:nvPr>
          </p:nvSpPr>
          <p:spPr bwMode="auto">
            <a:xfrm>
              <a:off x="8710721" y="3992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47" name="Rectangle 346">
              <a:extLst>
                <a:ext uri="{FF2B5EF4-FFF2-40B4-BE49-F238E27FC236}">
                  <a16:creationId xmlns:a16="http://schemas.microsoft.com/office/drawing/2014/main" id="{0C4C55A8-FD15-4349-B591-67E100CB6471}"/>
                </a:ext>
              </a:extLst>
            </p:cNvPr>
            <p:cNvSpPr/>
            <p:nvPr>
              <p:custDataLst>
                <p:tags r:id="rId347"/>
              </p:custDataLst>
            </p:nvPr>
          </p:nvSpPr>
          <p:spPr bwMode="auto">
            <a:xfrm>
              <a:off x="8799621" y="3992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48" name="Rectangle 347">
              <a:extLst>
                <a:ext uri="{FF2B5EF4-FFF2-40B4-BE49-F238E27FC236}">
                  <a16:creationId xmlns:a16="http://schemas.microsoft.com/office/drawing/2014/main" id="{5B2DBC63-C429-4939-A46B-6AD0F7F65DF4}"/>
                </a:ext>
              </a:extLst>
            </p:cNvPr>
            <p:cNvSpPr/>
            <p:nvPr>
              <p:custDataLst>
                <p:tags r:id="rId348"/>
              </p:custDataLst>
            </p:nvPr>
          </p:nvSpPr>
          <p:spPr bwMode="auto">
            <a:xfrm>
              <a:off x="8977421" y="3992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49" name="Rectangle 348">
              <a:extLst>
                <a:ext uri="{FF2B5EF4-FFF2-40B4-BE49-F238E27FC236}">
                  <a16:creationId xmlns:a16="http://schemas.microsoft.com/office/drawing/2014/main" id="{30209617-5E46-4B69-99F4-FAA4695CCC5B}"/>
                </a:ext>
              </a:extLst>
            </p:cNvPr>
            <p:cNvSpPr/>
            <p:nvPr>
              <p:custDataLst>
                <p:tags r:id="rId349"/>
              </p:custDataLst>
            </p:nvPr>
          </p:nvSpPr>
          <p:spPr bwMode="auto">
            <a:xfrm>
              <a:off x="9066321" y="3992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50" name="Rectangle 349">
              <a:extLst>
                <a:ext uri="{FF2B5EF4-FFF2-40B4-BE49-F238E27FC236}">
                  <a16:creationId xmlns:a16="http://schemas.microsoft.com/office/drawing/2014/main" id="{C67A1BD5-FD55-423A-92A8-AD142BA76FDD}"/>
                </a:ext>
              </a:extLst>
            </p:cNvPr>
            <p:cNvSpPr/>
            <p:nvPr>
              <p:custDataLst>
                <p:tags r:id="rId350"/>
              </p:custDataLst>
            </p:nvPr>
          </p:nvSpPr>
          <p:spPr bwMode="auto">
            <a:xfrm>
              <a:off x="9244121" y="3992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51" name="Rectangle 350">
              <a:extLst>
                <a:ext uri="{FF2B5EF4-FFF2-40B4-BE49-F238E27FC236}">
                  <a16:creationId xmlns:a16="http://schemas.microsoft.com/office/drawing/2014/main" id="{AFE4A7CF-F902-4885-91D7-9BE1A59E5559}"/>
                </a:ext>
              </a:extLst>
            </p:cNvPr>
            <p:cNvSpPr/>
            <p:nvPr>
              <p:custDataLst>
                <p:tags r:id="rId351"/>
              </p:custDataLst>
            </p:nvPr>
          </p:nvSpPr>
          <p:spPr bwMode="auto">
            <a:xfrm>
              <a:off x="9688621" y="3992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52" name="Rectangle 351">
              <a:extLst>
                <a:ext uri="{FF2B5EF4-FFF2-40B4-BE49-F238E27FC236}">
                  <a16:creationId xmlns:a16="http://schemas.microsoft.com/office/drawing/2014/main" id="{09CF5AE4-19D7-4A04-B318-BF0BA885280A}"/>
                </a:ext>
              </a:extLst>
            </p:cNvPr>
            <p:cNvSpPr/>
            <p:nvPr>
              <p:custDataLst>
                <p:tags r:id="rId352"/>
              </p:custDataLst>
            </p:nvPr>
          </p:nvSpPr>
          <p:spPr bwMode="auto">
            <a:xfrm>
              <a:off x="9777521" y="3992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53" name="Rectangle 352">
              <a:extLst>
                <a:ext uri="{FF2B5EF4-FFF2-40B4-BE49-F238E27FC236}">
                  <a16:creationId xmlns:a16="http://schemas.microsoft.com/office/drawing/2014/main" id="{2F46FA75-37EE-4722-A02A-181CDED11FEB}"/>
                </a:ext>
              </a:extLst>
            </p:cNvPr>
            <p:cNvSpPr/>
            <p:nvPr>
              <p:custDataLst>
                <p:tags r:id="rId353"/>
              </p:custDataLst>
            </p:nvPr>
          </p:nvSpPr>
          <p:spPr bwMode="auto">
            <a:xfrm>
              <a:off x="9955321" y="3992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54" name="Rectangle 353">
              <a:extLst>
                <a:ext uri="{FF2B5EF4-FFF2-40B4-BE49-F238E27FC236}">
                  <a16:creationId xmlns:a16="http://schemas.microsoft.com/office/drawing/2014/main" id="{0800DE47-907F-418E-AEE3-F0AD9BE8CD66}"/>
                </a:ext>
              </a:extLst>
            </p:cNvPr>
            <p:cNvSpPr/>
            <p:nvPr>
              <p:custDataLst>
                <p:tags r:id="rId354"/>
              </p:custDataLst>
            </p:nvPr>
          </p:nvSpPr>
          <p:spPr bwMode="auto">
            <a:xfrm>
              <a:off x="10044221" y="3992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EFA27CDD-C439-4A78-A293-6A018921515F}"/>
                </a:ext>
              </a:extLst>
            </p:cNvPr>
            <p:cNvSpPr/>
            <p:nvPr>
              <p:custDataLst>
                <p:tags r:id="rId355"/>
              </p:custDataLst>
            </p:nvPr>
          </p:nvSpPr>
          <p:spPr bwMode="auto">
            <a:xfrm>
              <a:off x="10222021" y="3992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56" name="Rectangle 355">
              <a:extLst>
                <a:ext uri="{FF2B5EF4-FFF2-40B4-BE49-F238E27FC236}">
                  <a16:creationId xmlns:a16="http://schemas.microsoft.com/office/drawing/2014/main" id="{4ABD4B8D-D624-4887-9F69-F9F2DF93FB4C}"/>
                </a:ext>
              </a:extLst>
            </p:cNvPr>
            <p:cNvSpPr/>
            <p:nvPr>
              <p:custDataLst>
                <p:tags r:id="rId356"/>
              </p:custDataLst>
            </p:nvPr>
          </p:nvSpPr>
          <p:spPr bwMode="auto">
            <a:xfrm>
              <a:off x="10399821" y="3992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57" name="Rectangle 356">
              <a:extLst>
                <a:ext uri="{FF2B5EF4-FFF2-40B4-BE49-F238E27FC236}">
                  <a16:creationId xmlns:a16="http://schemas.microsoft.com/office/drawing/2014/main" id="{21897CC2-9BB6-462A-8F06-4A431AB8D869}"/>
                </a:ext>
              </a:extLst>
            </p:cNvPr>
            <p:cNvSpPr/>
            <p:nvPr>
              <p:custDataLst>
                <p:tags r:id="rId357"/>
              </p:custDataLst>
            </p:nvPr>
          </p:nvSpPr>
          <p:spPr bwMode="auto">
            <a:xfrm>
              <a:off x="10488721" y="3992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58" name="Rectangle 357">
              <a:extLst>
                <a:ext uri="{FF2B5EF4-FFF2-40B4-BE49-F238E27FC236}">
                  <a16:creationId xmlns:a16="http://schemas.microsoft.com/office/drawing/2014/main" id="{EF7F0C0A-4BA8-45DF-9BBA-1BE19235F1CC}"/>
                </a:ext>
              </a:extLst>
            </p:cNvPr>
            <p:cNvSpPr/>
            <p:nvPr>
              <p:custDataLst>
                <p:tags r:id="rId358"/>
              </p:custDataLst>
            </p:nvPr>
          </p:nvSpPr>
          <p:spPr bwMode="auto">
            <a:xfrm>
              <a:off x="10577621" y="3992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59" name="Rectangle 358">
              <a:extLst>
                <a:ext uri="{FF2B5EF4-FFF2-40B4-BE49-F238E27FC236}">
                  <a16:creationId xmlns:a16="http://schemas.microsoft.com/office/drawing/2014/main" id="{87C37CF2-F403-42C9-B0D4-C80F77AEA261}"/>
                </a:ext>
              </a:extLst>
            </p:cNvPr>
            <p:cNvSpPr/>
            <p:nvPr>
              <p:custDataLst>
                <p:tags r:id="rId359"/>
              </p:custDataLst>
            </p:nvPr>
          </p:nvSpPr>
          <p:spPr bwMode="auto">
            <a:xfrm>
              <a:off x="10755421" y="3992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E71EB006-68CB-4603-B795-01DAEB18F881}"/>
                </a:ext>
              </a:extLst>
            </p:cNvPr>
            <p:cNvSpPr/>
            <p:nvPr>
              <p:custDataLst>
                <p:tags r:id="rId360"/>
              </p:custDataLst>
            </p:nvPr>
          </p:nvSpPr>
          <p:spPr bwMode="auto">
            <a:xfrm>
              <a:off x="8266221" y="40817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570F049D-E1EE-46B9-A3AF-83A9F413A5E7}"/>
                </a:ext>
              </a:extLst>
            </p:cNvPr>
            <p:cNvSpPr/>
            <p:nvPr>
              <p:custDataLst>
                <p:tags r:id="rId361"/>
              </p:custDataLst>
            </p:nvPr>
          </p:nvSpPr>
          <p:spPr bwMode="auto">
            <a:xfrm>
              <a:off x="8799621" y="40817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E9D39367-B481-489F-A632-F7C7E4934A1F}"/>
                </a:ext>
              </a:extLst>
            </p:cNvPr>
            <p:cNvSpPr/>
            <p:nvPr>
              <p:custDataLst>
                <p:tags r:id="rId362"/>
              </p:custDataLst>
            </p:nvPr>
          </p:nvSpPr>
          <p:spPr bwMode="auto">
            <a:xfrm>
              <a:off x="9155221" y="40817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63" name="Rectangle 362">
              <a:extLst>
                <a:ext uri="{FF2B5EF4-FFF2-40B4-BE49-F238E27FC236}">
                  <a16:creationId xmlns:a16="http://schemas.microsoft.com/office/drawing/2014/main" id="{F904E8E5-E5DB-49D6-9A20-391F151BF2B5}"/>
                </a:ext>
              </a:extLst>
            </p:cNvPr>
            <p:cNvSpPr/>
            <p:nvPr>
              <p:custDataLst>
                <p:tags r:id="rId363"/>
              </p:custDataLst>
            </p:nvPr>
          </p:nvSpPr>
          <p:spPr bwMode="auto">
            <a:xfrm>
              <a:off x="9510821" y="40817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18928ABA-A0E4-4B34-9DB2-F4BEC3306F2B}"/>
                </a:ext>
              </a:extLst>
            </p:cNvPr>
            <p:cNvSpPr/>
            <p:nvPr>
              <p:custDataLst>
                <p:tags r:id="rId364"/>
              </p:custDataLst>
            </p:nvPr>
          </p:nvSpPr>
          <p:spPr bwMode="auto">
            <a:xfrm>
              <a:off x="9777521" y="40817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65" name="Rectangle 364">
              <a:extLst>
                <a:ext uri="{FF2B5EF4-FFF2-40B4-BE49-F238E27FC236}">
                  <a16:creationId xmlns:a16="http://schemas.microsoft.com/office/drawing/2014/main" id="{3305DC39-A099-43A5-BF35-5D78A6B06888}"/>
                </a:ext>
              </a:extLst>
            </p:cNvPr>
            <p:cNvSpPr/>
            <p:nvPr>
              <p:custDataLst>
                <p:tags r:id="rId365"/>
              </p:custDataLst>
            </p:nvPr>
          </p:nvSpPr>
          <p:spPr bwMode="auto">
            <a:xfrm>
              <a:off x="10044221" y="40817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66" name="Rectangle 365">
              <a:extLst>
                <a:ext uri="{FF2B5EF4-FFF2-40B4-BE49-F238E27FC236}">
                  <a16:creationId xmlns:a16="http://schemas.microsoft.com/office/drawing/2014/main" id="{2876D9C7-50BE-4498-B257-E383EC7D60E7}"/>
                </a:ext>
              </a:extLst>
            </p:cNvPr>
            <p:cNvSpPr/>
            <p:nvPr>
              <p:custDataLst>
                <p:tags r:id="rId366"/>
              </p:custDataLst>
            </p:nvPr>
          </p:nvSpPr>
          <p:spPr bwMode="auto">
            <a:xfrm>
              <a:off x="10399821" y="40817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67" name="Rectangle 366">
              <a:extLst>
                <a:ext uri="{FF2B5EF4-FFF2-40B4-BE49-F238E27FC236}">
                  <a16:creationId xmlns:a16="http://schemas.microsoft.com/office/drawing/2014/main" id="{A9CA185C-CE27-4A6B-AEB9-395497C45AE9}"/>
                </a:ext>
              </a:extLst>
            </p:cNvPr>
            <p:cNvSpPr/>
            <p:nvPr>
              <p:custDataLst>
                <p:tags r:id="rId367"/>
              </p:custDataLst>
            </p:nvPr>
          </p:nvSpPr>
          <p:spPr bwMode="auto">
            <a:xfrm>
              <a:off x="10666521" y="40817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68" name="Rectangle 367">
              <a:extLst>
                <a:ext uri="{FF2B5EF4-FFF2-40B4-BE49-F238E27FC236}">
                  <a16:creationId xmlns:a16="http://schemas.microsoft.com/office/drawing/2014/main" id="{D7700415-F3CF-4D77-809D-67C6709B1B87}"/>
                </a:ext>
              </a:extLst>
            </p:cNvPr>
            <p:cNvSpPr/>
            <p:nvPr>
              <p:custDataLst>
                <p:tags r:id="rId368"/>
              </p:custDataLst>
            </p:nvPr>
          </p:nvSpPr>
          <p:spPr bwMode="auto">
            <a:xfrm>
              <a:off x="82662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69" name="Rectangle 368">
              <a:extLst>
                <a:ext uri="{FF2B5EF4-FFF2-40B4-BE49-F238E27FC236}">
                  <a16:creationId xmlns:a16="http://schemas.microsoft.com/office/drawing/2014/main" id="{3709089B-8CE2-48A5-971E-943A15C61C4F}"/>
                </a:ext>
              </a:extLst>
            </p:cNvPr>
            <p:cNvSpPr/>
            <p:nvPr>
              <p:custDataLst>
                <p:tags r:id="rId369"/>
              </p:custDataLst>
            </p:nvPr>
          </p:nvSpPr>
          <p:spPr bwMode="auto">
            <a:xfrm>
              <a:off x="84440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70" name="Rectangle 369">
              <a:extLst>
                <a:ext uri="{FF2B5EF4-FFF2-40B4-BE49-F238E27FC236}">
                  <a16:creationId xmlns:a16="http://schemas.microsoft.com/office/drawing/2014/main" id="{D1E353D0-37F5-4577-80E1-9E35AC5E58B4}"/>
                </a:ext>
              </a:extLst>
            </p:cNvPr>
            <p:cNvSpPr/>
            <p:nvPr>
              <p:custDataLst>
                <p:tags r:id="rId370"/>
              </p:custDataLst>
            </p:nvPr>
          </p:nvSpPr>
          <p:spPr bwMode="auto">
            <a:xfrm>
              <a:off x="85329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71" name="Rectangle 370">
              <a:extLst>
                <a:ext uri="{FF2B5EF4-FFF2-40B4-BE49-F238E27FC236}">
                  <a16:creationId xmlns:a16="http://schemas.microsoft.com/office/drawing/2014/main" id="{9299E878-F40F-4D5B-BF68-82F5DD801404}"/>
                </a:ext>
              </a:extLst>
            </p:cNvPr>
            <p:cNvSpPr/>
            <p:nvPr>
              <p:custDataLst>
                <p:tags r:id="rId371"/>
              </p:custDataLst>
            </p:nvPr>
          </p:nvSpPr>
          <p:spPr bwMode="auto">
            <a:xfrm>
              <a:off x="86218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72" name="Rectangle 371">
              <a:extLst>
                <a:ext uri="{FF2B5EF4-FFF2-40B4-BE49-F238E27FC236}">
                  <a16:creationId xmlns:a16="http://schemas.microsoft.com/office/drawing/2014/main" id="{4A0DF437-0EC1-4F6D-948D-F04215CA18B9}"/>
                </a:ext>
              </a:extLst>
            </p:cNvPr>
            <p:cNvSpPr/>
            <p:nvPr>
              <p:custDataLst>
                <p:tags r:id="rId372"/>
              </p:custDataLst>
            </p:nvPr>
          </p:nvSpPr>
          <p:spPr bwMode="auto">
            <a:xfrm>
              <a:off x="87996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73" name="Rectangle 372">
              <a:extLst>
                <a:ext uri="{FF2B5EF4-FFF2-40B4-BE49-F238E27FC236}">
                  <a16:creationId xmlns:a16="http://schemas.microsoft.com/office/drawing/2014/main" id="{4FD8BFFD-0329-48BD-8A88-953A034E0048}"/>
                </a:ext>
              </a:extLst>
            </p:cNvPr>
            <p:cNvSpPr/>
            <p:nvPr>
              <p:custDataLst>
                <p:tags r:id="rId373"/>
              </p:custDataLst>
            </p:nvPr>
          </p:nvSpPr>
          <p:spPr bwMode="auto">
            <a:xfrm>
              <a:off x="89774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74" name="Rectangle 373">
              <a:extLst>
                <a:ext uri="{FF2B5EF4-FFF2-40B4-BE49-F238E27FC236}">
                  <a16:creationId xmlns:a16="http://schemas.microsoft.com/office/drawing/2014/main" id="{5FBDA7CD-6750-4252-8F61-BFB19D5242F3}"/>
                </a:ext>
              </a:extLst>
            </p:cNvPr>
            <p:cNvSpPr/>
            <p:nvPr>
              <p:custDataLst>
                <p:tags r:id="rId374"/>
              </p:custDataLst>
            </p:nvPr>
          </p:nvSpPr>
          <p:spPr bwMode="auto">
            <a:xfrm>
              <a:off x="92441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75" name="Rectangle 374">
              <a:extLst>
                <a:ext uri="{FF2B5EF4-FFF2-40B4-BE49-F238E27FC236}">
                  <a16:creationId xmlns:a16="http://schemas.microsoft.com/office/drawing/2014/main" id="{4926250C-98A8-436E-8C80-34A27BB66B6C}"/>
                </a:ext>
              </a:extLst>
            </p:cNvPr>
            <p:cNvSpPr/>
            <p:nvPr>
              <p:custDataLst>
                <p:tags r:id="rId375"/>
              </p:custDataLst>
            </p:nvPr>
          </p:nvSpPr>
          <p:spPr bwMode="auto">
            <a:xfrm>
              <a:off x="93330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76" name="Rectangle 375">
              <a:extLst>
                <a:ext uri="{FF2B5EF4-FFF2-40B4-BE49-F238E27FC236}">
                  <a16:creationId xmlns:a16="http://schemas.microsoft.com/office/drawing/2014/main" id="{6A56734C-9AFF-4F2C-B3A7-C7875E775986}"/>
                </a:ext>
              </a:extLst>
            </p:cNvPr>
            <p:cNvSpPr/>
            <p:nvPr>
              <p:custDataLst>
                <p:tags r:id="rId376"/>
              </p:custDataLst>
            </p:nvPr>
          </p:nvSpPr>
          <p:spPr bwMode="auto">
            <a:xfrm>
              <a:off x="94219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77" name="Rectangle 376">
              <a:extLst>
                <a:ext uri="{FF2B5EF4-FFF2-40B4-BE49-F238E27FC236}">
                  <a16:creationId xmlns:a16="http://schemas.microsoft.com/office/drawing/2014/main" id="{5A4A062D-6A05-45B6-8ECD-AD7C44665B62}"/>
                </a:ext>
              </a:extLst>
            </p:cNvPr>
            <p:cNvSpPr/>
            <p:nvPr>
              <p:custDataLst>
                <p:tags r:id="rId377"/>
              </p:custDataLst>
            </p:nvPr>
          </p:nvSpPr>
          <p:spPr bwMode="auto">
            <a:xfrm>
              <a:off x="95108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78" name="Rectangle 377">
              <a:extLst>
                <a:ext uri="{FF2B5EF4-FFF2-40B4-BE49-F238E27FC236}">
                  <a16:creationId xmlns:a16="http://schemas.microsoft.com/office/drawing/2014/main" id="{A4D15D5F-8519-4E14-B0D4-8856E6B5E969}"/>
                </a:ext>
              </a:extLst>
            </p:cNvPr>
            <p:cNvSpPr/>
            <p:nvPr>
              <p:custDataLst>
                <p:tags r:id="rId378"/>
              </p:custDataLst>
            </p:nvPr>
          </p:nvSpPr>
          <p:spPr bwMode="auto">
            <a:xfrm>
              <a:off x="95997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79" name="Rectangle 378">
              <a:extLst>
                <a:ext uri="{FF2B5EF4-FFF2-40B4-BE49-F238E27FC236}">
                  <a16:creationId xmlns:a16="http://schemas.microsoft.com/office/drawing/2014/main" id="{EE848A40-20FF-4EE8-9626-D62DD9C74DF1}"/>
                </a:ext>
              </a:extLst>
            </p:cNvPr>
            <p:cNvSpPr/>
            <p:nvPr>
              <p:custDataLst>
                <p:tags r:id="rId379"/>
              </p:custDataLst>
            </p:nvPr>
          </p:nvSpPr>
          <p:spPr bwMode="auto">
            <a:xfrm>
              <a:off x="96886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80" name="Rectangle 379">
              <a:extLst>
                <a:ext uri="{FF2B5EF4-FFF2-40B4-BE49-F238E27FC236}">
                  <a16:creationId xmlns:a16="http://schemas.microsoft.com/office/drawing/2014/main" id="{04571762-9410-4175-AA53-CA75843A07D7}"/>
                </a:ext>
              </a:extLst>
            </p:cNvPr>
            <p:cNvSpPr/>
            <p:nvPr>
              <p:custDataLst>
                <p:tags r:id="rId380"/>
              </p:custDataLst>
            </p:nvPr>
          </p:nvSpPr>
          <p:spPr bwMode="auto">
            <a:xfrm>
              <a:off x="98664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81" name="Rectangle 380">
              <a:extLst>
                <a:ext uri="{FF2B5EF4-FFF2-40B4-BE49-F238E27FC236}">
                  <a16:creationId xmlns:a16="http://schemas.microsoft.com/office/drawing/2014/main" id="{75364500-6A04-4E68-85BB-331A584D6BC5}"/>
                </a:ext>
              </a:extLst>
            </p:cNvPr>
            <p:cNvSpPr/>
            <p:nvPr>
              <p:custDataLst>
                <p:tags r:id="rId381"/>
              </p:custDataLst>
            </p:nvPr>
          </p:nvSpPr>
          <p:spPr bwMode="auto">
            <a:xfrm>
              <a:off x="99553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82" name="Rectangle 381">
              <a:extLst>
                <a:ext uri="{FF2B5EF4-FFF2-40B4-BE49-F238E27FC236}">
                  <a16:creationId xmlns:a16="http://schemas.microsoft.com/office/drawing/2014/main" id="{1F7D965B-D579-4B30-AB67-02F9240713AB}"/>
                </a:ext>
              </a:extLst>
            </p:cNvPr>
            <p:cNvSpPr/>
            <p:nvPr>
              <p:custDataLst>
                <p:tags r:id="rId382"/>
              </p:custDataLst>
            </p:nvPr>
          </p:nvSpPr>
          <p:spPr bwMode="auto">
            <a:xfrm>
              <a:off x="100442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83" name="Rectangle 382">
              <a:extLst>
                <a:ext uri="{FF2B5EF4-FFF2-40B4-BE49-F238E27FC236}">
                  <a16:creationId xmlns:a16="http://schemas.microsoft.com/office/drawing/2014/main" id="{ECB34BA8-83A8-4791-AC03-3413EA141B33}"/>
                </a:ext>
              </a:extLst>
            </p:cNvPr>
            <p:cNvSpPr/>
            <p:nvPr>
              <p:custDataLst>
                <p:tags r:id="rId383"/>
              </p:custDataLst>
            </p:nvPr>
          </p:nvSpPr>
          <p:spPr bwMode="auto">
            <a:xfrm>
              <a:off x="101331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84" name="Rectangle 383">
              <a:extLst>
                <a:ext uri="{FF2B5EF4-FFF2-40B4-BE49-F238E27FC236}">
                  <a16:creationId xmlns:a16="http://schemas.microsoft.com/office/drawing/2014/main" id="{BEAF3C4A-7D83-4AD8-A532-EE88DABA31C7}"/>
                </a:ext>
              </a:extLst>
            </p:cNvPr>
            <p:cNvSpPr/>
            <p:nvPr>
              <p:custDataLst>
                <p:tags r:id="rId384"/>
              </p:custDataLst>
            </p:nvPr>
          </p:nvSpPr>
          <p:spPr bwMode="auto">
            <a:xfrm>
              <a:off x="102220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85" name="Rectangle 384">
              <a:extLst>
                <a:ext uri="{FF2B5EF4-FFF2-40B4-BE49-F238E27FC236}">
                  <a16:creationId xmlns:a16="http://schemas.microsoft.com/office/drawing/2014/main" id="{0E8403EA-98F8-4E43-BE8A-9E46E000275A}"/>
                </a:ext>
              </a:extLst>
            </p:cNvPr>
            <p:cNvSpPr/>
            <p:nvPr>
              <p:custDataLst>
                <p:tags r:id="rId385"/>
              </p:custDataLst>
            </p:nvPr>
          </p:nvSpPr>
          <p:spPr bwMode="auto">
            <a:xfrm>
              <a:off x="103109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86" name="Rectangle 385">
              <a:extLst>
                <a:ext uri="{FF2B5EF4-FFF2-40B4-BE49-F238E27FC236}">
                  <a16:creationId xmlns:a16="http://schemas.microsoft.com/office/drawing/2014/main" id="{8DF8E42F-D702-490B-AA15-ACF155F6442A}"/>
                </a:ext>
              </a:extLst>
            </p:cNvPr>
            <p:cNvSpPr/>
            <p:nvPr>
              <p:custDataLst>
                <p:tags r:id="rId386"/>
              </p:custDataLst>
            </p:nvPr>
          </p:nvSpPr>
          <p:spPr bwMode="auto">
            <a:xfrm>
              <a:off x="103998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87" name="Rectangle 386">
              <a:extLst>
                <a:ext uri="{FF2B5EF4-FFF2-40B4-BE49-F238E27FC236}">
                  <a16:creationId xmlns:a16="http://schemas.microsoft.com/office/drawing/2014/main" id="{2044A042-3FF9-4F88-94B5-CB3510EC4E69}"/>
                </a:ext>
              </a:extLst>
            </p:cNvPr>
            <p:cNvSpPr/>
            <p:nvPr>
              <p:custDataLst>
                <p:tags r:id="rId387"/>
              </p:custDataLst>
            </p:nvPr>
          </p:nvSpPr>
          <p:spPr bwMode="auto">
            <a:xfrm>
              <a:off x="104887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88" name="Rectangle 387">
              <a:extLst>
                <a:ext uri="{FF2B5EF4-FFF2-40B4-BE49-F238E27FC236}">
                  <a16:creationId xmlns:a16="http://schemas.microsoft.com/office/drawing/2014/main" id="{603E8C91-FD2D-4688-BC3E-A7BD9591066B}"/>
                </a:ext>
              </a:extLst>
            </p:cNvPr>
            <p:cNvSpPr/>
            <p:nvPr>
              <p:custDataLst>
                <p:tags r:id="rId388"/>
              </p:custDataLst>
            </p:nvPr>
          </p:nvSpPr>
          <p:spPr bwMode="auto">
            <a:xfrm>
              <a:off x="106665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89" name="Rectangle 388">
              <a:extLst>
                <a:ext uri="{FF2B5EF4-FFF2-40B4-BE49-F238E27FC236}">
                  <a16:creationId xmlns:a16="http://schemas.microsoft.com/office/drawing/2014/main" id="{9DBDC0F6-F8C3-4FA6-B62F-927758BFC53F}"/>
                </a:ext>
              </a:extLst>
            </p:cNvPr>
            <p:cNvSpPr/>
            <p:nvPr>
              <p:custDataLst>
                <p:tags r:id="rId389"/>
              </p:custDataLst>
            </p:nvPr>
          </p:nvSpPr>
          <p:spPr bwMode="auto">
            <a:xfrm>
              <a:off x="8266221" y="4259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90" name="Rectangle 389">
              <a:extLst>
                <a:ext uri="{FF2B5EF4-FFF2-40B4-BE49-F238E27FC236}">
                  <a16:creationId xmlns:a16="http://schemas.microsoft.com/office/drawing/2014/main" id="{4770E628-18E0-4ACC-A698-DD2075AE6D65}"/>
                </a:ext>
              </a:extLst>
            </p:cNvPr>
            <p:cNvSpPr/>
            <p:nvPr>
              <p:custDataLst>
                <p:tags r:id="rId390"/>
              </p:custDataLst>
            </p:nvPr>
          </p:nvSpPr>
          <p:spPr bwMode="auto">
            <a:xfrm>
              <a:off x="8444021" y="4259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91" name="Rectangle 390">
              <a:extLst>
                <a:ext uri="{FF2B5EF4-FFF2-40B4-BE49-F238E27FC236}">
                  <a16:creationId xmlns:a16="http://schemas.microsoft.com/office/drawing/2014/main" id="{D402EAD8-A757-4054-8B0A-55804BBD6DA9}"/>
                </a:ext>
              </a:extLst>
            </p:cNvPr>
            <p:cNvSpPr/>
            <p:nvPr>
              <p:custDataLst>
                <p:tags r:id="rId391"/>
              </p:custDataLst>
            </p:nvPr>
          </p:nvSpPr>
          <p:spPr bwMode="auto">
            <a:xfrm>
              <a:off x="8532921" y="4259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92" name="Rectangle 391">
              <a:extLst>
                <a:ext uri="{FF2B5EF4-FFF2-40B4-BE49-F238E27FC236}">
                  <a16:creationId xmlns:a16="http://schemas.microsoft.com/office/drawing/2014/main" id="{05C32790-D18B-4F67-BB18-78EFC244E757}"/>
                </a:ext>
              </a:extLst>
            </p:cNvPr>
            <p:cNvSpPr/>
            <p:nvPr>
              <p:custDataLst>
                <p:tags r:id="rId392"/>
              </p:custDataLst>
            </p:nvPr>
          </p:nvSpPr>
          <p:spPr bwMode="auto">
            <a:xfrm>
              <a:off x="8621821" y="4259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93" name="Rectangle 392">
              <a:extLst>
                <a:ext uri="{FF2B5EF4-FFF2-40B4-BE49-F238E27FC236}">
                  <a16:creationId xmlns:a16="http://schemas.microsoft.com/office/drawing/2014/main" id="{3327329C-1B60-4DA3-8D1A-30D159E2C97E}"/>
                </a:ext>
              </a:extLst>
            </p:cNvPr>
            <p:cNvSpPr/>
            <p:nvPr>
              <p:custDataLst>
                <p:tags r:id="rId393"/>
              </p:custDataLst>
            </p:nvPr>
          </p:nvSpPr>
          <p:spPr bwMode="auto">
            <a:xfrm>
              <a:off x="8799621" y="4259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94" name="Rectangle 393">
              <a:extLst>
                <a:ext uri="{FF2B5EF4-FFF2-40B4-BE49-F238E27FC236}">
                  <a16:creationId xmlns:a16="http://schemas.microsoft.com/office/drawing/2014/main" id="{058F0627-7F5D-4359-9415-46D11231C1D7}"/>
                </a:ext>
              </a:extLst>
            </p:cNvPr>
            <p:cNvSpPr/>
            <p:nvPr>
              <p:custDataLst>
                <p:tags r:id="rId394"/>
              </p:custDataLst>
            </p:nvPr>
          </p:nvSpPr>
          <p:spPr bwMode="auto">
            <a:xfrm>
              <a:off x="9066321" y="4259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95" name="Rectangle 394">
              <a:extLst>
                <a:ext uri="{FF2B5EF4-FFF2-40B4-BE49-F238E27FC236}">
                  <a16:creationId xmlns:a16="http://schemas.microsoft.com/office/drawing/2014/main" id="{81836A74-7B9C-4978-BEEE-3A8603C2E0CE}"/>
                </a:ext>
              </a:extLst>
            </p:cNvPr>
            <p:cNvSpPr/>
            <p:nvPr>
              <p:custDataLst>
                <p:tags r:id="rId395"/>
              </p:custDataLst>
            </p:nvPr>
          </p:nvSpPr>
          <p:spPr bwMode="auto">
            <a:xfrm>
              <a:off x="9155221" y="4259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96" name="Rectangle 395">
              <a:extLst>
                <a:ext uri="{FF2B5EF4-FFF2-40B4-BE49-F238E27FC236}">
                  <a16:creationId xmlns:a16="http://schemas.microsoft.com/office/drawing/2014/main" id="{3AB20C08-0C06-4C35-8690-1B5A8B85E175}"/>
                </a:ext>
              </a:extLst>
            </p:cNvPr>
            <p:cNvSpPr/>
            <p:nvPr>
              <p:custDataLst>
                <p:tags r:id="rId396"/>
              </p:custDataLst>
            </p:nvPr>
          </p:nvSpPr>
          <p:spPr bwMode="auto">
            <a:xfrm>
              <a:off x="9333021" y="4259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97" name="Rectangle 396">
              <a:extLst>
                <a:ext uri="{FF2B5EF4-FFF2-40B4-BE49-F238E27FC236}">
                  <a16:creationId xmlns:a16="http://schemas.microsoft.com/office/drawing/2014/main" id="{8CEECABF-85B2-4CC2-A512-8068FB44C02C}"/>
                </a:ext>
              </a:extLst>
            </p:cNvPr>
            <p:cNvSpPr/>
            <p:nvPr>
              <p:custDataLst>
                <p:tags r:id="rId397"/>
              </p:custDataLst>
            </p:nvPr>
          </p:nvSpPr>
          <p:spPr bwMode="auto">
            <a:xfrm>
              <a:off x="9777521" y="4259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98" name="Rectangle 397">
              <a:extLst>
                <a:ext uri="{FF2B5EF4-FFF2-40B4-BE49-F238E27FC236}">
                  <a16:creationId xmlns:a16="http://schemas.microsoft.com/office/drawing/2014/main" id="{79A8825A-6129-4181-A9CD-4084F2D4CEDD}"/>
                </a:ext>
              </a:extLst>
            </p:cNvPr>
            <p:cNvSpPr/>
            <p:nvPr>
              <p:custDataLst>
                <p:tags r:id="rId398"/>
              </p:custDataLst>
            </p:nvPr>
          </p:nvSpPr>
          <p:spPr bwMode="auto">
            <a:xfrm>
              <a:off x="9866421" y="4259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99" name="Rectangle 398">
              <a:extLst>
                <a:ext uri="{FF2B5EF4-FFF2-40B4-BE49-F238E27FC236}">
                  <a16:creationId xmlns:a16="http://schemas.microsoft.com/office/drawing/2014/main" id="{EB6D635B-EC59-44F3-83C4-77B42683E768}"/>
                </a:ext>
              </a:extLst>
            </p:cNvPr>
            <p:cNvSpPr/>
            <p:nvPr>
              <p:custDataLst>
                <p:tags r:id="rId399"/>
              </p:custDataLst>
            </p:nvPr>
          </p:nvSpPr>
          <p:spPr bwMode="auto">
            <a:xfrm>
              <a:off x="9955321" y="4259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00" name="Rectangle 399">
              <a:extLst>
                <a:ext uri="{FF2B5EF4-FFF2-40B4-BE49-F238E27FC236}">
                  <a16:creationId xmlns:a16="http://schemas.microsoft.com/office/drawing/2014/main" id="{181E58B2-7D30-4AF7-8DC7-9452279711CB}"/>
                </a:ext>
              </a:extLst>
            </p:cNvPr>
            <p:cNvSpPr/>
            <p:nvPr>
              <p:custDataLst>
                <p:tags r:id="rId400"/>
              </p:custDataLst>
            </p:nvPr>
          </p:nvSpPr>
          <p:spPr bwMode="auto">
            <a:xfrm>
              <a:off x="10044221" y="4259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01" name="Rectangle 400">
              <a:extLst>
                <a:ext uri="{FF2B5EF4-FFF2-40B4-BE49-F238E27FC236}">
                  <a16:creationId xmlns:a16="http://schemas.microsoft.com/office/drawing/2014/main" id="{6F7D68C1-3174-45AB-8F4F-6D40B22BD5E3}"/>
                </a:ext>
              </a:extLst>
            </p:cNvPr>
            <p:cNvSpPr/>
            <p:nvPr>
              <p:custDataLst>
                <p:tags r:id="rId401"/>
              </p:custDataLst>
            </p:nvPr>
          </p:nvSpPr>
          <p:spPr bwMode="auto">
            <a:xfrm>
              <a:off x="10133121" y="4259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02" name="Rectangle 401">
              <a:extLst>
                <a:ext uri="{FF2B5EF4-FFF2-40B4-BE49-F238E27FC236}">
                  <a16:creationId xmlns:a16="http://schemas.microsoft.com/office/drawing/2014/main" id="{99D810D0-819A-40F7-8B43-4520639BF4DE}"/>
                </a:ext>
              </a:extLst>
            </p:cNvPr>
            <p:cNvSpPr/>
            <p:nvPr>
              <p:custDataLst>
                <p:tags r:id="rId402"/>
              </p:custDataLst>
            </p:nvPr>
          </p:nvSpPr>
          <p:spPr bwMode="auto">
            <a:xfrm>
              <a:off x="10666521" y="4259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03" name="Rectangle 402">
              <a:extLst>
                <a:ext uri="{FF2B5EF4-FFF2-40B4-BE49-F238E27FC236}">
                  <a16:creationId xmlns:a16="http://schemas.microsoft.com/office/drawing/2014/main" id="{009D567D-C1A3-408D-BA1D-DD531C44EA7C}"/>
                </a:ext>
              </a:extLst>
            </p:cNvPr>
            <p:cNvSpPr/>
            <p:nvPr>
              <p:custDataLst>
                <p:tags r:id="rId403"/>
              </p:custDataLst>
            </p:nvPr>
          </p:nvSpPr>
          <p:spPr bwMode="auto">
            <a:xfrm>
              <a:off x="8266221" y="4348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04" name="Rectangle 403">
              <a:extLst>
                <a:ext uri="{FF2B5EF4-FFF2-40B4-BE49-F238E27FC236}">
                  <a16:creationId xmlns:a16="http://schemas.microsoft.com/office/drawing/2014/main" id="{98D5A35D-6348-4E10-B512-0B9161BF17D3}"/>
                </a:ext>
              </a:extLst>
            </p:cNvPr>
            <p:cNvSpPr/>
            <p:nvPr>
              <p:custDataLst>
                <p:tags r:id="rId404"/>
              </p:custDataLst>
            </p:nvPr>
          </p:nvSpPr>
          <p:spPr bwMode="auto">
            <a:xfrm>
              <a:off x="8444021" y="4348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05" name="Rectangle 404">
              <a:extLst>
                <a:ext uri="{FF2B5EF4-FFF2-40B4-BE49-F238E27FC236}">
                  <a16:creationId xmlns:a16="http://schemas.microsoft.com/office/drawing/2014/main" id="{FAA97412-1262-425D-85C9-97B44117370F}"/>
                </a:ext>
              </a:extLst>
            </p:cNvPr>
            <p:cNvSpPr/>
            <p:nvPr>
              <p:custDataLst>
                <p:tags r:id="rId405"/>
              </p:custDataLst>
            </p:nvPr>
          </p:nvSpPr>
          <p:spPr bwMode="auto">
            <a:xfrm>
              <a:off x="8532921" y="4348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06" name="Rectangle 405">
              <a:extLst>
                <a:ext uri="{FF2B5EF4-FFF2-40B4-BE49-F238E27FC236}">
                  <a16:creationId xmlns:a16="http://schemas.microsoft.com/office/drawing/2014/main" id="{3687FEDE-33F5-4E63-B458-C823FB7C2841}"/>
                </a:ext>
              </a:extLst>
            </p:cNvPr>
            <p:cNvSpPr/>
            <p:nvPr>
              <p:custDataLst>
                <p:tags r:id="rId406"/>
              </p:custDataLst>
            </p:nvPr>
          </p:nvSpPr>
          <p:spPr bwMode="auto">
            <a:xfrm>
              <a:off x="8621821" y="4348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07" name="Rectangle 406">
              <a:extLst>
                <a:ext uri="{FF2B5EF4-FFF2-40B4-BE49-F238E27FC236}">
                  <a16:creationId xmlns:a16="http://schemas.microsoft.com/office/drawing/2014/main" id="{9F27ECA1-4A50-44B4-954D-953643543A84}"/>
                </a:ext>
              </a:extLst>
            </p:cNvPr>
            <p:cNvSpPr/>
            <p:nvPr>
              <p:custDataLst>
                <p:tags r:id="rId407"/>
              </p:custDataLst>
            </p:nvPr>
          </p:nvSpPr>
          <p:spPr bwMode="auto">
            <a:xfrm>
              <a:off x="8799621" y="4348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08" name="Rectangle 407">
              <a:extLst>
                <a:ext uri="{FF2B5EF4-FFF2-40B4-BE49-F238E27FC236}">
                  <a16:creationId xmlns:a16="http://schemas.microsoft.com/office/drawing/2014/main" id="{CB296069-AAB1-45A9-A61E-7B8D46322C92}"/>
                </a:ext>
              </a:extLst>
            </p:cNvPr>
            <p:cNvSpPr/>
            <p:nvPr>
              <p:custDataLst>
                <p:tags r:id="rId408"/>
              </p:custDataLst>
            </p:nvPr>
          </p:nvSpPr>
          <p:spPr bwMode="auto">
            <a:xfrm>
              <a:off x="9066321" y="4348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09" name="Rectangle 408">
              <a:extLst>
                <a:ext uri="{FF2B5EF4-FFF2-40B4-BE49-F238E27FC236}">
                  <a16:creationId xmlns:a16="http://schemas.microsoft.com/office/drawing/2014/main" id="{D30B0185-A46C-43E8-A87B-793F4F928E3B}"/>
                </a:ext>
              </a:extLst>
            </p:cNvPr>
            <p:cNvSpPr/>
            <p:nvPr>
              <p:custDataLst>
                <p:tags r:id="rId409"/>
              </p:custDataLst>
            </p:nvPr>
          </p:nvSpPr>
          <p:spPr bwMode="auto">
            <a:xfrm>
              <a:off x="9155221" y="4348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10" name="Rectangle 409">
              <a:extLst>
                <a:ext uri="{FF2B5EF4-FFF2-40B4-BE49-F238E27FC236}">
                  <a16:creationId xmlns:a16="http://schemas.microsoft.com/office/drawing/2014/main" id="{01DD0E00-F537-4812-9D3B-6EC820AED7EB}"/>
                </a:ext>
              </a:extLst>
            </p:cNvPr>
            <p:cNvSpPr/>
            <p:nvPr>
              <p:custDataLst>
                <p:tags r:id="rId410"/>
              </p:custDataLst>
            </p:nvPr>
          </p:nvSpPr>
          <p:spPr bwMode="auto">
            <a:xfrm>
              <a:off x="9333021" y="4348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11" name="Rectangle 410">
              <a:extLst>
                <a:ext uri="{FF2B5EF4-FFF2-40B4-BE49-F238E27FC236}">
                  <a16:creationId xmlns:a16="http://schemas.microsoft.com/office/drawing/2014/main" id="{BAA9D1EE-9BDD-40B3-A9DE-EAB2819CE532}"/>
                </a:ext>
              </a:extLst>
            </p:cNvPr>
            <p:cNvSpPr/>
            <p:nvPr>
              <p:custDataLst>
                <p:tags r:id="rId411"/>
              </p:custDataLst>
            </p:nvPr>
          </p:nvSpPr>
          <p:spPr bwMode="auto">
            <a:xfrm>
              <a:off x="9599721" y="4348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12" name="Rectangle 411">
              <a:extLst>
                <a:ext uri="{FF2B5EF4-FFF2-40B4-BE49-F238E27FC236}">
                  <a16:creationId xmlns:a16="http://schemas.microsoft.com/office/drawing/2014/main" id="{3291FA0E-A22A-4055-963B-4FF1B410CE10}"/>
                </a:ext>
              </a:extLst>
            </p:cNvPr>
            <p:cNvSpPr/>
            <p:nvPr>
              <p:custDataLst>
                <p:tags r:id="rId412"/>
              </p:custDataLst>
            </p:nvPr>
          </p:nvSpPr>
          <p:spPr bwMode="auto">
            <a:xfrm>
              <a:off x="9866421" y="4348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13" name="Rectangle 412">
              <a:extLst>
                <a:ext uri="{FF2B5EF4-FFF2-40B4-BE49-F238E27FC236}">
                  <a16:creationId xmlns:a16="http://schemas.microsoft.com/office/drawing/2014/main" id="{48071BA2-4944-4C4A-918C-B5C1298102B2}"/>
                </a:ext>
              </a:extLst>
            </p:cNvPr>
            <p:cNvSpPr/>
            <p:nvPr>
              <p:custDataLst>
                <p:tags r:id="rId413"/>
              </p:custDataLst>
            </p:nvPr>
          </p:nvSpPr>
          <p:spPr bwMode="auto">
            <a:xfrm>
              <a:off x="10488721" y="4348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14" name="Rectangle 413">
              <a:extLst>
                <a:ext uri="{FF2B5EF4-FFF2-40B4-BE49-F238E27FC236}">
                  <a16:creationId xmlns:a16="http://schemas.microsoft.com/office/drawing/2014/main" id="{2EDC03EC-D27D-43A2-ADAB-58C2AE5DAE18}"/>
                </a:ext>
              </a:extLst>
            </p:cNvPr>
            <p:cNvSpPr/>
            <p:nvPr>
              <p:custDataLst>
                <p:tags r:id="rId414"/>
              </p:custDataLst>
            </p:nvPr>
          </p:nvSpPr>
          <p:spPr bwMode="auto">
            <a:xfrm>
              <a:off x="10577621" y="4348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15" name="Rectangle 414">
              <a:extLst>
                <a:ext uri="{FF2B5EF4-FFF2-40B4-BE49-F238E27FC236}">
                  <a16:creationId xmlns:a16="http://schemas.microsoft.com/office/drawing/2014/main" id="{B1916944-3581-4826-A55A-7FE673FE311C}"/>
                </a:ext>
              </a:extLst>
            </p:cNvPr>
            <p:cNvSpPr/>
            <p:nvPr>
              <p:custDataLst>
                <p:tags r:id="rId415"/>
              </p:custDataLst>
            </p:nvPr>
          </p:nvSpPr>
          <p:spPr bwMode="auto">
            <a:xfrm>
              <a:off x="10666521" y="4348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16" name="Rectangle 415">
              <a:extLst>
                <a:ext uri="{FF2B5EF4-FFF2-40B4-BE49-F238E27FC236}">
                  <a16:creationId xmlns:a16="http://schemas.microsoft.com/office/drawing/2014/main" id="{B034A4F3-C721-4BB6-AD85-BE0F8D3EECD4}"/>
                </a:ext>
              </a:extLst>
            </p:cNvPr>
            <p:cNvSpPr/>
            <p:nvPr>
              <p:custDataLst>
                <p:tags r:id="rId416"/>
              </p:custDataLst>
            </p:nvPr>
          </p:nvSpPr>
          <p:spPr bwMode="auto">
            <a:xfrm>
              <a:off x="10755421" y="4348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17" name="Rectangle 416">
              <a:extLst>
                <a:ext uri="{FF2B5EF4-FFF2-40B4-BE49-F238E27FC236}">
                  <a16:creationId xmlns:a16="http://schemas.microsoft.com/office/drawing/2014/main" id="{F6886BE5-8A50-4C09-807E-9DAE0EFBE283}"/>
                </a:ext>
              </a:extLst>
            </p:cNvPr>
            <p:cNvSpPr/>
            <p:nvPr>
              <p:custDataLst>
                <p:tags r:id="rId417"/>
              </p:custDataLst>
            </p:nvPr>
          </p:nvSpPr>
          <p:spPr bwMode="auto">
            <a:xfrm>
              <a:off x="8266221" y="4437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18" name="Rectangle 417">
              <a:extLst>
                <a:ext uri="{FF2B5EF4-FFF2-40B4-BE49-F238E27FC236}">
                  <a16:creationId xmlns:a16="http://schemas.microsoft.com/office/drawing/2014/main" id="{739CB666-5F73-47D4-8FA4-51E7CE017212}"/>
                </a:ext>
              </a:extLst>
            </p:cNvPr>
            <p:cNvSpPr/>
            <p:nvPr>
              <p:custDataLst>
                <p:tags r:id="rId418"/>
              </p:custDataLst>
            </p:nvPr>
          </p:nvSpPr>
          <p:spPr bwMode="auto">
            <a:xfrm>
              <a:off x="8799621" y="4437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FA0DB0E0-A0DD-4AC7-B8BD-094FCA8F3FFD}"/>
                </a:ext>
              </a:extLst>
            </p:cNvPr>
            <p:cNvSpPr/>
            <p:nvPr>
              <p:custDataLst>
                <p:tags r:id="rId419"/>
              </p:custDataLst>
            </p:nvPr>
          </p:nvSpPr>
          <p:spPr bwMode="auto">
            <a:xfrm>
              <a:off x="9155221" y="4437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20" name="Rectangle 419">
              <a:extLst>
                <a:ext uri="{FF2B5EF4-FFF2-40B4-BE49-F238E27FC236}">
                  <a16:creationId xmlns:a16="http://schemas.microsoft.com/office/drawing/2014/main" id="{AE7BA90F-B2EC-4709-B8EA-4A5B6C7C1CDB}"/>
                </a:ext>
              </a:extLst>
            </p:cNvPr>
            <p:cNvSpPr/>
            <p:nvPr>
              <p:custDataLst>
                <p:tags r:id="rId420"/>
              </p:custDataLst>
            </p:nvPr>
          </p:nvSpPr>
          <p:spPr bwMode="auto">
            <a:xfrm>
              <a:off x="9333021" y="4437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21" name="Rectangle 420">
              <a:extLst>
                <a:ext uri="{FF2B5EF4-FFF2-40B4-BE49-F238E27FC236}">
                  <a16:creationId xmlns:a16="http://schemas.microsoft.com/office/drawing/2014/main" id="{F3FB0E77-0F5A-46FB-8139-C1B5E6F1BCE8}"/>
                </a:ext>
              </a:extLst>
            </p:cNvPr>
            <p:cNvSpPr/>
            <p:nvPr>
              <p:custDataLst>
                <p:tags r:id="rId421"/>
              </p:custDataLst>
            </p:nvPr>
          </p:nvSpPr>
          <p:spPr bwMode="auto">
            <a:xfrm>
              <a:off x="9510821" y="4437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22" name="Rectangle 421">
              <a:extLst>
                <a:ext uri="{FF2B5EF4-FFF2-40B4-BE49-F238E27FC236}">
                  <a16:creationId xmlns:a16="http://schemas.microsoft.com/office/drawing/2014/main" id="{FE2C40EC-1645-4052-939D-D78FAB37C681}"/>
                </a:ext>
              </a:extLst>
            </p:cNvPr>
            <p:cNvSpPr/>
            <p:nvPr>
              <p:custDataLst>
                <p:tags r:id="rId422"/>
              </p:custDataLst>
            </p:nvPr>
          </p:nvSpPr>
          <p:spPr bwMode="auto">
            <a:xfrm>
              <a:off x="9599721" y="4437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23" name="Rectangle 422">
              <a:extLst>
                <a:ext uri="{FF2B5EF4-FFF2-40B4-BE49-F238E27FC236}">
                  <a16:creationId xmlns:a16="http://schemas.microsoft.com/office/drawing/2014/main" id="{8DDFB36D-8212-4B45-9276-281B03B03D3E}"/>
                </a:ext>
              </a:extLst>
            </p:cNvPr>
            <p:cNvSpPr/>
            <p:nvPr>
              <p:custDataLst>
                <p:tags r:id="rId423"/>
              </p:custDataLst>
            </p:nvPr>
          </p:nvSpPr>
          <p:spPr bwMode="auto">
            <a:xfrm>
              <a:off x="9688621" y="4437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24" name="Rectangle 423">
              <a:extLst>
                <a:ext uri="{FF2B5EF4-FFF2-40B4-BE49-F238E27FC236}">
                  <a16:creationId xmlns:a16="http://schemas.microsoft.com/office/drawing/2014/main" id="{C62C6691-944E-4ADC-B8DD-27D3D8338FF3}"/>
                </a:ext>
              </a:extLst>
            </p:cNvPr>
            <p:cNvSpPr/>
            <p:nvPr>
              <p:custDataLst>
                <p:tags r:id="rId424"/>
              </p:custDataLst>
            </p:nvPr>
          </p:nvSpPr>
          <p:spPr bwMode="auto">
            <a:xfrm>
              <a:off x="9955321" y="4437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25" name="Rectangle 424">
              <a:extLst>
                <a:ext uri="{FF2B5EF4-FFF2-40B4-BE49-F238E27FC236}">
                  <a16:creationId xmlns:a16="http://schemas.microsoft.com/office/drawing/2014/main" id="{4569147D-B35E-4E21-9B40-21F284CAE7FF}"/>
                </a:ext>
              </a:extLst>
            </p:cNvPr>
            <p:cNvSpPr/>
            <p:nvPr>
              <p:custDataLst>
                <p:tags r:id="rId425"/>
              </p:custDataLst>
            </p:nvPr>
          </p:nvSpPr>
          <p:spPr bwMode="auto">
            <a:xfrm>
              <a:off x="10044221" y="4437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26" name="Rectangle 425">
              <a:extLst>
                <a:ext uri="{FF2B5EF4-FFF2-40B4-BE49-F238E27FC236}">
                  <a16:creationId xmlns:a16="http://schemas.microsoft.com/office/drawing/2014/main" id="{A79046C0-924A-4829-94C6-1CFA48D83BBF}"/>
                </a:ext>
              </a:extLst>
            </p:cNvPr>
            <p:cNvSpPr/>
            <p:nvPr>
              <p:custDataLst>
                <p:tags r:id="rId426"/>
              </p:custDataLst>
            </p:nvPr>
          </p:nvSpPr>
          <p:spPr bwMode="auto">
            <a:xfrm>
              <a:off x="10133121" y="4437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27" name="Rectangle 426">
              <a:extLst>
                <a:ext uri="{FF2B5EF4-FFF2-40B4-BE49-F238E27FC236}">
                  <a16:creationId xmlns:a16="http://schemas.microsoft.com/office/drawing/2014/main" id="{1D04CABC-D79D-4730-B6E8-E8831CC6A482}"/>
                </a:ext>
              </a:extLst>
            </p:cNvPr>
            <p:cNvSpPr/>
            <p:nvPr>
              <p:custDataLst>
                <p:tags r:id="rId427"/>
              </p:custDataLst>
            </p:nvPr>
          </p:nvSpPr>
          <p:spPr bwMode="auto">
            <a:xfrm>
              <a:off x="10222021" y="4437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28" name="Rectangle 427">
              <a:extLst>
                <a:ext uri="{FF2B5EF4-FFF2-40B4-BE49-F238E27FC236}">
                  <a16:creationId xmlns:a16="http://schemas.microsoft.com/office/drawing/2014/main" id="{B8AA1328-5079-4AE6-8363-777405F657AF}"/>
                </a:ext>
              </a:extLst>
            </p:cNvPr>
            <p:cNvSpPr/>
            <p:nvPr>
              <p:custDataLst>
                <p:tags r:id="rId428"/>
              </p:custDataLst>
            </p:nvPr>
          </p:nvSpPr>
          <p:spPr bwMode="auto">
            <a:xfrm>
              <a:off x="10310921" y="4437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29" name="Rectangle 428">
              <a:extLst>
                <a:ext uri="{FF2B5EF4-FFF2-40B4-BE49-F238E27FC236}">
                  <a16:creationId xmlns:a16="http://schemas.microsoft.com/office/drawing/2014/main" id="{EFCD7BEA-3C88-4B4A-B306-79CBA62B4DB6}"/>
                </a:ext>
              </a:extLst>
            </p:cNvPr>
            <p:cNvSpPr/>
            <p:nvPr>
              <p:custDataLst>
                <p:tags r:id="rId429"/>
              </p:custDataLst>
            </p:nvPr>
          </p:nvSpPr>
          <p:spPr bwMode="auto">
            <a:xfrm>
              <a:off x="10399821" y="4437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30" name="Rectangle 429">
              <a:extLst>
                <a:ext uri="{FF2B5EF4-FFF2-40B4-BE49-F238E27FC236}">
                  <a16:creationId xmlns:a16="http://schemas.microsoft.com/office/drawing/2014/main" id="{5166D4C3-4C59-4A2E-94B5-84BA6BA59EA5}"/>
                </a:ext>
              </a:extLst>
            </p:cNvPr>
            <p:cNvSpPr/>
            <p:nvPr>
              <p:custDataLst>
                <p:tags r:id="rId430"/>
              </p:custDataLst>
            </p:nvPr>
          </p:nvSpPr>
          <p:spPr bwMode="auto">
            <a:xfrm>
              <a:off x="10488721" y="4437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31" name="Rectangle 430">
              <a:extLst>
                <a:ext uri="{FF2B5EF4-FFF2-40B4-BE49-F238E27FC236}">
                  <a16:creationId xmlns:a16="http://schemas.microsoft.com/office/drawing/2014/main" id="{66E9E15A-2480-4FC9-B5B4-B2161CC20A23}"/>
                </a:ext>
              </a:extLst>
            </p:cNvPr>
            <p:cNvSpPr/>
            <p:nvPr>
              <p:custDataLst>
                <p:tags r:id="rId431"/>
              </p:custDataLst>
            </p:nvPr>
          </p:nvSpPr>
          <p:spPr bwMode="auto">
            <a:xfrm>
              <a:off x="10666521" y="4437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32" name="Rectangle 431">
              <a:extLst>
                <a:ext uri="{FF2B5EF4-FFF2-40B4-BE49-F238E27FC236}">
                  <a16:creationId xmlns:a16="http://schemas.microsoft.com/office/drawing/2014/main" id="{152FBB08-5FE1-423E-94BD-28FECD5D741C}"/>
                </a:ext>
              </a:extLst>
            </p:cNvPr>
            <p:cNvSpPr/>
            <p:nvPr>
              <p:custDataLst>
                <p:tags r:id="rId432"/>
              </p:custDataLst>
            </p:nvPr>
          </p:nvSpPr>
          <p:spPr bwMode="auto">
            <a:xfrm>
              <a:off x="10755421" y="4437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33" name="Rectangle 432">
              <a:extLst>
                <a:ext uri="{FF2B5EF4-FFF2-40B4-BE49-F238E27FC236}">
                  <a16:creationId xmlns:a16="http://schemas.microsoft.com/office/drawing/2014/main" id="{933B53DD-1D28-42D9-9244-171FD883490B}"/>
                </a:ext>
              </a:extLst>
            </p:cNvPr>
            <p:cNvSpPr/>
            <p:nvPr>
              <p:custDataLst>
                <p:tags r:id="rId433"/>
              </p:custDataLst>
            </p:nvPr>
          </p:nvSpPr>
          <p:spPr bwMode="auto">
            <a:xfrm>
              <a:off x="8266221" y="4526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34" name="Rectangle 433">
              <a:extLst>
                <a:ext uri="{FF2B5EF4-FFF2-40B4-BE49-F238E27FC236}">
                  <a16:creationId xmlns:a16="http://schemas.microsoft.com/office/drawing/2014/main" id="{312F6EC2-A00B-4B5F-B83A-6C2D10D2B4CB}"/>
                </a:ext>
              </a:extLst>
            </p:cNvPr>
            <p:cNvSpPr/>
            <p:nvPr>
              <p:custDataLst>
                <p:tags r:id="rId434"/>
              </p:custDataLst>
            </p:nvPr>
          </p:nvSpPr>
          <p:spPr bwMode="auto">
            <a:xfrm>
              <a:off x="8355121" y="4526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35" name="Rectangle 434">
              <a:extLst>
                <a:ext uri="{FF2B5EF4-FFF2-40B4-BE49-F238E27FC236}">
                  <a16:creationId xmlns:a16="http://schemas.microsoft.com/office/drawing/2014/main" id="{58818300-4DDE-4D6F-915C-74E38CCE3513}"/>
                </a:ext>
              </a:extLst>
            </p:cNvPr>
            <p:cNvSpPr/>
            <p:nvPr>
              <p:custDataLst>
                <p:tags r:id="rId435"/>
              </p:custDataLst>
            </p:nvPr>
          </p:nvSpPr>
          <p:spPr bwMode="auto">
            <a:xfrm>
              <a:off x="8444021" y="4526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36" name="Rectangle 435">
              <a:extLst>
                <a:ext uri="{FF2B5EF4-FFF2-40B4-BE49-F238E27FC236}">
                  <a16:creationId xmlns:a16="http://schemas.microsoft.com/office/drawing/2014/main" id="{26E67C24-BF71-4152-B177-54C47E803292}"/>
                </a:ext>
              </a:extLst>
            </p:cNvPr>
            <p:cNvSpPr/>
            <p:nvPr>
              <p:custDataLst>
                <p:tags r:id="rId436"/>
              </p:custDataLst>
            </p:nvPr>
          </p:nvSpPr>
          <p:spPr bwMode="auto">
            <a:xfrm>
              <a:off x="8532921" y="4526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37" name="Rectangle 436">
              <a:extLst>
                <a:ext uri="{FF2B5EF4-FFF2-40B4-BE49-F238E27FC236}">
                  <a16:creationId xmlns:a16="http://schemas.microsoft.com/office/drawing/2014/main" id="{325C0E6C-5AA2-498D-B1A2-D41B01D7CD84}"/>
                </a:ext>
              </a:extLst>
            </p:cNvPr>
            <p:cNvSpPr/>
            <p:nvPr>
              <p:custDataLst>
                <p:tags r:id="rId437"/>
              </p:custDataLst>
            </p:nvPr>
          </p:nvSpPr>
          <p:spPr bwMode="auto">
            <a:xfrm>
              <a:off x="8621821" y="4526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38" name="Rectangle 437">
              <a:extLst>
                <a:ext uri="{FF2B5EF4-FFF2-40B4-BE49-F238E27FC236}">
                  <a16:creationId xmlns:a16="http://schemas.microsoft.com/office/drawing/2014/main" id="{3113DE75-8513-4494-9CA0-96854D8A45B9}"/>
                </a:ext>
              </a:extLst>
            </p:cNvPr>
            <p:cNvSpPr/>
            <p:nvPr>
              <p:custDataLst>
                <p:tags r:id="rId438"/>
              </p:custDataLst>
            </p:nvPr>
          </p:nvSpPr>
          <p:spPr bwMode="auto">
            <a:xfrm>
              <a:off x="8710721" y="4526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39" name="Rectangle 438">
              <a:extLst>
                <a:ext uri="{FF2B5EF4-FFF2-40B4-BE49-F238E27FC236}">
                  <a16:creationId xmlns:a16="http://schemas.microsoft.com/office/drawing/2014/main" id="{02470B35-EEA9-4579-823A-AEBB0A1F796C}"/>
                </a:ext>
              </a:extLst>
            </p:cNvPr>
            <p:cNvSpPr/>
            <p:nvPr>
              <p:custDataLst>
                <p:tags r:id="rId439"/>
              </p:custDataLst>
            </p:nvPr>
          </p:nvSpPr>
          <p:spPr bwMode="auto">
            <a:xfrm>
              <a:off x="8799621" y="4526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40" name="Rectangle 439">
              <a:extLst>
                <a:ext uri="{FF2B5EF4-FFF2-40B4-BE49-F238E27FC236}">
                  <a16:creationId xmlns:a16="http://schemas.microsoft.com/office/drawing/2014/main" id="{44BB4311-25F0-4781-884E-D1A1D9D7427B}"/>
                </a:ext>
              </a:extLst>
            </p:cNvPr>
            <p:cNvSpPr/>
            <p:nvPr>
              <p:custDataLst>
                <p:tags r:id="rId440"/>
              </p:custDataLst>
            </p:nvPr>
          </p:nvSpPr>
          <p:spPr bwMode="auto">
            <a:xfrm>
              <a:off x="8977421" y="4526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41" name="Rectangle 440">
              <a:extLst>
                <a:ext uri="{FF2B5EF4-FFF2-40B4-BE49-F238E27FC236}">
                  <a16:creationId xmlns:a16="http://schemas.microsoft.com/office/drawing/2014/main" id="{4131FBC9-3A24-4210-8BEE-5B7AA27031CE}"/>
                </a:ext>
              </a:extLst>
            </p:cNvPr>
            <p:cNvSpPr/>
            <p:nvPr>
              <p:custDataLst>
                <p:tags r:id="rId441"/>
              </p:custDataLst>
            </p:nvPr>
          </p:nvSpPr>
          <p:spPr bwMode="auto">
            <a:xfrm>
              <a:off x="9155221" y="4526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42" name="Rectangle 441">
              <a:extLst>
                <a:ext uri="{FF2B5EF4-FFF2-40B4-BE49-F238E27FC236}">
                  <a16:creationId xmlns:a16="http://schemas.microsoft.com/office/drawing/2014/main" id="{2A250957-20D7-411A-AF17-590E20EF2EE5}"/>
                </a:ext>
              </a:extLst>
            </p:cNvPr>
            <p:cNvSpPr/>
            <p:nvPr>
              <p:custDataLst>
                <p:tags r:id="rId442"/>
              </p:custDataLst>
            </p:nvPr>
          </p:nvSpPr>
          <p:spPr bwMode="auto">
            <a:xfrm>
              <a:off x="9244121" y="4526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43" name="Rectangle 442">
              <a:extLst>
                <a:ext uri="{FF2B5EF4-FFF2-40B4-BE49-F238E27FC236}">
                  <a16:creationId xmlns:a16="http://schemas.microsoft.com/office/drawing/2014/main" id="{9D5DDA11-1846-4C6F-82FC-DE77009269B7}"/>
                </a:ext>
              </a:extLst>
            </p:cNvPr>
            <p:cNvSpPr/>
            <p:nvPr>
              <p:custDataLst>
                <p:tags r:id="rId443"/>
              </p:custDataLst>
            </p:nvPr>
          </p:nvSpPr>
          <p:spPr bwMode="auto">
            <a:xfrm>
              <a:off x="10044221" y="4526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44" name="Rectangle 443">
              <a:extLst>
                <a:ext uri="{FF2B5EF4-FFF2-40B4-BE49-F238E27FC236}">
                  <a16:creationId xmlns:a16="http://schemas.microsoft.com/office/drawing/2014/main" id="{253FA964-7C17-45C8-91F6-CC6FB98A1E5E}"/>
                </a:ext>
              </a:extLst>
            </p:cNvPr>
            <p:cNvSpPr/>
            <p:nvPr>
              <p:custDataLst>
                <p:tags r:id="rId444"/>
              </p:custDataLst>
            </p:nvPr>
          </p:nvSpPr>
          <p:spPr bwMode="auto">
            <a:xfrm>
              <a:off x="10310921" y="4526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45" name="Rectangle 444">
              <a:extLst>
                <a:ext uri="{FF2B5EF4-FFF2-40B4-BE49-F238E27FC236}">
                  <a16:creationId xmlns:a16="http://schemas.microsoft.com/office/drawing/2014/main" id="{3E08125E-90BD-45E2-B88B-327ABC35FB3E}"/>
                </a:ext>
              </a:extLst>
            </p:cNvPr>
            <p:cNvSpPr/>
            <p:nvPr>
              <p:custDataLst>
                <p:tags r:id="rId445"/>
              </p:custDataLst>
            </p:nvPr>
          </p:nvSpPr>
          <p:spPr bwMode="auto">
            <a:xfrm>
              <a:off x="10399821" y="4526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46" name="Rectangle 445">
              <a:extLst>
                <a:ext uri="{FF2B5EF4-FFF2-40B4-BE49-F238E27FC236}">
                  <a16:creationId xmlns:a16="http://schemas.microsoft.com/office/drawing/2014/main" id="{9DD3B723-37C8-4248-B706-521D388EC48E}"/>
                </a:ext>
              </a:extLst>
            </p:cNvPr>
            <p:cNvSpPr/>
            <p:nvPr>
              <p:custDataLst>
                <p:tags r:id="rId446"/>
              </p:custDataLst>
            </p:nvPr>
          </p:nvSpPr>
          <p:spPr bwMode="auto">
            <a:xfrm>
              <a:off x="10666521" y="4526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</p:grpSp>
      <p:sp>
        <p:nvSpPr>
          <p:cNvPr id="448" name="Date Placeholder 6">
            <a:extLst>
              <a:ext uri="{FF2B5EF4-FFF2-40B4-BE49-F238E27FC236}">
                <a16:creationId xmlns:a16="http://schemas.microsoft.com/office/drawing/2014/main" id="{872378BE-F4D7-512D-8925-F983C339F0B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2000" y="6541200"/>
            <a:ext cx="1105200" cy="316800"/>
          </a:xfrm>
        </p:spPr>
        <p:txBody>
          <a:bodyPr/>
          <a:lstStyle/>
          <a:p>
            <a:r>
              <a:rPr lang="da-DK" dirty="0"/>
              <a:t>E25 06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35377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AA1A2F8-5ACA-4C54-BB52-D443EC003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Hvad lærte jeg </a:t>
            </a:r>
            <a:r>
              <a:rPr lang="da-DK" strike="dblStrike" dirty="0"/>
              <a:t>sidst</a:t>
            </a:r>
            <a:r>
              <a:rPr lang="da-DK" dirty="0"/>
              <a:t> for længe siden?</a:t>
            </a:r>
            <a:endParaRPr lang="uk-UA" dirty="0"/>
          </a:p>
        </p:txBody>
      </p:sp>
      <p:sp>
        <p:nvSpPr>
          <p:cNvPr id="17" name="Slide Number Placeholder 2">
            <a:extLst>
              <a:ext uri="{FF2B5EF4-FFF2-40B4-BE49-F238E27FC236}">
                <a16:creationId xmlns:a16="http://schemas.microsoft.com/office/drawing/2014/main" id="{892D6E3B-9D2C-3371-5BA0-DE0BDE11E337}"/>
              </a:ext>
            </a:extLst>
          </p:cNvPr>
          <p:cNvSpPr txBox="1">
            <a:spLocks/>
          </p:cNvSpPr>
          <p:nvPr/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a-DK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fld id="{24C8C45C-947F-4981-8B3F-4F32E973C901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19" name="Footer Placeholder 7">
            <a:extLst>
              <a:ext uri="{FF2B5EF4-FFF2-40B4-BE49-F238E27FC236}">
                <a16:creationId xmlns:a16="http://schemas.microsoft.com/office/drawing/2014/main" id="{5E7F44E8-FF67-83D5-B005-7D0D12438618}"/>
              </a:ext>
            </a:extLst>
          </p:cNvPr>
          <p:cNvSpPr txBox="1">
            <a:spLocks/>
          </p:cNvSpPr>
          <p:nvPr/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ＭＳ Ｐゴシック" pitchFamily="-80" charset="-128"/>
                <a:cs typeface="+mn-cs"/>
              </a:rPr>
              <a:t>10060 Fysik (PG) | gravitation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C3CAA8C-4921-E08A-9F30-955543474A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74726" y="1706328"/>
                <a:ext cx="9312374" cy="454557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da-DK" dirty="0"/>
                  <a:t>Kinetisk energi		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da-DK" b="0" i="1" smtClean="0"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r>
                  <a:rPr lang="da-DK" dirty="0"/>
                  <a:t>Potentiel energi 		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𝑚𝑔h</m:t>
                    </m:r>
                  </m:oMath>
                </a14:m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r>
                  <a:rPr lang="da-DK" dirty="0"/>
                  <a:t>Newtons 2. lov		</a:t>
                </a:r>
                <a14:m>
                  <m:oMath xmlns:m="http://schemas.openxmlformats.org/officeDocument/2006/math">
                    <m:r>
                      <a:rPr lang="da-DK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a-DK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i="1">
                        <a:latin typeface="Cambria Math" panose="02040503050406030204" pitchFamily="18" charset="0"/>
                      </a:rPr>
                      <m:t>𝑚𝑎</m:t>
                    </m:r>
                  </m:oMath>
                </a14:m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r>
                  <a:rPr lang="da-DK" dirty="0"/>
                  <a:t>Centripetalkraften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a-DK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𝑚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endParaRPr lang="da-DK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C3CAA8C-4921-E08A-9F30-955543474A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74726" y="1706328"/>
                <a:ext cx="9312374" cy="4545578"/>
              </a:xfrm>
              <a:blipFill>
                <a:blip r:embed="rId5"/>
                <a:stretch>
                  <a:fillRect l="-1505" t="-5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36D64772-BAE7-7112-A5C8-A492F87F8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6321" y="2371760"/>
            <a:ext cx="3832356" cy="3214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A875CF3D-7891-98A9-2308-3A794018C1B5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/>
              <a:t>E25 06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768699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88386-9E8E-FA5E-59EA-13B6ED0E71FE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da-DK"/>
              <a:t>Hvad gælder for en jævn cirkelbevægelse?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8C2F1-63E3-CA0A-B211-2BD7F19B519C}"/>
              </a:ext>
            </a:extLst>
          </p:cNvPr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FI"/>
              <a:t> </a:t>
            </a:r>
            <a:endParaRPr lang="en-FI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116703-7E4F-08C0-A881-34ECD0347D90}"/>
              </a:ext>
            </a:extLst>
          </p:cNvPr>
          <p:cNvSpPr>
            <a:spLocks noGrp="1"/>
          </p:cNvSpPr>
          <p:nvPr>
            <p:ph sz="quarter" idx="14"/>
            <p:custDataLst>
              <p:tags r:id="rId4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FI"/>
              <a:t> </a:t>
            </a:r>
            <a:endParaRPr lang="en-FI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C460678-AB6D-43E1-9B6F-23EB40FB4C22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63500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##/##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4D56119-B14C-4873-9592-9AFF0E137D5D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0094913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Question slide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8" name="Rectangle: Top Corners Snipped 7">
            <a:extLst>
              <a:ext uri="{FF2B5EF4-FFF2-40B4-BE49-F238E27FC236}">
                <a16:creationId xmlns:a16="http://schemas.microsoft.com/office/drawing/2014/main" id="{22ADDCE4-393D-4707-AA09-68CC5588608F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65100" y="254000"/>
            <a:ext cx="177800" cy="127000"/>
          </a:xfrm>
          <a:prstGeom prst="snip2SameRect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C563A94-AC6A-42F7-9056-5CB06C7F7595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90500" y="127000"/>
            <a:ext cx="127000" cy="127000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615DBC2-53D4-4FF0-9C23-50028FCF3834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1339513" y="6007100"/>
            <a:ext cx="762000" cy="762000"/>
          </a:xfrm>
          <a:prstGeom prst="ellipse">
            <a:avLst/>
          </a:prstGeom>
          <a:solidFill>
            <a:srgbClr val="79238E"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</a:srgbClr>
          </a:solidFill>
          <a:ln w="9525" cap="flat" cmpd="sng" algn="ctr">
            <a:solidFill>
              <a:srgbClr val="79238E"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0" tIns="46800" rIns="0" bIns="468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CBD43F-8D72-4B5B-AB7A-72766B9116A4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2793636" y="889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Join at: </a:t>
            </a:r>
            <a:r>
              <a:rPr lang="da-DK" b="1">
                <a:latin typeface="+mn-lt"/>
              </a:rPr>
              <a:t>vevox.app</a:t>
            </a:r>
            <a:endParaRPr lang="da-DK" dirty="0" err="1"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C22DA8-DC16-4406-87A1-B16F490DF6E7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925895" y="1016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ID: </a:t>
            </a:r>
            <a:r>
              <a:rPr lang="da-DK" b="1">
                <a:latin typeface="+mn-lt"/>
              </a:rPr>
              <a:t>155-043-402</a:t>
            </a:r>
            <a:endParaRPr lang="da-DK" dirty="0" err="1"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18B09B-E66D-4211-B934-9203510CD9FA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838090" y="1838325"/>
            <a:ext cx="5155529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Centripetalkraften er parallel med hastigheden</a:t>
            </a:r>
            <a:endParaRPr lang="da-DK" dirty="0" err="1">
              <a:latin typeface="+mn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4FF24D-45EB-40C3-888E-0D00FABA800F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4977620" y="2003425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E394E13-35CB-46D7-8803-57227CAC6693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838090" y="2155825"/>
            <a:ext cx="4139529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4BA4140-572A-407B-9047-4CE792398CA2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838090" y="2155825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6FFD36-052B-4CC0-ABCB-3E1DAA2FB13A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838090" y="2473325"/>
            <a:ext cx="5155529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Centripetalkraften er vinkelret på hastigheden</a:t>
            </a:r>
            <a:endParaRPr lang="da-DK" dirty="0" err="1">
              <a:latin typeface="+mn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28DA4E-C773-4920-A1C8-C53663BEED5A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4977620" y="2638425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3DFED95-4BED-4822-B5E5-666385EE1B2F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838090" y="2790825"/>
            <a:ext cx="4139529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7FAA8D9-FC22-4BA7-A349-0D4F87BF419D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838090" y="2790825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842D24-0A20-4AAC-9CF3-70E35BA31932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838090" y="3108325"/>
            <a:ext cx="5155529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Hastigheden ændrer sig, men farten er konstant</a:t>
            </a:r>
            <a:endParaRPr lang="da-DK" dirty="0" err="1">
              <a:latin typeface="+mn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05A0AAC-3B5E-409D-B383-41A2545C380A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4977620" y="3273425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E841297-5768-4B89-ADFB-676E9658EF08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838090" y="3425825"/>
            <a:ext cx="4139529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46F1C66-9B47-495C-964B-D57117E31603}"/>
              </a:ext>
            </a:extLst>
          </p:cNvPr>
          <p:cNvSpPr/>
          <p:nvPr>
            <p:custDataLst>
              <p:tags r:id="rId23"/>
            </p:custDataLst>
          </p:nvPr>
        </p:nvSpPr>
        <p:spPr bwMode="auto">
          <a:xfrm>
            <a:off x="838090" y="3425825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2AF507-CBF0-4D2F-9DEA-FB2BA571C718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838090" y="3743325"/>
            <a:ext cx="5155529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Farten ændrer sig, men hastigheden er konstant</a:t>
            </a:r>
            <a:endParaRPr lang="da-DK" dirty="0" err="1">
              <a:latin typeface="+mn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4DD8C7-8BB8-43ED-87A5-E127821F68DB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4977620" y="3908425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DA74C74-E582-4CA1-A8F2-3C548E5BEA58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838090" y="4060825"/>
            <a:ext cx="4139529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13F61D5-E528-4BBA-B60F-DB092F93CBAA}"/>
              </a:ext>
            </a:extLst>
          </p:cNvPr>
          <p:cNvSpPr/>
          <p:nvPr>
            <p:custDataLst>
              <p:tags r:id="rId27"/>
            </p:custDataLst>
          </p:nvPr>
        </p:nvSpPr>
        <p:spPr bwMode="auto">
          <a:xfrm>
            <a:off x="838090" y="4060825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156110E-D2E4-7981-5DDB-594D67DDBB3D}"/>
              </a:ext>
            </a:extLst>
          </p:cNvPr>
          <p:cNvGrpSpPr/>
          <p:nvPr/>
        </p:nvGrpSpPr>
        <p:grpSpPr>
          <a:xfrm>
            <a:off x="7103318" y="1948178"/>
            <a:ext cx="3829903" cy="3569053"/>
            <a:chOff x="8177321" y="1948179"/>
            <a:chExt cx="2755900" cy="27559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148BA13-9C0B-8152-3037-39CE33849EFE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 bwMode="auto">
            <a:xfrm>
              <a:off x="8177321" y="1948179"/>
              <a:ext cx="2755900" cy="2755900"/>
            </a:xfrm>
            <a:prstGeom prst="rect">
              <a:avLst/>
            </a:prstGeom>
            <a:solidFill>
              <a:srgbClr val="FFFFFF"/>
            </a:solidFill>
            <a:ln w="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C0A1441-8FE4-0E9D-8372-1DD8F6069316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 bwMode="auto">
            <a:xfrm>
              <a:off x="8266221" y="2037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6B8E4A8-2FE3-9DA7-C954-4517A9E1E050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 bwMode="auto">
            <a:xfrm>
              <a:off x="8355121" y="2037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1EAAF46-11D7-C400-FABE-B36A463AA43F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 bwMode="auto">
            <a:xfrm>
              <a:off x="8444021" y="2037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2CEDF2E-FF56-E61F-C8B8-E9137D4451C5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 bwMode="auto">
            <a:xfrm>
              <a:off x="8532921" y="2037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00AF4B2-DB9A-FB19-2608-296B6BA76D4D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 bwMode="auto">
            <a:xfrm>
              <a:off x="8621821" y="2037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51CC849A-5E91-47D8-9DB8-580098A53797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 bwMode="auto">
            <a:xfrm>
              <a:off x="8710721" y="2037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573998D-36CD-23A0-B8F9-AC00C9B6D285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 bwMode="auto">
            <a:xfrm>
              <a:off x="8799621" y="2037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10126D1-8B49-9B0B-DD60-9F59978AE3D1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 bwMode="auto">
            <a:xfrm>
              <a:off x="8977421" y="2037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1DE10E7-75D0-1043-29BC-D4240D258274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 bwMode="auto">
            <a:xfrm>
              <a:off x="9066321" y="2037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0AE0C2C-A866-E144-A51F-5FEAC0719D40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 bwMode="auto">
            <a:xfrm>
              <a:off x="9155221" y="2037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8DBFBC4-DC71-A1BB-1821-5A5DD3F75D12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 bwMode="auto">
            <a:xfrm>
              <a:off x="9955321" y="2037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F935156-8C04-E07C-78CC-CADD8594A832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 bwMode="auto">
            <a:xfrm>
              <a:off x="10044221" y="2037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CACABEBD-5137-D005-14BD-9F7E49BDCBB3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 bwMode="auto">
            <a:xfrm>
              <a:off x="10222021" y="2037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3E9177F-A18D-3AEC-7934-C436A5C0C183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 bwMode="auto">
            <a:xfrm>
              <a:off x="10310921" y="2037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D85CF81B-4CA0-293E-E54B-A6278621A4C7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 bwMode="auto">
            <a:xfrm>
              <a:off x="10399821" y="2037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8F44E74-AD86-864C-93D4-801E59A6AE21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 bwMode="auto">
            <a:xfrm>
              <a:off x="10488721" y="2037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258F000-6DFF-3BAB-4CC8-74F1163B7EDE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 bwMode="auto">
            <a:xfrm>
              <a:off x="10577621" y="2037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3892F114-3605-1EDC-B82E-6DC36B0ABD20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 bwMode="auto">
            <a:xfrm>
              <a:off x="10666521" y="2037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B077D60-29A9-C73A-238A-6162CEAD562C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 bwMode="auto">
            <a:xfrm>
              <a:off x="10755421" y="2037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39D5BFD-E7BC-4C5E-0DFD-DC053BEBA5DA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 bwMode="auto">
            <a:xfrm>
              <a:off x="8266221" y="2125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B9964F0D-35F0-9FAF-16BB-1B7A17B7E377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 bwMode="auto">
            <a:xfrm>
              <a:off x="8799621" y="2125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E3A9EF87-8FFB-710A-9F92-6205C1E6B0D7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 bwMode="auto">
            <a:xfrm>
              <a:off x="9333021" y="2125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B0A32F5C-9759-2FE0-326B-AA9D3944419E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 bwMode="auto">
            <a:xfrm>
              <a:off x="9688621" y="2125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EE4AEB34-7F18-16C1-8F8C-378E01DC66D2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 bwMode="auto">
            <a:xfrm>
              <a:off x="9866421" y="2125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BE04FCB-2CB4-5380-89F5-B97AC6BF5410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 bwMode="auto">
            <a:xfrm>
              <a:off x="9955321" y="2125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D6D08C6-F59B-512C-C191-1CC02E690E28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 bwMode="auto">
            <a:xfrm>
              <a:off x="10222021" y="2125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B4C495A2-A5E9-2581-131F-9A52B03E2732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 bwMode="auto">
            <a:xfrm>
              <a:off x="10755421" y="2125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910BAD31-6CDD-405B-3778-06B6DA6B42DB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 bwMode="auto">
            <a:xfrm>
              <a:off x="8266221" y="2214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DE751988-30C2-068C-5C25-F7BC0CA2D7B1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 bwMode="auto">
            <a:xfrm>
              <a:off x="8444021" y="2214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FBA948B3-C9A0-4156-5B2C-998ACBDB6AB3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 bwMode="auto">
            <a:xfrm>
              <a:off x="8532921" y="2214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02C09197-8CC7-81C1-C369-B0D95C339F4B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 bwMode="auto">
            <a:xfrm>
              <a:off x="8621821" y="2214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50529AA9-D624-E161-88F2-BD431730EC7F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 bwMode="auto">
            <a:xfrm>
              <a:off x="8799621" y="2214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9569A47E-D8CF-8225-B317-9D82A7CD7FC1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 bwMode="auto">
            <a:xfrm>
              <a:off x="9066321" y="2214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C029DFE5-412E-3E57-63B8-1F01422D8177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 bwMode="auto">
            <a:xfrm>
              <a:off x="9244121" y="2214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09F517E9-7F88-48A1-9D2E-F4860276B6ED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 bwMode="auto">
            <a:xfrm>
              <a:off x="9333021" y="2214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C45AF7D4-50B0-246E-0B55-47C515E8DCE1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 bwMode="auto">
            <a:xfrm>
              <a:off x="9421921" y="2214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288C34CC-99E9-85A9-B1A3-E86F4515031B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 bwMode="auto">
            <a:xfrm>
              <a:off x="9599721" y="2214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7BF7EE41-3A73-1E77-E656-DF8699B8E66E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 bwMode="auto">
            <a:xfrm>
              <a:off x="9688621" y="2214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C2080F18-8C59-63A5-89E9-6B89D0C1E9D3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 bwMode="auto">
            <a:xfrm>
              <a:off x="9777521" y="2214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6696EA72-FB60-EFDD-3CD4-172D04845C90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 bwMode="auto">
            <a:xfrm>
              <a:off x="9955321" y="2214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426BFA5E-2B5A-AC1B-67BC-D3BE1A4C69DE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 bwMode="auto">
            <a:xfrm>
              <a:off x="10044221" y="2214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F6C4EE98-F5E4-E331-A15B-7E125404709C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 bwMode="auto">
            <a:xfrm>
              <a:off x="10222021" y="2214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F6C2B22B-B61D-508A-3FF2-C577BC7C8F6F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 bwMode="auto">
            <a:xfrm>
              <a:off x="10399821" y="2214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3C54BF34-C774-3F54-966A-AA23B201533A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 bwMode="auto">
            <a:xfrm>
              <a:off x="10488721" y="2214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D886D89F-8AD1-2FCA-6D8E-95777883D8A1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 bwMode="auto">
            <a:xfrm>
              <a:off x="10577621" y="2214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FE46CBD1-0E6E-94CD-D7B0-49E78A2815BA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 bwMode="auto">
            <a:xfrm>
              <a:off x="10755421" y="2214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66CD1BDE-E5A4-277D-8348-ED42C59B51CB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 bwMode="auto">
            <a:xfrm>
              <a:off x="8266221" y="2303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EDD58BC4-59F6-4696-F406-2F0760A42177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 bwMode="auto">
            <a:xfrm>
              <a:off x="8444021" y="2303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5780B5C8-01BD-5626-AE13-770A29B3D474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 bwMode="auto">
            <a:xfrm>
              <a:off x="8532921" y="2303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5252D1AB-3F08-FA96-7CA2-41DD95E2527B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 bwMode="auto">
            <a:xfrm>
              <a:off x="8621821" y="2303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A84BFD02-0ADC-5B61-6B94-AD9DE4F3F5F3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 bwMode="auto">
            <a:xfrm>
              <a:off x="8799621" y="2303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20F0FE21-8596-8511-DB5D-AA73299A11CA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 bwMode="auto">
            <a:xfrm>
              <a:off x="8977421" y="2303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396294C1-6E5A-37F1-A0B2-612278FE0819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 bwMode="auto">
            <a:xfrm>
              <a:off x="9066321" y="2303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AD5F6D72-88F1-BD84-F8BF-102B41E1D119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 bwMode="auto">
            <a:xfrm>
              <a:off x="9155221" y="2303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2E160EBE-EDD2-0A64-35E5-FC5216E9C753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 bwMode="auto">
            <a:xfrm>
              <a:off x="9510821" y="2303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AF29FE6A-4BB5-3B74-D295-0EB79163640C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 bwMode="auto">
            <a:xfrm>
              <a:off x="9599721" y="2303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391A590D-43D4-0C90-0740-F412BDA95B94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 bwMode="auto">
            <a:xfrm>
              <a:off x="9688621" y="2303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BA8D1D5B-22A8-D2E3-91A9-7ED0882FAC6C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 bwMode="auto">
            <a:xfrm>
              <a:off x="9955321" y="2303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B9913D8A-504C-40D9-2349-38111AD8BDE6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 bwMode="auto">
            <a:xfrm>
              <a:off x="10222021" y="2303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4AC2A1EA-FB15-74D6-3F50-A05B38E5156B}"/>
                </a:ext>
              </a:extLst>
            </p:cNvPr>
            <p:cNvSpPr/>
            <p:nvPr>
              <p:custDataLst>
                <p:tags r:id="rId88"/>
              </p:custDataLst>
            </p:nvPr>
          </p:nvSpPr>
          <p:spPr bwMode="auto">
            <a:xfrm>
              <a:off x="10399821" y="2303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814C8F35-C16B-D9FE-608A-F1486B1428E9}"/>
                </a:ext>
              </a:extLst>
            </p:cNvPr>
            <p:cNvSpPr/>
            <p:nvPr>
              <p:custDataLst>
                <p:tags r:id="rId89"/>
              </p:custDataLst>
            </p:nvPr>
          </p:nvSpPr>
          <p:spPr bwMode="auto">
            <a:xfrm>
              <a:off x="10488721" y="2303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20227D92-880C-35A1-366B-C841B80F2E8F}"/>
                </a:ext>
              </a:extLst>
            </p:cNvPr>
            <p:cNvSpPr/>
            <p:nvPr>
              <p:custDataLst>
                <p:tags r:id="rId90"/>
              </p:custDataLst>
            </p:nvPr>
          </p:nvSpPr>
          <p:spPr bwMode="auto">
            <a:xfrm>
              <a:off x="10577621" y="2303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319FFDFF-F921-EDFE-A82E-89455437D8F7}"/>
                </a:ext>
              </a:extLst>
            </p:cNvPr>
            <p:cNvSpPr/>
            <p:nvPr>
              <p:custDataLst>
                <p:tags r:id="rId91"/>
              </p:custDataLst>
            </p:nvPr>
          </p:nvSpPr>
          <p:spPr bwMode="auto">
            <a:xfrm>
              <a:off x="10755421" y="2303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C6D5C31E-5C98-138F-E437-44019EB6394F}"/>
                </a:ext>
              </a:extLst>
            </p:cNvPr>
            <p:cNvSpPr/>
            <p:nvPr>
              <p:custDataLst>
                <p:tags r:id="rId92"/>
              </p:custDataLst>
            </p:nvPr>
          </p:nvSpPr>
          <p:spPr bwMode="auto">
            <a:xfrm>
              <a:off x="8266221" y="23926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3296167B-61E2-F029-5496-56C21843992D}"/>
                </a:ext>
              </a:extLst>
            </p:cNvPr>
            <p:cNvSpPr/>
            <p:nvPr>
              <p:custDataLst>
                <p:tags r:id="rId93"/>
              </p:custDataLst>
            </p:nvPr>
          </p:nvSpPr>
          <p:spPr bwMode="auto">
            <a:xfrm>
              <a:off x="8444021" y="23926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5550C9FE-2EB7-CAF2-3D84-27A4EF569F9C}"/>
                </a:ext>
              </a:extLst>
            </p:cNvPr>
            <p:cNvSpPr/>
            <p:nvPr>
              <p:custDataLst>
                <p:tags r:id="rId94"/>
              </p:custDataLst>
            </p:nvPr>
          </p:nvSpPr>
          <p:spPr bwMode="auto">
            <a:xfrm>
              <a:off x="8532921" y="23926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AD9AA41E-46B3-8018-3D2F-AA0AB567ACC8}"/>
                </a:ext>
              </a:extLst>
            </p:cNvPr>
            <p:cNvSpPr/>
            <p:nvPr>
              <p:custDataLst>
                <p:tags r:id="rId95"/>
              </p:custDataLst>
            </p:nvPr>
          </p:nvSpPr>
          <p:spPr bwMode="auto">
            <a:xfrm>
              <a:off x="8621821" y="23926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173FBDAE-D9BA-9093-E90F-235157E69516}"/>
                </a:ext>
              </a:extLst>
            </p:cNvPr>
            <p:cNvSpPr/>
            <p:nvPr>
              <p:custDataLst>
                <p:tags r:id="rId96"/>
              </p:custDataLst>
            </p:nvPr>
          </p:nvSpPr>
          <p:spPr bwMode="auto">
            <a:xfrm>
              <a:off x="8799621" y="23926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6DE0EDAA-0A88-A629-2B29-CB1D28C2821D}"/>
                </a:ext>
              </a:extLst>
            </p:cNvPr>
            <p:cNvSpPr/>
            <p:nvPr>
              <p:custDataLst>
                <p:tags r:id="rId97"/>
              </p:custDataLst>
            </p:nvPr>
          </p:nvSpPr>
          <p:spPr bwMode="auto">
            <a:xfrm>
              <a:off x="8977421" y="23926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07FCE43E-6CDB-9D12-41AA-A496A9F346BF}"/>
                </a:ext>
              </a:extLst>
            </p:cNvPr>
            <p:cNvSpPr/>
            <p:nvPr>
              <p:custDataLst>
                <p:tags r:id="rId98"/>
              </p:custDataLst>
            </p:nvPr>
          </p:nvSpPr>
          <p:spPr bwMode="auto">
            <a:xfrm>
              <a:off x="9066321" y="23926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412D3281-3B2C-75EE-9505-44994F927676}"/>
                </a:ext>
              </a:extLst>
            </p:cNvPr>
            <p:cNvSpPr/>
            <p:nvPr>
              <p:custDataLst>
                <p:tags r:id="rId99"/>
              </p:custDataLst>
            </p:nvPr>
          </p:nvSpPr>
          <p:spPr bwMode="auto">
            <a:xfrm>
              <a:off x="9333021" y="23926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DD8E5253-64F1-F8C9-A8F1-E3FAD9F0F2D1}"/>
                </a:ext>
              </a:extLst>
            </p:cNvPr>
            <p:cNvSpPr/>
            <p:nvPr>
              <p:custDataLst>
                <p:tags r:id="rId100"/>
              </p:custDataLst>
            </p:nvPr>
          </p:nvSpPr>
          <p:spPr bwMode="auto">
            <a:xfrm>
              <a:off x="9421921" y="23926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65CF50A7-FE08-71A9-7FAC-05A1B5115986}"/>
                </a:ext>
              </a:extLst>
            </p:cNvPr>
            <p:cNvSpPr/>
            <p:nvPr>
              <p:custDataLst>
                <p:tags r:id="rId101"/>
              </p:custDataLst>
            </p:nvPr>
          </p:nvSpPr>
          <p:spPr bwMode="auto">
            <a:xfrm>
              <a:off x="9510821" y="23926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CB82647E-2652-A7B3-E839-FEE47C1B219A}"/>
                </a:ext>
              </a:extLst>
            </p:cNvPr>
            <p:cNvSpPr/>
            <p:nvPr>
              <p:custDataLst>
                <p:tags r:id="rId102"/>
              </p:custDataLst>
            </p:nvPr>
          </p:nvSpPr>
          <p:spPr bwMode="auto">
            <a:xfrm>
              <a:off x="9688621" y="23926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F6B5CE14-3160-CD42-C0AA-453FAFE782CD}"/>
                </a:ext>
              </a:extLst>
            </p:cNvPr>
            <p:cNvSpPr/>
            <p:nvPr>
              <p:custDataLst>
                <p:tags r:id="rId103"/>
              </p:custDataLst>
            </p:nvPr>
          </p:nvSpPr>
          <p:spPr bwMode="auto">
            <a:xfrm>
              <a:off x="9866421" y="23926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C5A1B97A-FA98-4A7F-B6EA-D5F28A912F4B}"/>
                </a:ext>
              </a:extLst>
            </p:cNvPr>
            <p:cNvSpPr/>
            <p:nvPr>
              <p:custDataLst>
                <p:tags r:id="rId104"/>
              </p:custDataLst>
            </p:nvPr>
          </p:nvSpPr>
          <p:spPr bwMode="auto">
            <a:xfrm>
              <a:off x="10044221" y="23926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367DBB3E-FB77-D20E-F42A-EE7584F1E973}"/>
                </a:ext>
              </a:extLst>
            </p:cNvPr>
            <p:cNvSpPr/>
            <p:nvPr>
              <p:custDataLst>
                <p:tags r:id="rId105"/>
              </p:custDataLst>
            </p:nvPr>
          </p:nvSpPr>
          <p:spPr bwMode="auto">
            <a:xfrm>
              <a:off x="10222021" y="23926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2BAB0CA4-DE44-A682-8B25-35FFAE2B1211}"/>
                </a:ext>
              </a:extLst>
            </p:cNvPr>
            <p:cNvSpPr/>
            <p:nvPr>
              <p:custDataLst>
                <p:tags r:id="rId106"/>
              </p:custDataLst>
            </p:nvPr>
          </p:nvSpPr>
          <p:spPr bwMode="auto">
            <a:xfrm>
              <a:off x="10399821" y="23926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D9E2E737-DDA8-D319-76D9-CE6CEA0B8BC6}"/>
                </a:ext>
              </a:extLst>
            </p:cNvPr>
            <p:cNvSpPr/>
            <p:nvPr>
              <p:custDataLst>
                <p:tags r:id="rId107"/>
              </p:custDataLst>
            </p:nvPr>
          </p:nvSpPr>
          <p:spPr bwMode="auto">
            <a:xfrm>
              <a:off x="10488721" y="23926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848E6ACD-DEE5-10D8-F298-95788FE362FB}"/>
                </a:ext>
              </a:extLst>
            </p:cNvPr>
            <p:cNvSpPr/>
            <p:nvPr>
              <p:custDataLst>
                <p:tags r:id="rId108"/>
              </p:custDataLst>
            </p:nvPr>
          </p:nvSpPr>
          <p:spPr bwMode="auto">
            <a:xfrm>
              <a:off x="10577621" y="23926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AE3950ED-848A-5C92-D624-B5F79BF8644A}"/>
                </a:ext>
              </a:extLst>
            </p:cNvPr>
            <p:cNvSpPr/>
            <p:nvPr>
              <p:custDataLst>
                <p:tags r:id="rId109"/>
              </p:custDataLst>
            </p:nvPr>
          </p:nvSpPr>
          <p:spPr bwMode="auto">
            <a:xfrm>
              <a:off x="10755421" y="23926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1F96FB7B-1597-73E9-DEEF-2CA93C482F60}"/>
                </a:ext>
              </a:extLst>
            </p:cNvPr>
            <p:cNvSpPr/>
            <p:nvPr>
              <p:custDataLst>
                <p:tags r:id="rId110"/>
              </p:custDataLst>
            </p:nvPr>
          </p:nvSpPr>
          <p:spPr bwMode="auto">
            <a:xfrm>
              <a:off x="8266221" y="2481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D900AA30-8283-680B-F387-C595C763FA95}"/>
                </a:ext>
              </a:extLst>
            </p:cNvPr>
            <p:cNvSpPr/>
            <p:nvPr>
              <p:custDataLst>
                <p:tags r:id="rId111"/>
              </p:custDataLst>
            </p:nvPr>
          </p:nvSpPr>
          <p:spPr bwMode="auto">
            <a:xfrm>
              <a:off x="8799621" y="2481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27735802-4DCC-FA8B-1892-7F7162766BD0}"/>
                </a:ext>
              </a:extLst>
            </p:cNvPr>
            <p:cNvSpPr/>
            <p:nvPr>
              <p:custDataLst>
                <p:tags r:id="rId112"/>
              </p:custDataLst>
            </p:nvPr>
          </p:nvSpPr>
          <p:spPr bwMode="auto">
            <a:xfrm>
              <a:off x="8977421" y="2481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7DB7D906-DAD4-3B1D-FF9B-CDC6B91ACBCE}"/>
                </a:ext>
              </a:extLst>
            </p:cNvPr>
            <p:cNvSpPr/>
            <p:nvPr>
              <p:custDataLst>
                <p:tags r:id="rId113"/>
              </p:custDataLst>
            </p:nvPr>
          </p:nvSpPr>
          <p:spPr bwMode="auto">
            <a:xfrm>
              <a:off x="9066321" y="2481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ED280632-B370-A0D8-905A-E637282AA998}"/>
                </a:ext>
              </a:extLst>
            </p:cNvPr>
            <p:cNvSpPr/>
            <p:nvPr>
              <p:custDataLst>
                <p:tags r:id="rId114"/>
              </p:custDataLst>
            </p:nvPr>
          </p:nvSpPr>
          <p:spPr bwMode="auto">
            <a:xfrm>
              <a:off x="9421921" y="2481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FA1078F9-0396-7B27-6671-107804705A7B}"/>
                </a:ext>
              </a:extLst>
            </p:cNvPr>
            <p:cNvSpPr/>
            <p:nvPr>
              <p:custDataLst>
                <p:tags r:id="rId115"/>
              </p:custDataLst>
            </p:nvPr>
          </p:nvSpPr>
          <p:spPr bwMode="auto">
            <a:xfrm>
              <a:off x="9510821" y="2481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D2D54189-5B6D-2642-DD45-52AC0B7C2DCA}"/>
                </a:ext>
              </a:extLst>
            </p:cNvPr>
            <p:cNvSpPr/>
            <p:nvPr>
              <p:custDataLst>
                <p:tags r:id="rId116"/>
              </p:custDataLst>
            </p:nvPr>
          </p:nvSpPr>
          <p:spPr bwMode="auto">
            <a:xfrm>
              <a:off x="9599721" y="2481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A4ED749C-0BC6-1E5E-C37C-D1D35B820A8F}"/>
                </a:ext>
              </a:extLst>
            </p:cNvPr>
            <p:cNvSpPr/>
            <p:nvPr>
              <p:custDataLst>
                <p:tags r:id="rId117"/>
              </p:custDataLst>
            </p:nvPr>
          </p:nvSpPr>
          <p:spPr bwMode="auto">
            <a:xfrm>
              <a:off x="9955321" y="2481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BB4003E6-FDAD-28F3-9063-EB7A674EAB31}"/>
                </a:ext>
              </a:extLst>
            </p:cNvPr>
            <p:cNvSpPr/>
            <p:nvPr>
              <p:custDataLst>
                <p:tags r:id="rId118"/>
              </p:custDataLst>
            </p:nvPr>
          </p:nvSpPr>
          <p:spPr bwMode="auto">
            <a:xfrm>
              <a:off x="10222021" y="2481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AD0A2972-7BAD-585E-260C-0C9534BCEE82}"/>
                </a:ext>
              </a:extLst>
            </p:cNvPr>
            <p:cNvSpPr/>
            <p:nvPr>
              <p:custDataLst>
                <p:tags r:id="rId119"/>
              </p:custDataLst>
            </p:nvPr>
          </p:nvSpPr>
          <p:spPr bwMode="auto">
            <a:xfrm>
              <a:off x="10755421" y="2481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EDEB7131-349A-921D-B5E5-25E48E2B7CBC}"/>
                </a:ext>
              </a:extLst>
            </p:cNvPr>
            <p:cNvSpPr/>
            <p:nvPr>
              <p:custDataLst>
                <p:tags r:id="rId120"/>
              </p:custDataLst>
            </p:nvPr>
          </p:nvSpPr>
          <p:spPr bwMode="auto">
            <a:xfrm>
              <a:off x="82662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B9FC56D2-A9D1-69C2-4DDD-EFCD8A1202BD}"/>
                </a:ext>
              </a:extLst>
            </p:cNvPr>
            <p:cNvSpPr/>
            <p:nvPr>
              <p:custDataLst>
                <p:tags r:id="rId121"/>
              </p:custDataLst>
            </p:nvPr>
          </p:nvSpPr>
          <p:spPr bwMode="auto">
            <a:xfrm>
              <a:off x="83551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F2BF8DF9-F216-5551-7814-4244A2A14CB3}"/>
                </a:ext>
              </a:extLst>
            </p:cNvPr>
            <p:cNvSpPr/>
            <p:nvPr>
              <p:custDataLst>
                <p:tags r:id="rId122"/>
              </p:custDataLst>
            </p:nvPr>
          </p:nvSpPr>
          <p:spPr bwMode="auto">
            <a:xfrm>
              <a:off x="84440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992E9BB5-7304-B4A0-A70A-6CD4CEAB63EC}"/>
                </a:ext>
              </a:extLst>
            </p:cNvPr>
            <p:cNvSpPr/>
            <p:nvPr>
              <p:custDataLst>
                <p:tags r:id="rId123"/>
              </p:custDataLst>
            </p:nvPr>
          </p:nvSpPr>
          <p:spPr bwMode="auto">
            <a:xfrm>
              <a:off x="85329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20E1EFD0-0942-CA18-71AE-E8BDDDC68311}"/>
                </a:ext>
              </a:extLst>
            </p:cNvPr>
            <p:cNvSpPr/>
            <p:nvPr>
              <p:custDataLst>
                <p:tags r:id="rId124"/>
              </p:custDataLst>
            </p:nvPr>
          </p:nvSpPr>
          <p:spPr bwMode="auto">
            <a:xfrm>
              <a:off x="86218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5EEA140E-AED7-D8F0-9362-4C20EEFD0395}"/>
                </a:ext>
              </a:extLst>
            </p:cNvPr>
            <p:cNvSpPr/>
            <p:nvPr>
              <p:custDataLst>
                <p:tags r:id="rId125"/>
              </p:custDataLst>
            </p:nvPr>
          </p:nvSpPr>
          <p:spPr bwMode="auto">
            <a:xfrm>
              <a:off x="87107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7E61FFF7-888D-5715-631F-A27C103296AB}"/>
                </a:ext>
              </a:extLst>
            </p:cNvPr>
            <p:cNvSpPr/>
            <p:nvPr>
              <p:custDataLst>
                <p:tags r:id="rId126"/>
              </p:custDataLst>
            </p:nvPr>
          </p:nvSpPr>
          <p:spPr bwMode="auto">
            <a:xfrm>
              <a:off x="87996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9A677249-8DB4-2D59-4480-5692931B9319}"/>
                </a:ext>
              </a:extLst>
            </p:cNvPr>
            <p:cNvSpPr/>
            <p:nvPr>
              <p:custDataLst>
                <p:tags r:id="rId127"/>
              </p:custDataLst>
            </p:nvPr>
          </p:nvSpPr>
          <p:spPr bwMode="auto">
            <a:xfrm>
              <a:off x="89774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AE63969E-29D5-1FC9-96BF-B3F96E6C68D5}"/>
                </a:ext>
              </a:extLst>
            </p:cNvPr>
            <p:cNvSpPr/>
            <p:nvPr>
              <p:custDataLst>
                <p:tags r:id="rId128"/>
              </p:custDataLst>
            </p:nvPr>
          </p:nvSpPr>
          <p:spPr bwMode="auto">
            <a:xfrm>
              <a:off x="91552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B7929B13-EE53-4B3D-FD6B-855417A720B3}"/>
                </a:ext>
              </a:extLst>
            </p:cNvPr>
            <p:cNvSpPr/>
            <p:nvPr>
              <p:custDataLst>
                <p:tags r:id="rId129"/>
              </p:custDataLst>
            </p:nvPr>
          </p:nvSpPr>
          <p:spPr bwMode="auto">
            <a:xfrm>
              <a:off x="93330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EB298ED1-5770-1E1B-626E-69139CD70D90}"/>
                </a:ext>
              </a:extLst>
            </p:cNvPr>
            <p:cNvSpPr/>
            <p:nvPr>
              <p:custDataLst>
                <p:tags r:id="rId130"/>
              </p:custDataLst>
            </p:nvPr>
          </p:nvSpPr>
          <p:spPr bwMode="auto">
            <a:xfrm>
              <a:off x="95108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836E22D1-C3B2-9843-EC10-7440358DA6F2}"/>
                </a:ext>
              </a:extLst>
            </p:cNvPr>
            <p:cNvSpPr/>
            <p:nvPr>
              <p:custDataLst>
                <p:tags r:id="rId131"/>
              </p:custDataLst>
            </p:nvPr>
          </p:nvSpPr>
          <p:spPr bwMode="auto">
            <a:xfrm>
              <a:off x="96886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2DA4ED91-B9AF-1AA3-3796-1E853E3DA3B8}"/>
                </a:ext>
              </a:extLst>
            </p:cNvPr>
            <p:cNvSpPr/>
            <p:nvPr>
              <p:custDataLst>
                <p:tags r:id="rId132"/>
              </p:custDataLst>
            </p:nvPr>
          </p:nvSpPr>
          <p:spPr bwMode="auto">
            <a:xfrm>
              <a:off x="98664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99FA2E96-2061-CF2F-7432-5B9571DC800B}"/>
                </a:ext>
              </a:extLst>
            </p:cNvPr>
            <p:cNvSpPr/>
            <p:nvPr>
              <p:custDataLst>
                <p:tags r:id="rId133"/>
              </p:custDataLst>
            </p:nvPr>
          </p:nvSpPr>
          <p:spPr bwMode="auto">
            <a:xfrm>
              <a:off x="100442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9B8FADE6-BDDA-9410-C04A-E71DD31FDDEE}"/>
                </a:ext>
              </a:extLst>
            </p:cNvPr>
            <p:cNvSpPr/>
            <p:nvPr>
              <p:custDataLst>
                <p:tags r:id="rId134"/>
              </p:custDataLst>
            </p:nvPr>
          </p:nvSpPr>
          <p:spPr bwMode="auto">
            <a:xfrm>
              <a:off x="102220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6CACC87E-2FCB-239D-0B45-437FF689A5A8}"/>
                </a:ext>
              </a:extLst>
            </p:cNvPr>
            <p:cNvSpPr/>
            <p:nvPr>
              <p:custDataLst>
                <p:tags r:id="rId135"/>
              </p:custDataLst>
            </p:nvPr>
          </p:nvSpPr>
          <p:spPr bwMode="auto">
            <a:xfrm>
              <a:off x="103109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E25BE47B-7443-4775-74D0-39604D713262}"/>
                </a:ext>
              </a:extLst>
            </p:cNvPr>
            <p:cNvSpPr/>
            <p:nvPr>
              <p:custDataLst>
                <p:tags r:id="rId136"/>
              </p:custDataLst>
            </p:nvPr>
          </p:nvSpPr>
          <p:spPr bwMode="auto">
            <a:xfrm>
              <a:off x="103998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65982469-F066-113D-9340-8C2ED5D6729B}"/>
                </a:ext>
              </a:extLst>
            </p:cNvPr>
            <p:cNvSpPr/>
            <p:nvPr>
              <p:custDataLst>
                <p:tags r:id="rId137"/>
              </p:custDataLst>
            </p:nvPr>
          </p:nvSpPr>
          <p:spPr bwMode="auto">
            <a:xfrm>
              <a:off x="104887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F835CBC6-A419-4029-F345-554ED65E4536}"/>
                </a:ext>
              </a:extLst>
            </p:cNvPr>
            <p:cNvSpPr/>
            <p:nvPr>
              <p:custDataLst>
                <p:tags r:id="rId138"/>
              </p:custDataLst>
            </p:nvPr>
          </p:nvSpPr>
          <p:spPr bwMode="auto">
            <a:xfrm>
              <a:off x="105776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4403C29E-D791-37EB-10B6-371D47312FCA}"/>
                </a:ext>
              </a:extLst>
            </p:cNvPr>
            <p:cNvSpPr/>
            <p:nvPr>
              <p:custDataLst>
                <p:tags r:id="rId139"/>
              </p:custDataLst>
            </p:nvPr>
          </p:nvSpPr>
          <p:spPr bwMode="auto">
            <a:xfrm>
              <a:off x="106665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432E4410-E6F9-4C64-5754-649FC08492C2}"/>
                </a:ext>
              </a:extLst>
            </p:cNvPr>
            <p:cNvSpPr/>
            <p:nvPr>
              <p:custDataLst>
                <p:tags r:id="rId140"/>
              </p:custDataLst>
            </p:nvPr>
          </p:nvSpPr>
          <p:spPr bwMode="auto">
            <a:xfrm>
              <a:off x="107554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2F44573B-49A4-E0A3-91EF-0D25D12066A0}"/>
                </a:ext>
              </a:extLst>
            </p:cNvPr>
            <p:cNvSpPr/>
            <p:nvPr>
              <p:custDataLst>
                <p:tags r:id="rId141"/>
              </p:custDataLst>
            </p:nvPr>
          </p:nvSpPr>
          <p:spPr bwMode="auto">
            <a:xfrm>
              <a:off x="8977421" y="2659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DDBC95E2-6571-431C-00F6-6FA35A4D288B}"/>
                </a:ext>
              </a:extLst>
            </p:cNvPr>
            <p:cNvSpPr/>
            <p:nvPr>
              <p:custDataLst>
                <p:tags r:id="rId142"/>
              </p:custDataLst>
            </p:nvPr>
          </p:nvSpPr>
          <p:spPr bwMode="auto">
            <a:xfrm>
              <a:off x="9155221" y="2659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47481FF2-698D-E896-2C66-7BD7E23A8B6E}"/>
                </a:ext>
              </a:extLst>
            </p:cNvPr>
            <p:cNvSpPr/>
            <p:nvPr>
              <p:custDataLst>
                <p:tags r:id="rId143"/>
              </p:custDataLst>
            </p:nvPr>
          </p:nvSpPr>
          <p:spPr bwMode="auto">
            <a:xfrm>
              <a:off x="9244121" y="2659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41FEE25A-5E8B-22B1-584F-F3AFCE7775C3}"/>
                </a:ext>
              </a:extLst>
            </p:cNvPr>
            <p:cNvSpPr/>
            <p:nvPr>
              <p:custDataLst>
                <p:tags r:id="rId144"/>
              </p:custDataLst>
            </p:nvPr>
          </p:nvSpPr>
          <p:spPr bwMode="auto">
            <a:xfrm>
              <a:off x="9510821" y="2659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F34DC7A0-7777-44F0-7F80-225F0C7D0DC2}"/>
                </a:ext>
              </a:extLst>
            </p:cNvPr>
            <p:cNvSpPr/>
            <p:nvPr>
              <p:custDataLst>
                <p:tags r:id="rId145"/>
              </p:custDataLst>
            </p:nvPr>
          </p:nvSpPr>
          <p:spPr bwMode="auto">
            <a:xfrm>
              <a:off x="10044221" y="2659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3E2C451B-83D3-F17B-8F62-01F3992076CA}"/>
                </a:ext>
              </a:extLst>
            </p:cNvPr>
            <p:cNvSpPr/>
            <p:nvPr>
              <p:custDataLst>
                <p:tags r:id="rId146"/>
              </p:custDataLst>
            </p:nvPr>
          </p:nvSpPr>
          <p:spPr bwMode="auto">
            <a:xfrm>
              <a:off x="8266221" y="2748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BB947B40-FDC7-C1B8-2086-7DCEAE3A3F45}"/>
                </a:ext>
              </a:extLst>
            </p:cNvPr>
            <p:cNvSpPr/>
            <p:nvPr>
              <p:custDataLst>
                <p:tags r:id="rId147"/>
              </p:custDataLst>
            </p:nvPr>
          </p:nvSpPr>
          <p:spPr bwMode="auto">
            <a:xfrm>
              <a:off x="8621821" y="2748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E1AFA409-BE73-5D8C-508D-0BE85E2ED0B7}"/>
                </a:ext>
              </a:extLst>
            </p:cNvPr>
            <p:cNvSpPr/>
            <p:nvPr>
              <p:custDataLst>
                <p:tags r:id="rId148"/>
              </p:custDataLst>
            </p:nvPr>
          </p:nvSpPr>
          <p:spPr bwMode="auto">
            <a:xfrm>
              <a:off x="8799621" y="2748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5005CC21-35DB-4605-8FD1-26669CB5F59D}"/>
                </a:ext>
              </a:extLst>
            </p:cNvPr>
            <p:cNvSpPr/>
            <p:nvPr>
              <p:custDataLst>
                <p:tags r:id="rId149"/>
              </p:custDataLst>
            </p:nvPr>
          </p:nvSpPr>
          <p:spPr bwMode="auto">
            <a:xfrm>
              <a:off x="8888521" y="2748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2CBA5862-3931-66D6-3678-6DCAC9646C62}"/>
                </a:ext>
              </a:extLst>
            </p:cNvPr>
            <p:cNvSpPr/>
            <p:nvPr>
              <p:custDataLst>
                <p:tags r:id="rId150"/>
              </p:custDataLst>
            </p:nvPr>
          </p:nvSpPr>
          <p:spPr bwMode="auto">
            <a:xfrm>
              <a:off x="8977421" y="2748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DF5A22C7-BFA5-9ABF-71FA-4B27765B5B94}"/>
                </a:ext>
              </a:extLst>
            </p:cNvPr>
            <p:cNvSpPr/>
            <p:nvPr>
              <p:custDataLst>
                <p:tags r:id="rId151"/>
              </p:custDataLst>
            </p:nvPr>
          </p:nvSpPr>
          <p:spPr bwMode="auto">
            <a:xfrm>
              <a:off x="9155221" y="2748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E06B5F2C-627B-D4C8-3B7E-F7E0055B1794}"/>
                </a:ext>
              </a:extLst>
            </p:cNvPr>
            <p:cNvSpPr/>
            <p:nvPr>
              <p:custDataLst>
                <p:tags r:id="rId152"/>
              </p:custDataLst>
            </p:nvPr>
          </p:nvSpPr>
          <p:spPr bwMode="auto">
            <a:xfrm>
              <a:off x="9421921" y="2748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E79A04B8-55FE-3C03-2997-E741479F4851}"/>
                </a:ext>
              </a:extLst>
            </p:cNvPr>
            <p:cNvSpPr/>
            <p:nvPr>
              <p:custDataLst>
                <p:tags r:id="rId153"/>
              </p:custDataLst>
            </p:nvPr>
          </p:nvSpPr>
          <p:spPr bwMode="auto">
            <a:xfrm>
              <a:off x="9510821" y="2748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86924287-943E-0E64-D8AD-F6F187C3C1EA}"/>
                </a:ext>
              </a:extLst>
            </p:cNvPr>
            <p:cNvSpPr/>
            <p:nvPr>
              <p:custDataLst>
                <p:tags r:id="rId154"/>
              </p:custDataLst>
            </p:nvPr>
          </p:nvSpPr>
          <p:spPr bwMode="auto">
            <a:xfrm>
              <a:off x="9599721" y="2748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F863D758-2E86-7244-DAC3-6448887EE190}"/>
                </a:ext>
              </a:extLst>
            </p:cNvPr>
            <p:cNvSpPr/>
            <p:nvPr>
              <p:custDataLst>
                <p:tags r:id="rId155"/>
              </p:custDataLst>
            </p:nvPr>
          </p:nvSpPr>
          <p:spPr bwMode="auto">
            <a:xfrm>
              <a:off x="9688621" y="2748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C91AF2DE-5422-0839-FE91-F99763C40524}"/>
                </a:ext>
              </a:extLst>
            </p:cNvPr>
            <p:cNvSpPr/>
            <p:nvPr>
              <p:custDataLst>
                <p:tags r:id="rId156"/>
              </p:custDataLst>
            </p:nvPr>
          </p:nvSpPr>
          <p:spPr bwMode="auto">
            <a:xfrm>
              <a:off x="9866421" y="2748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5D1B3E83-A8CB-1125-8170-EC090C12494A}"/>
                </a:ext>
              </a:extLst>
            </p:cNvPr>
            <p:cNvSpPr/>
            <p:nvPr>
              <p:custDataLst>
                <p:tags r:id="rId157"/>
              </p:custDataLst>
            </p:nvPr>
          </p:nvSpPr>
          <p:spPr bwMode="auto">
            <a:xfrm>
              <a:off x="10044221" y="2748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D8B38377-E80D-CC40-98BB-793DCABA04EE}"/>
                </a:ext>
              </a:extLst>
            </p:cNvPr>
            <p:cNvSpPr/>
            <p:nvPr>
              <p:custDataLst>
                <p:tags r:id="rId158"/>
              </p:custDataLst>
            </p:nvPr>
          </p:nvSpPr>
          <p:spPr bwMode="auto">
            <a:xfrm>
              <a:off x="10133121" y="2748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9821D114-4069-7305-68D1-F14B85DAA198}"/>
                </a:ext>
              </a:extLst>
            </p:cNvPr>
            <p:cNvSpPr/>
            <p:nvPr>
              <p:custDataLst>
                <p:tags r:id="rId159"/>
              </p:custDataLst>
            </p:nvPr>
          </p:nvSpPr>
          <p:spPr bwMode="auto">
            <a:xfrm>
              <a:off x="10222021" y="2748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174A318B-5A8D-F429-1A0A-AF5FDED2C99D}"/>
                </a:ext>
              </a:extLst>
            </p:cNvPr>
            <p:cNvSpPr/>
            <p:nvPr>
              <p:custDataLst>
                <p:tags r:id="rId160"/>
              </p:custDataLst>
            </p:nvPr>
          </p:nvSpPr>
          <p:spPr bwMode="auto">
            <a:xfrm>
              <a:off x="10310921" y="2748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53B9D34D-BECA-4F53-E61E-51B665C8D663}"/>
                </a:ext>
              </a:extLst>
            </p:cNvPr>
            <p:cNvSpPr/>
            <p:nvPr>
              <p:custDataLst>
                <p:tags r:id="rId161"/>
              </p:custDataLst>
            </p:nvPr>
          </p:nvSpPr>
          <p:spPr bwMode="auto">
            <a:xfrm>
              <a:off x="10399821" y="2748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C01B88B0-E288-C7D5-00F6-E099DA9FF296}"/>
                </a:ext>
              </a:extLst>
            </p:cNvPr>
            <p:cNvSpPr/>
            <p:nvPr>
              <p:custDataLst>
                <p:tags r:id="rId162"/>
              </p:custDataLst>
            </p:nvPr>
          </p:nvSpPr>
          <p:spPr bwMode="auto">
            <a:xfrm>
              <a:off x="10488721" y="2748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AB90197C-2EEB-8434-5107-5505C0859159}"/>
                </a:ext>
              </a:extLst>
            </p:cNvPr>
            <p:cNvSpPr/>
            <p:nvPr>
              <p:custDataLst>
                <p:tags r:id="rId163"/>
              </p:custDataLst>
            </p:nvPr>
          </p:nvSpPr>
          <p:spPr bwMode="auto">
            <a:xfrm>
              <a:off x="10755421" y="2748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0959A303-7EFB-83D9-5A21-A77DCC1DFE20}"/>
                </a:ext>
              </a:extLst>
            </p:cNvPr>
            <p:cNvSpPr/>
            <p:nvPr>
              <p:custDataLst>
                <p:tags r:id="rId164"/>
              </p:custDataLst>
            </p:nvPr>
          </p:nvSpPr>
          <p:spPr bwMode="auto">
            <a:xfrm>
              <a:off x="8266221" y="28371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373609B4-5907-981B-6A13-A5AA46B55012}"/>
                </a:ext>
              </a:extLst>
            </p:cNvPr>
            <p:cNvSpPr/>
            <p:nvPr>
              <p:custDataLst>
                <p:tags r:id="rId165"/>
              </p:custDataLst>
            </p:nvPr>
          </p:nvSpPr>
          <p:spPr bwMode="auto">
            <a:xfrm>
              <a:off x="8355121" y="28371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7487F82B-8CD6-1AEA-A0D6-67DA1B812281}"/>
                </a:ext>
              </a:extLst>
            </p:cNvPr>
            <p:cNvSpPr/>
            <p:nvPr>
              <p:custDataLst>
                <p:tags r:id="rId166"/>
              </p:custDataLst>
            </p:nvPr>
          </p:nvSpPr>
          <p:spPr bwMode="auto">
            <a:xfrm>
              <a:off x="8532921" y="28371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6EB23A8F-B5C1-DD28-58E1-1557992843F3}"/>
                </a:ext>
              </a:extLst>
            </p:cNvPr>
            <p:cNvSpPr/>
            <p:nvPr>
              <p:custDataLst>
                <p:tags r:id="rId167"/>
              </p:custDataLst>
            </p:nvPr>
          </p:nvSpPr>
          <p:spPr bwMode="auto">
            <a:xfrm>
              <a:off x="8621821" y="28371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9C9C7A02-6A34-022E-2DD3-BFA08A3D8A16}"/>
                </a:ext>
              </a:extLst>
            </p:cNvPr>
            <p:cNvSpPr/>
            <p:nvPr>
              <p:custDataLst>
                <p:tags r:id="rId168"/>
              </p:custDataLst>
            </p:nvPr>
          </p:nvSpPr>
          <p:spPr bwMode="auto">
            <a:xfrm>
              <a:off x="8888521" y="28371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2865CA34-39B4-9999-4643-7B94D4027DE6}"/>
                </a:ext>
              </a:extLst>
            </p:cNvPr>
            <p:cNvSpPr/>
            <p:nvPr>
              <p:custDataLst>
                <p:tags r:id="rId169"/>
              </p:custDataLst>
            </p:nvPr>
          </p:nvSpPr>
          <p:spPr bwMode="auto">
            <a:xfrm>
              <a:off x="9333021" y="28371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2113F3D6-6D6A-117C-49D1-8C245D8513A3}"/>
                </a:ext>
              </a:extLst>
            </p:cNvPr>
            <p:cNvSpPr/>
            <p:nvPr>
              <p:custDataLst>
                <p:tags r:id="rId170"/>
              </p:custDataLst>
            </p:nvPr>
          </p:nvSpPr>
          <p:spPr bwMode="auto">
            <a:xfrm>
              <a:off x="9777521" y="28371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4DB9802C-79B0-29A5-8615-44E01D599B64}"/>
                </a:ext>
              </a:extLst>
            </p:cNvPr>
            <p:cNvSpPr/>
            <p:nvPr>
              <p:custDataLst>
                <p:tags r:id="rId171"/>
              </p:custDataLst>
            </p:nvPr>
          </p:nvSpPr>
          <p:spPr bwMode="auto">
            <a:xfrm>
              <a:off x="10133121" y="28371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619C1FBD-99D7-0716-FC15-D04E755C04D1}"/>
                </a:ext>
              </a:extLst>
            </p:cNvPr>
            <p:cNvSpPr/>
            <p:nvPr>
              <p:custDataLst>
                <p:tags r:id="rId172"/>
              </p:custDataLst>
            </p:nvPr>
          </p:nvSpPr>
          <p:spPr bwMode="auto">
            <a:xfrm>
              <a:off x="10222021" y="28371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BA6D7AAD-FC86-F2E1-5EB4-9F780EB95BBF}"/>
                </a:ext>
              </a:extLst>
            </p:cNvPr>
            <p:cNvSpPr/>
            <p:nvPr>
              <p:custDataLst>
                <p:tags r:id="rId173"/>
              </p:custDataLst>
            </p:nvPr>
          </p:nvSpPr>
          <p:spPr bwMode="auto">
            <a:xfrm>
              <a:off x="10310921" y="28371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3B138BE6-BA7B-8F65-7CF4-6EEC28EFFEC9}"/>
                </a:ext>
              </a:extLst>
            </p:cNvPr>
            <p:cNvSpPr/>
            <p:nvPr>
              <p:custDataLst>
                <p:tags r:id="rId174"/>
              </p:custDataLst>
            </p:nvPr>
          </p:nvSpPr>
          <p:spPr bwMode="auto">
            <a:xfrm>
              <a:off x="10399821" y="28371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00B8177E-1A03-0E71-CB97-36D0F9257295}"/>
                </a:ext>
              </a:extLst>
            </p:cNvPr>
            <p:cNvSpPr/>
            <p:nvPr>
              <p:custDataLst>
                <p:tags r:id="rId175"/>
              </p:custDataLst>
            </p:nvPr>
          </p:nvSpPr>
          <p:spPr bwMode="auto">
            <a:xfrm>
              <a:off x="10488721" y="28371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79056BFC-6EDC-C686-9366-600A99D60A16}"/>
                </a:ext>
              </a:extLst>
            </p:cNvPr>
            <p:cNvSpPr/>
            <p:nvPr>
              <p:custDataLst>
                <p:tags r:id="rId176"/>
              </p:custDataLst>
            </p:nvPr>
          </p:nvSpPr>
          <p:spPr bwMode="auto">
            <a:xfrm>
              <a:off x="10577621" y="28371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BF274A34-27A3-AC46-30E7-F29AD8AC04F1}"/>
                </a:ext>
              </a:extLst>
            </p:cNvPr>
            <p:cNvSpPr/>
            <p:nvPr>
              <p:custDataLst>
                <p:tags r:id="rId177"/>
              </p:custDataLst>
            </p:nvPr>
          </p:nvSpPr>
          <p:spPr bwMode="auto">
            <a:xfrm>
              <a:off x="10666521" y="28371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B7E796FC-BBC5-F043-7DFF-5A2D2CD9030B}"/>
                </a:ext>
              </a:extLst>
            </p:cNvPr>
            <p:cNvSpPr/>
            <p:nvPr>
              <p:custDataLst>
                <p:tags r:id="rId178"/>
              </p:custDataLst>
            </p:nvPr>
          </p:nvSpPr>
          <p:spPr bwMode="auto">
            <a:xfrm>
              <a:off x="10755421" y="28371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5858FE4A-2369-1335-C1BE-CED6C42D2653}"/>
                </a:ext>
              </a:extLst>
            </p:cNvPr>
            <p:cNvSpPr/>
            <p:nvPr>
              <p:custDataLst>
                <p:tags r:id="rId179"/>
              </p:custDataLst>
            </p:nvPr>
          </p:nvSpPr>
          <p:spPr bwMode="auto">
            <a:xfrm>
              <a:off x="8266221" y="29260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18FAAB13-42C8-B419-C5BC-21DC175015E5}"/>
                </a:ext>
              </a:extLst>
            </p:cNvPr>
            <p:cNvSpPr/>
            <p:nvPr>
              <p:custDataLst>
                <p:tags r:id="rId180"/>
              </p:custDataLst>
            </p:nvPr>
          </p:nvSpPr>
          <p:spPr bwMode="auto">
            <a:xfrm>
              <a:off x="8355121" y="29260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F6CC05AB-89DB-D56C-C522-3FBEB5C14A19}"/>
                </a:ext>
              </a:extLst>
            </p:cNvPr>
            <p:cNvSpPr/>
            <p:nvPr>
              <p:custDataLst>
                <p:tags r:id="rId181"/>
              </p:custDataLst>
            </p:nvPr>
          </p:nvSpPr>
          <p:spPr bwMode="auto">
            <a:xfrm>
              <a:off x="8444021" y="29260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C68EC2A6-3006-E823-E946-739630A10D5C}"/>
                </a:ext>
              </a:extLst>
            </p:cNvPr>
            <p:cNvSpPr/>
            <p:nvPr>
              <p:custDataLst>
                <p:tags r:id="rId182"/>
              </p:custDataLst>
            </p:nvPr>
          </p:nvSpPr>
          <p:spPr bwMode="auto">
            <a:xfrm>
              <a:off x="8621821" y="29260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085C548B-5972-AE4E-D4A2-D060C6992322}"/>
                </a:ext>
              </a:extLst>
            </p:cNvPr>
            <p:cNvSpPr/>
            <p:nvPr>
              <p:custDataLst>
                <p:tags r:id="rId183"/>
              </p:custDataLst>
            </p:nvPr>
          </p:nvSpPr>
          <p:spPr bwMode="auto">
            <a:xfrm>
              <a:off x="8799621" y="29260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7D7F9531-5596-1E2E-D2D7-99F563CB7107}"/>
                </a:ext>
              </a:extLst>
            </p:cNvPr>
            <p:cNvSpPr/>
            <p:nvPr>
              <p:custDataLst>
                <p:tags r:id="rId184"/>
              </p:custDataLst>
            </p:nvPr>
          </p:nvSpPr>
          <p:spPr bwMode="auto">
            <a:xfrm>
              <a:off x="8977421" y="29260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8FD93407-D63F-ED0D-1DF9-EC6F7C8F6B6A}"/>
                </a:ext>
              </a:extLst>
            </p:cNvPr>
            <p:cNvSpPr/>
            <p:nvPr>
              <p:custDataLst>
                <p:tags r:id="rId185"/>
              </p:custDataLst>
            </p:nvPr>
          </p:nvSpPr>
          <p:spPr bwMode="auto">
            <a:xfrm>
              <a:off x="9155221" y="29260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D9FC1B96-D6AB-7B89-1E8D-E341E8FC9720}"/>
                </a:ext>
              </a:extLst>
            </p:cNvPr>
            <p:cNvSpPr/>
            <p:nvPr>
              <p:custDataLst>
                <p:tags r:id="rId186"/>
              </p:custDataLst>
            </p:nvPr>
          </p:nvSpPr>
          <p:spPr bwMode="auto">
            <a:xfrm>
              <a:off x="9244121" y="29260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C8075428-1BD2-F751-FE82-AD6D99017A27}"/>
                </a:ext>
              </a:extLst>
            </p:cNvPr>
            <p:cNvSpPr/>
            <p:nvPr>
              <p:custDataLst>
                <p:tags r:id="rId187"/>
              </p:custDataLst>
            </p:nvPr>
          </p:nvSpPr>
          <p:spPr bwMode="auto">
            <a:xfrm>
              <a:off x="9421921" y="29260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76EC259E-CF91-F678-3D2F-749C6F463EC1}"/>
                </a:ext>
              </a:extLst>
            </p:cNvPr>
            <p:cNvSpPr/>
            <p:nvPr>
              <p:custDataLst>
                <p:tags r:id="rId188"/>
              </p:custDataLst>
            </p:nvPr>
          </p:nvSpPr>
          <p:spPr bwMode="auto">
            <a:xfrm>
              <a:off x="9510821" y="29260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7E5A8BC2-715E-000A-E27F-F633FC11E9A6}"/>
                </a:ext>
              </a:extLst>
            </p:cNvPr>
            <p:cNvSpPr/>
            <p:nvPr>
              <p:custDataLst>
                <p:tags r:id="rId189"/>
              </p:custDataLst>
            </p:nvPr>
          </p:nvSpPr>
          <p:spPr bwMode="auto">
            <a:xfrm>
              <a:off x="9599721" y="29260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8071B931-FC11-BFFA-A4C3-216EDAADF9E8}"/>
                </a:ext>
              </a:extLst>
            </p:cNvPr>
            <p:cNvSpPr/>
            <p:nvPr>
              <p:custDataLst>
                <p:tags r:id="rId190"/>
              </p:custDataLst>
            </p:nvPr>
          </p:nvSpPr>
          <p:spPr bwMode="auto">
            <a:xfrm>
              <a:off x="10044221" y="29260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8DED641F-8D53-F7B0-9483-43F89C55749E}"/>
                </a:ext>
              </a:extLst>
            </p:cNvPr>
            <p:cNvSpPr/>
            <p:nvPr>
              <p:custDataLst>
                <p:tags r:id="rId191"/>
              </p:custDataLst>
            </p:nvPr>
          </p:nvSpPr>
          <p:spPr bwMode="auto">
            <a:xfrm>
              <a:off x="10133121" y="29260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46BC0B5F-907F-4C8D-894D-79E63049F33C}"/>
                </a:ext>
              </a:extLst>
            </p:cNvPr>
            <p:cNvSpPr/>
            <p:nvPr>
              <p:custDataLst>
                <p:tags r:id="rId192"/>
              </p:custDataLst>
            </p:nvPr>
          </p:nvSpPr>
          <p:spPr bwMode="auto">
            <a:xfrm>
              <a:off x="10399821" y="29260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1F7E8071-E3C7-D429-F678-E6D3DC4FB0E1}"/>
                </a:ext>
              </a:extLst>
            </p:cNvPr>
            <p:cNvSpPr/>
            <p:nvPr>
              <p:custDataLst>
                <p:tags r:id="rId193"/>
              </p:custDataLst>
            </p:nvPr>
          </p:nvSpPr>
          <p:spPr bwMode="auto">
            <a:xfrm>
              <a:off x="10755421" y="29260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617D1EBE-B49A-373F-4906-387174826333}"/>
                </a:ext>
              </a:extLst>
            </p:cNvPr>
            <p:cNvSpPr/>
            <p:nvPr>
              <p:custDataLst>
                <p:tags r:id="rId194"/>
              </p:custDataLst>
            </p:nvPr>
          </p:nvSpPr>
          <p:spPr bwMode="auto">
            <a:xfrm>
              <a:off x="8444021" y="30149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971D5A9D-9D93-7A02-BB9E-27BE6F782F39}"/>
                </a:ext>
              </a:extLst>
            </p:cNvPr>
            <p:cNvSpPr/>
            <p:nvPr>
              <p:custDataLst>
                <p:tags r:id="rId195"/>
              </p:custDataLst>
            </p:nvPr>
          </p:nvSpPr>
          <p:spPr bwMode="auto">
            <a:xfrm>
              <a:off x="8532921" y="30149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78D491AB-0834-9166-76A7-EDF3DE2D73A8}"/>
                </a:ext>
              </a:extLst>
            </p:cNvPr>
            <p:cNvSpPr/>
            <p:nvPr>
              <p:custDataLst>
                <p:tags r:id="rId196"/>
              </p:custDataLst>
            </p:nvPr>
          </p:nvSpPr>
          <p:spPr bwMode="auto">
            <a:xfrm>
              <a:off x="8621821" y="30149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F27F9783-83C7-4DD7-07C6-D590400D4860}"/>
                </a:ext>
              </a:extLst>
            </p:cNvPr>
            <p:cNvSpPr/>
            <p:nvPr>
              <p:custDataLst>
                <p:tags r:id="rId197"/>
              </p:custDataLst>
            </p:nvPr>
          </p:nvSpPr>
          <p:spPr bwMode="auto">
            <a:xfrm>
              <a:off x="8888521" y="30149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B6334F89-5ECF-4C21-A80A-D30F49BC8244}"/>
                </a:ext>
              </a:extLst>
            </p:cNvPr>
            <p:cNvSpPr/>
            <p:nvPr>
              <p:custDataLst>
                <p:tags r:id="rId198"/>
              </p:custDataLst>
            </p:nvPr>
          </p:nvSpPr>
          <p:spPr bwMode="auto">
            <a:xfrm>
              <a:off x="8977421" y="30149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66774A62-B446-FEE3-292E-B4D1D350A564}"/>
                </a:ext>
              </a:extLst>
            </p:cNvPr>
            <p:cNvSpPr/>
            <p:nvPr>
              <p:custDataLst>
                <p:tags r:id="rId199"/>
              </p:custDataLst>
            </p:nvPr>
          </p:nvSpPr>
          <p:spPr bwMode="auto">
            <a:xfrm>
              <a:off x="9244121" y="30149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1533FFC7-9A25-F441-5B83-5981FCCB0CF6}"/>
                </a:ext>
              </a:extLst>
            </p:cNvPr>
            <p:cNvSpPr/>
            <p:nvPr>
              <p:custDataLst>
                <p:tags r:id="rId200"/>
              </p:custDataLst>
            </p:nvPr>
          </p:nvSpPr>
          <p:spPr bwMode="auto">
            <a:xfrm>
              <a:off x="9421921" y="30149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A3BE42CB-123B-7ACB-D671-EFFA011C38B4}"/>
                </a:ext>
              </a:extLst>
            </p:cNvPr>
            <p:cNvSpPr/>
            <p:nvPr>
              <p:custDataLst>
                <p:tags r:id="rId201"/>
              </p:custDataLst>
            </p:nvPr>
          </p:nvSpPr>
          <p:spPr bwMode="auto">
            <a:xfrm>
              <a:off x="9599721" y="30149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9D955FB6-C9D4-A08F-E1B6-62C7A54837AD}"/>
                </a:ext>
              </a:extLst>
            </p:cNvPr>
            <p:cNvSpPr/>
            <p:nvPr>
              <p:custDataLst>
                <p:tags r:id="rId202"/>
              </p:custDataLst>
            </p:nvPr>
          </p:nvSpPr>
          <p:spPr bwMode="auto">
            <a:xfrm>
              <a:off x="9688621" y="30149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C349A2CA-0719-B05B-99E6-9D494EF6096F}"/>
                </a:ext>
              </a:extLst>
            </p:cNvPr>
            <p:cNvSpPr/>
            <p:nvPr>
              <p:custDataLst>
                <p:tags r:id="rId203"/>
              </p:custDataLst>
            </p:nvPr>
          </p:nvSpPr>
          <p:spPr bwMode="auto">
            <a:xfrm>
              <a:off x="9777521" y="30149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2CA8ACB0-6139-80C4-FB24-9D32019463B5}"/>
                </a:ext>
              </a:extLst>
            </p:cNvPr>
            <p:cNvSpPr/>
            <p:nvPr>
              <p:custDataLst>
                <p:tags r:id="rId204"/>
              </p:custDataLst>
            </p:nvPr>
          </p:nvSpPr>
          <p:spPr bwMode="auto">
            <a:xfrm>
              <a:off x="9866421" y="30149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144FF577-D05A-6989-8EFB-3C095D9C26D0}"/>
                </a:ext>
              </a:extLst>
            </p:cNvPr>
            <p:cNvSpPr/>
            <p:nvPr>
              <p:custDataLst>
                <p:tags r:id="rId205"/>
              </p:custDataLst>
            </p:nvPr>
          </p:nvSpPr>
          <p:spPr bwMode="auto">
            <a:xfrm>
              <a:off x="9955321" y="30149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27EAF1C1-6118-F020-E171-237C0A0303CB}"/>
                </a:ext>
              </a:extLst>
            </p:cNvPr>
            <p:cNvSpPr/>
            <p:nvPr>
              <p:custDataLst>
                <p:tags r:id="rId206"/>
              </p:custDataLst>
            </p:nvPr>
          </p:nvSpPr>
          <p:spPr bwMode="auto">
            <a:xfrm>
              <a:off x="10044221" y="30149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57B960FD-44E7-668E-EDA1-5CCCC6F30E38}"/>
                </a:ext>
              </a:extLst>
            </p:cNvPr>
            <p:cNvSpPr/>
            <p:nvPr>
              <p:custDataLst>
                <p:tags r:id="rId207"/>
              </p:custDataLst>
            </p:nvPr>
          </p:nvSpPr>
          <p:spPr bwMode="auto">
            <a:xfrm>
              <a:off x="10133121" y="30149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16CEC41D-D41E-5D9F-9C09-F2093F98F9CA}"/>
                </a:ext>
              </a:extLst>
            </p:cNvPr>
            <p:cNvSpPr/>
            <p:nvPr>
              <p:custDataLst>
                <p:tags r:id="rId208"/>
              </p:custDataLst>
            </p:nvPr>
          </p:nvSpPr>
          <p:spPr bwMode="auto">
            <a:xfrm>
              <a:off x="10222021" y="30149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189DCCB5-FDB3-F496-8E42-39E0F9628E95}"/>
                </a:ext>
              </a:extLst>
            </p:cNvPr>
            <p:cNvSpPr/>
            <p:nvPr>
              <p:custDataLst>
                <p:tags r:id="rId209"/>
              </p:custDataLst>
            </p:nvPr>
          </p:nvSpPr>
          <p:spPr bwMode="auto">
            <a:xfrm>
              <a:off x="10399821" y="30149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266067B4-626E-9A25-26CD-121CD7F3FEEC}"/>
                </a:ext>
              </a:extLst>
            </p:cNvPr>
            <p:cNvSpPr/>
            <p:nvPr>
              <p:custDataLst>
                <p:tags r:id="rId210"/>
              </p:custDataLst>
            </p:nvPr>
          </p:nvSpPr>
          <p:spPr bwMode="auto">
            <a:xfrm>
              <a:off x="10488721" y="30149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353C095A-1539-ABF4-DF54-FEEC8D7DC428}"/>
                </a:ext>
              </a:extLst>
            </p:cNvPr>
            <p:cNvSpPr/>
            <p:nvPr>
              <p:custDataLst>
                <p:tags r:id="rId211"/>
              </p:custDataLst>
            </p:nvPr>
          </p:nvSpPr>
          <p:spPr bwMode="auto">
            <a:xfrm>
              <a:off x="10666521" y="30149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1AD93DDE-24B7-884E-3EDB-1C617CF1CF2A}"/>
                </a:ext>
              </a:extLst>
            </p:cNvPr>
            <p:cNvSpPr/>
            <p:nvPr>
              <p:custDataLst>
                <p:tags r:id="rId212"/>
              </p:custDataLst>
            </p:nvPr>
          </p:nvSpPr>
          <p:spPr bwMode="auto">
            <a:xfrm>
              <a:off x="10755421" y="30149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082788A0-D9CC-50A2-F023-2D2657C4AB5A}"/>
                </a:ext>
              </a:extLst>
            </p:cNvPr>
            <p:cNvSpPr/>
            <p:nvPr>
              <p:custDataLst>
                <p:tags r:id="rId213"/>
              </p:custDataLst>
            </p:nvPr>
          </p:nvSpPr>
          <p:spPr bwMode="auto">
            <a:xfrm>
              <a:off x="8355121" y="31038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13333419-ADBD-3363-76A2-6C5543DB611F}"/>
                </a:ext>
              </a:extLst>
            </p:cNvPr>
            <p:cNvSpPr/>
            <p:nvPr>
              <p:custDataLst>
                <p:tags r:id="rId214"/>
              </p:custDataLst>
            </p:nvPr>
          </p:nvSpPr>
          <p:spPr bwMode="auto">
            <a:xfrm>
              <a:off x="8532921" y="31038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D4EA2F00-EAC5-C7C9-E4C2-C15BE099E781}"/>
                </a:ext>
              </a:extLst>
            </p:cNvPr>
            <p:cNvSpPr/>
            <p:nvPr>
              <p:custDataLst>
                <p:tags r:id="rId215"/>
              </p:custDataLst>
            </p:nvPr>
          </p:nvSpPr>
          <p:spPr bwMode="auto">
            <a:xfrm>
              <a:off x="8799621" y="31038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F1778183-B2AD-3957-EDD7-BEDFCFCD0A3D}"/>
                </a:ext>
              </a:extLst>
            </p:cNvPr>
            <p:cNvSpPr/>
            <p:nvPr>
              <p:custDataLst>
                <p:tags r:id="rId216"/>
              </p:custDataLst>
            </p:nvPr>
          </p:nvSpPr>
          <p:spPr bwMode="auto">
            <a:xfrm>
              <a:off x="9066321" y="31038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223F0F39-A4A0-743D-A8FE-88F84541FCCF}"/>
                </a:ext>
              </a:extLst>
            </p:cNvPr>
            <p:cNvSpPr/>
            <p:nvPr>
              <p:custDataLst>
                <p:tags r:id="rId217"/>
              </p:custDataLst>
            </p:nvPr>
          </p:nvSpPr>
          <p:spPr bwMode="auto">
            <a:xfrm>
              <a:off x="9244121" y="31038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A671DE24-E2A1-741F-F87B-67326A107A79}"/>
                </a:ext>
              </a:extLst>
            </p:cNvPr>
            <p:cNvSpPr/>
            <p:nvPr>
              <p:custDataLst>
                <p:tags r:id="rId218"/>
              </p:custDataLst>
            </p:nvPr>
          </p:nvSpPr>
          <p:spPr bwMode="auto">
            <a:xfrm>
              <a:off x="9333021" y="31038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830BAA12-E14D-7C37-FDBD-2FE0A72744CB}"/>
                </a:ext>
              </a:extLst>
            </p:cNvPr>
            <p:cNvSpPr/>
            <p:nvPr>
              <p:custDataLst>
                <p:tags r:id="rId219"/>
              </p:custDataLst>
            </p:nvPr>
          </p:nvSpPr>
          <p:spPr bwMode="auto">
            <a:xfrm>
              <a:off x="9421921" y="31038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4A3F5F00-F5FA-544A-A6E0-820B5FF7DDC0}"/>
                </a:ext>
              </a:extLst>
            </p:cNvPr>
            <p:cNvSpPr/>
            <p:nvPr>
              <p:custDataLst>
                <p:tags r:id="rId220"/>
              </p:custDataLst>
            </p:nvPr>
          </p:nvSpPr>
          <p:spPr bwMode="auto">
            <a:xfrm>
              <a:off x="9866421" y="31038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F0195B1C-D818-76BD-7A98-1408F51F5223}"/>
                </a:ext>
              </a:extLst>
            </p:cNvPr>
            <p:cNvSpPr/>
            <p:nvPr>
              <p:custDataLst>
                <p:tags r:id="rId221"/>
              </p:custDataLst>
            </p:nvPr>
          </p:nvSpPr>
          <p:spPr bwMode="auto">
            <a:xfrm>
              <a:off x="10044221" y="31038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0DD23E91-9DBF-8E25-0471-3E7EC8C497CC}"/>
                </a:ext>
              </a:extLst>
            </p:cNvPr>
            <p:cNvSpPr/>
            <p:nvPr>
              <p:custDataLst>
                <p:tags r:id="rId222"/>
              </p:custDataLst>
            </p:nvPr>
          </p:nvSpPr>
          <p:spPr bwMode="auto">
            <a:xfrm>
              <a:off x="10666521" y="31038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2685105F-82FB-DABF-9801-31CDB6EADCBE}"/>
                </a:ext>
              </a:extLst>
            </p:cNvPr>
            <p:cNvSpPr/>
            <p:nvPr>
              <p:custDataLst>
                <p:tags r:id="rId223"/>
              </p:custDataLst>
            </p:nvPr>
          </p:nvSpPr>
          <p:spPr bwMode="auto">
            <a:xfrm>
              <a:off x="8444021" y="3192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E6A1E0B6-94A8-BADA-DA9D-7D4199A02BB3}"/>
                </a:ext>
              </a:extLst>
            </p:cNvPr>
            <p:cNvSpPr/>
            <p:nvPr>
              <p:custDataLst>
                <p:tags r:id="rId224"/>
              </p:custDataLst>
            </p:nvPr>
          </p:nvSpPr>
          <p:spPr bwMode="auto">
            <a:xfrm>
              <a:off x="8532921" y="3192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DC6F4B22-5395-D80D-9C5B-15840019B7B2}"/>
                </a:ext>
              </a:extLst>
            </p:cNvPr>
            <p:cNvSpPr/>
            <p:nvPr>
              <p:custDataLst>
                <p:tags r:id="rId225"/>
              </p:custDataLst>
            </p:nvPr>
          </p:nvSpPr>
          <p:spPr bwMode="auto">
            <a:xfrm>
              <a:off x="8710721" y="3192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B7CE99ED-8C87-1770-0417-521738D38798}"/>
                </a:ext>
              </a:extLst>
            </p:cNvPr>
            <p:cNvSpPr/>
            <p:nvPr>
              <p:custDataLst>
                <p:tags r:id="rId226"/>
              </p:custDataLst>
            </p:nvPr>
          </p:nvSpPr>
          <p:spPr bwMode="auto">
            <a:xfrm>
              <a:off x="8888521" y="3192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90C8CCED-5086-5852-FE2D-0F180C1251C0}"/>
                </a:ext>
              </a:extLst>
            </p:cNvPr>
            <p:cNvSpPr/>
            <p:nvPr>
              <p:custDataLst>
                <p:tags r:id="rId227"/>
              </p:custDataLst>
            </p:nvPr>
          </p:nvSpPr>
          <p:spPr bwMode="auto">
            <a:xfrm>
              <a:off x="8977421" y="3192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14E32646-EA4B-3DA8-49A6-2FFBB27A59C7}"/>
                </a:ext>
              </a:extLst>
            </p:cNvPr>
            <p:cNvSpPr/>
            <p:nvPr>
              <p:custDataLst>
                <p:tags r:id="rId228"/>
              </p:custDataLst>
            </p:nvPr>
          </p:nvSpPr>
          <p:spPr bwMode="auto">
            <a:xfrm>
              <a:off x="9155221" y="3192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9149A525-9B73-C58E-602C-EDF01B6D7080}"/>
                </a:ext>
              </a:extLst>
            </p:cNvPr>
            <p:cNvSpPr/>
            <p:nvPr>
              <p:custDataLst>
                <p:tags r:id="rId229"/>
              </p:custDataLst>
            </p:nvPr>
          </p:nvSpPr>
          <p:spPr bwMode="auto">
            <a:xfrm>
              <a:off x="9421921" y="3192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2360D862-29EA-C570-3C4C-AD55F7CF0404}"/>
                </a:ext>
              </a:extLst>
            </p:cNvPr>
            <p:cNvSpPr/>
            <p:nvPr>
              <p:custDataLst>
                <p:tags r:id="rId230"/>
              </p:custDataLst>
            </p:nvPr>
          </p:nvSpPr>
          <p:spPr bwMode="auto">
            <a:xfrm>
              <a:off x="9510821" y="3192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395578A8-056B-78D6-247A-BCF51BD1BF55}"/>
                </a:ext>
              </a:extLst>
            </p:cNvPr>
            <p:cNvSpPr/>
            <p:nvPr>
              <p:custDataLst>
                <p:tags r:id="rId231"/>
              </p:custDataLst>
            </p:nvPr>
          </p:nvSpPr>
          <p:spPr bwMode="auto">
            <a:xfrm>
              <a:off x="9688621" y="3192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BDE98D6A-51BA-2570-92FA-ADBD41643A6C}"/>
                </a:ext>
              </a:extLst>
            </p:cNvPr>
            <p:cNvSpPr/>
            <p:nvPr>
              <p:custDataLst>
                <p:tags r:id="rId232"/>
              </p:custDataLst>
            </p:nvPr>
          </p:nvSpPr>
          <p:spPr bwMode="auto">
            <a:xfrm>
              <a:off x="9777521" y="3192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451340C2-2136-0317-70FC-E143845F7860}"/>
                </a:ext>
              </a:extLst>
            </p:cNvPr>
            <p:cNvSpPr/>
            <p:nvPr>
              <p:custDataLst>
                <p:tags r:id="rId233"/>
              </p:custDataLst>
            </p:nvPr>
          </p:nvSpPr>
          <p:spPr bwMode="auto">
            <a:xfrm>
              <a:off x="9866421" y="3192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FCA9F855-662B-3925-6BB6-6D40846BCA33}"/>
                </a:ext>
              </a:extLst>
            </p:cNvPr>
            <p:cNvSpPr/>
            <p:nvPr>
              <p:custDataLst>
                <p:tags r:id="rId234"/>
              </p:custDataLst>
            </p:nvPr>
          </p:nvSpPr>
          <p:spPr bwMode="auto">
            <a:xfrm>
              <a:off x="10044221" y="3192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B8FDB2D3-91E0-640A-F102-A0ED402B4120}"/>
                </a:ext>
              </a:extLst>
            </p:cNvPr>
            <p:cNvSpPr/>
            <p:nvPr>
              <p:custDataLst>
                <p:tags r:id="rId235"/>
              </p:custDataLst>
            </p:nvPr>
          </p:nvSpPr>
          <p:spPr bwMode="auto">
            <a:xfrm>
              <a:off x="10222021" y="3192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86105C9D-3FA3-F4AD-5942-EB6B316EEFBE}"/>
                </a:ext>
              </a:extLst>
            </p:cNvPr>
            <p:cNvSpPr/>
            <p:nvPr>
              <p:custDataLst>
                <p:tags r:id="rId236"/>
              </p:custDataLst>
            </p:nvPr>
          </p:nvSpPr>
          <p:spPr bwMode="auto">
            <a:xfrm>
              <a:off x="10310921" y="3192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97FDE241-ED35-C7EB-24D2-1ACB2996FCF9}"/>
                </a:ext>
              </a:extLst>
            </p:cNvPr>
            <p:cNvSpPr/>
            <p:nvPr>
              <p:custDataLst>
                <p:tags r:id="rId237"/>
              </p:custDataLst>
            </p:nvPr>
          </p:nvSpPr>
          <p:spPr bwMode="auto">
            <a:xfrm>
              <a:off x="10399821" y="3192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2E0699E8-FCB2-094A-8D58-EFE46A48F125}"/>
                </a:ext>
              </a:extLst>
            </p:cNvPr>
            <p:cNvSpPr/>
            <p:nvPr>
              <p:custDataLst>
                <p:tags r:id="rId238"/>
              </p:custDataLst>
            </p:nvPr>
          </p:nvSpPr>
          <p:spPr bwMode="auto">
            <a:xfrm>
              <a:off x="10488721" y="3192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AC14AB00-E2B4-7264-1701-12DB34E38770}"/>
                </a:ext>
              </a:extLst>
            </p:cNvPr>
            <p:cNvSpPr/>
            <p:nvPr>
              <p:custDataLst>
                <p:tags r:id="rId239"/>
              </p:custDataLst>
            </p:nvPr>
          </p:nvSpPr>
          <p:spPr bwMode="auto">
            <a:xfrm>
              <a:off x="10577621" y="3192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42" name="Rectangle 241">
              <a:extLst>
                <a:ext uri="{FF2B5EF4-FFF2-40B4-BE49-F238E27FC236}">
                  <a16:creationId xmlns:a16="http://schemas.microsoft.com/office/drawing/2014/main" id="{0A9B4381-0877-AB87-7087-F2F812BBC5F4}"/>
                </a:ext>
              </a:extLst>
            </p:cNvPr>
            <p:cNvSpPr/>
            <p:nvPr>
              <p:custDataLst>
                <p:tags r:id="rId240"/>
              </p:custDataLst>
            </p:nvPr>
          </p:nvSpPr>
          <p:spPr bwMode="auto">
            <a:xfrm>
              <a:off x="10666521" y="3192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E67B79EE-F985-0CEF-0883-768C2F6A656F}"/>
                </a:ext>
              </a:extLst>
            </p:cNvPr>
            <p:cNvSpPr/>
            <p:nvPr>
              <p:custDataLst>
                <p:tags r:id="rId241"/>
              </p:custDataLst>
            </p:nvPr>
          </p:nvSpPr>
          <p:spPr bwMode="auto">
            <a:xfrm>
              <a:off x="10755421" y="3192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0F0E9C22-850A-F560-2BB0-29FD6403FA14}"/>
                </a:ext>
              </a:extLst>
            </p:cNvPr>
            <p:cNvSpPr/>
            <p:nvPr>
              <p:custDataLst>
                <p:tags r:id="rId242"/>
              </p:custDataLst>
            </p:nvPr>
          </p:nvSpPr>
          <p:spPr bwMode="auto">
            <a:xfrm>
              <a:off x="8266221" y="3281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45" name="Rectangle 244">
              <a:extLst>
                <a:ext uri="{FF2B5EF4-FFF2-40B4-BE49-F238E27FC236}">
                  <a16:creationId xmlns:a16="http://schemas.microsoft.com/office/drawing/2014/main" id="{EA352A96-1524-AD34-E0DC-79F5F478E42C}"/>
                </a:ext>
              </a:extLst>
            </p:cNvPr>
            <p:cNvSpPr/>
            <p:nvPr>
              <p:custDataLst>
                <p:tags r:id="rId243"/>
              </p:custDataLst>
            </p:nvPr>
          </p:nvSpPr>
          <p:spPr bwMode="auto">
            <a:xfrm>
              <a:off x="8621821" y="3281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46" name="Rectangle 245">
              <a:extLst>
                <a:ext uri="{FF2B5EF4-FFF2-40B4-BE49-F238E27FC236}">
                  <a16:creationId xmlns:a16="http://schemas.microsoft.com/office/drawing/2014/main" id="{FDB799B2-DB9A-6440-AD06-BFA2320AC3B5}"/>
                </a:ext>
              </a:extLst>
            </p:cNvPr>
            <p:cNvSpPr/>
            <p:nvPr>
              <p:custDataLst>
                <p:tags r:id="rId244"/>
              </p:custDataLst>
            </p:nvPr>
          </p:nvSpPr>
          <p:spPr bwMode="auto">
            <a:xfrm>
              <a:off x="8799621" y="3281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47" name="Rectangle 246">
              <a:extLst>
                <a:ext uri="{FF2B5EF4-FFF2-40B4-BE49-F238E27FC236}">
                  <a16:creationId xmlns:a16="http://schemas.microsoft.com/office/drawing/2014/main" id="{8D783170-1F8B-2308-E298-1AF813BA65AC}"/>
                </a:ext>
              </a:extLst>
            </p:cNvPr>
            <p:cNvSpPr/>
            <p:nvPr>
              <p:custDataLst>
                <p:tags r:id="rId245"/>
              </p:custDataLst>
            </p:nvPr>
          </p:nvSpPr>
          <p:spPr bwMode="auto">
            <a:xfrm>
              <a:off x="8977421" y="3281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1C4C41C6-D5D0-A598-2EAF-BCC2D65DB0F2}"/>
                </a:ext>
              </a:extLst>
            </p:cNvPr>
            <p:cNvSpPr/>
            <p:nvPr>
              <p:custDataLst>
                <p:tags r:id="rId246"/>
              </p:custDataLst>
            </p:nvPr>
          </p:nvSpPr>
          <p:spPr bwMode="auto">
            <a:xfrm>
              <a:off x="9244121" y="3281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84729E83-7AEF-1A29-3348-2EBFF4CED000}"/>
                </a:ext>
              </a:extLst>
            </p:cNvPr>
            <p:cNvSpPr/>
            <p:nvPr>
              <p:custDataLst>
                <p:tags r:id="rId247"/>
              </p:custDataLst>
            </p:nvPr>
          </p:nvSpPr>
          <p:spPr bwMode="auto">
            <a:xfrm>
              <a:off x="9688621" y="3281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55937FC0-8673-1867-C085-9747232D6459}"/>
                </a:ext>
              </a:extLst>
            </p:cNvPr>
            <p:cNvSpPr/>
            <p:nvPr>
              <p:custDataLst>
                <p:tags r:id="rId248"/>
              </p:custDataLst>
            </p:nvPr>
          </p:nvSpPr>
          <p:spPr bwMode="auto">
            <a:xfrm>
              <a:off x="10044221" y="3281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7A753762-9BBA-B099-D4EE-81D16DC01FB3}"/>
                </a:ext>
              </a:extLst>
            </p:cNvPr>
            <p:cNvSpPr/>
            <p:nvPr>
              <p:custDataLst>
                <p:tags r:id="rId249"/>
              </p:custDataLst>
            </p:nvPr>
          </p:nvSpPr>
          <p:spPr bwMode="auto">
            <a:xfrm>
              <a:off x="10310921" y="3281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BDB51A6D-8C67-6E85-19BC-9C7DAA4869A6}"/>
                </a:ext>
              </a:extLst>
            </p:cNvPr>
            <p:cNvSpPr/>
            <p:nvPr>
              <p:custDataLst>
                <p:tags r:id="rId250"/>
              </p:custDataLst>
            </p:nvPr>
          </p:nvSpPr>
          <p:spPr bwMode="auto">
            <a:xfrm>
              <a:off x="10399821" y="3281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7C6BC7A4-C67F-A814-748E-D90B9A6371E0}"/>
                </a:ext>
              </a:extLst>
            </p:cNvPr>
            <p:cNvSpPr/>
            <p:nvPr>
              <p:custDataLst>
                <p:tags r:id="rId251"/>
              </p:custDataLst>
            </p:nvPr>
          </p:nvSpPr>
          <p:spPr bwMode="auto">
            <a:xfrm>
              <a:off x="10488721" y="3281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54" name="Rectangle 253">
              <a:extLst>
                <a:ext uri="{FF2B5EF4-FFF2-40B4-BE49-F238E27FC236}">
                  <a16:creationId xmlns:a16="http://schemas.microsoft.com/office/drawing/2014/main" id="{3D14D1BD-3026-B80F-8F87-70E8840885F0}"/>
                </a:ext>
              </a:extLst>
            </p:cNvPr>
            <p:cNvSpPr/>
            <p:nvPr>
              <p:custDataLst>
                <p:tags r:id="rId252"/>
              </p:custDataLst>
            </p:nvPr>
          </p:nvSpPr>
          <p:spPr bwMode="auto">
            <a:xfrm>
              <a:off x="10577621" y="3281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55" name="Rectangle 254">
              <a:extLst>
                <a:ext uri="{FF2B5EF4-FFF2-40B4-BE49-F238E27FC236}">
                  <a16:creationId xmlns:a16="http://schemas.microsoft.com/office/drawing/2014/main" id="{8A6E7D0E-86D5-5685-ED18-4FF89843224F}"/>
                </a:ext>
              </a:extLst>
            </p:cNvPr>
            <p:cNvSpPr/>
            <p:nvPr>
              <p:custDataLst>
                <p:tags r:id="rId253"/>
              </p:custDataLst>
            </p:nvPr>
          </p:nvSpPr>
          <p:spPr bwMode="auto">
            <a:xfrm>
              <a:off x="10755421" y="3281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65AA6FE0-4158-040D-2D58-E595D6FA8168}"/>
                </a:ext>
              </a:extLst>
            </p:cNvPr>
            <p:cNvSpPr/>
            <p:nvPr>
              <p:custDataLst>
                <p:tags r:id="rId254"/>
              </p:custDataLst>
            </p:nvPr>
          </p:nvSpPr>
          <p:spPr bwMode="auto">
            <a:xfrm>
              <a:off x="8266221" y="33705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57" name="Rectangle 256">
              <a:extLst>
                <a:ext uri="{FF2B5EF4-FFF2-40B4-BE49-F238E27FC236}">
                  <a16:creationId xmlns:a16="http://schemas.microsoft.com/office/drawing/2014/main" id="{92E108C4-0CCB-64A6-AD6D-95D4A0FD680A}"/>
                </a:ext>
              </a:extLst>
            </p:cNvPr>
            <p:cNvSpPr/>
            <p:nvPr>
              <p:custDataLst>
                <p:tags r:id="rId255"/>
              </p:custDataLst>
            </p:nvPr>
          </p:nvSpPr>
          <p:spPr bwMode="auto">
            <a:xfrm>
              <a:off x="8444021" y="33705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58" name="Rectangle 257">
              <a:extLst>
                <a:ext uri="{FF2B5EF4-FFF2-40B4-BE49-F238E27FC236}">
                  <a16:creationId xmlns:a16="http://schemas.microsoft.com/office/drawing/2014/main" id="{97D799DC-D684-9B7A-6E93-FBED29B43836}"/>
                </a:ext>
              </a:extLst>
            </p:cNvPr>
            <p:cNvSpPr/>
            <p:nvPr>
              <p:custDataLst>
                <p:tags r:id="rId256"/>
              </p:custDataLst>
            </p:nvPr>
          </p:nvSpPr>
          <p:spPr bwMode="auto">
            <a:xfrm>
              <a:off x="8532921" y="33705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id="{E9A5351F-58D3-6373-631B-E7EB141437AB}"/>
                </a:ext>
              </a:extLst>
            </p:cNvPr>
            <p:cNvSpPr/>
            <p:nvPr>
              <p:custDataLst>
                <p:tags r:id="rId257"/>
              </p:custDataLst>
            </p:nvPr>
          </p:nvSpPr>
          <p:spPr bwMode="auto">
            <a:xfrm>
              <a:off x="8710721" y="33705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022CC14D-03EF-981F-4984-01E9946A9FE4}"/>
                </a:ext>
              </a:extLst>
            </p:cNvPr>
            <p:cNvSpPr/>
            <p:nvPr>
              <p:custDataLst>
                <p:tags r:id="rId258"/>
              </p:custDataLst>
            </p:nvPr>
          </p:nvSpPr>
          <p:spPr bwMode="auto">
            <a:xfrm>
              <a:off x="8888521" y="33705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4FE8AA1E-2F55-09CA-90CD-A78A170BE28A}"/>
                </a:ext>
              </a:extLst>
            </p:cNvPr>
            <p:cNvSpPr/>
            <p:nvPr>
              <p:custDataLst>
                <p:tags r:id="rId259"/>
              </p:custDataLst>
            </p:nvPr>
          </p:nvSpPr>
          <p:spPr bwMode="auto">
            <a:xfrm>
              <a:off x="8977421" y="33705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62" name="Rectangle 261">
              <a:extLst>
                <a:ext uri="{FF2B5EF4-FFF2-40B4-BE49-F238E27FC236}">
                  <a16:creationId xmlns:a16="http://schemas.microsoft.com/office/drawing/2014/main" id="{87D45A85-B765-ACB8-DABF-E40C9C311E57}"/>
                </a:ext>
              </a:extLst>
            </p:cNvPr>
            <p:cNvSpPr/>
            <p:nvPr>
              <p:custDataLst>
                <p:tags r:id="rId260"/>
              </p:custDataLst>
            </p:nvPr>
          </p:nvSpPr>
          <p:spPr bwMode="auto">
            <a:xfrm>
              <a:off x="9066321" y="33705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1859AFD1-1C3D-6AB5-8EF3-80EC5E10A214}"/>
                </a:ext>
              </a:extLst>
            </p:cNvPr>
            <p:cNvSpPr/>
            <p:nvPr>
              <p:custDataLst>
                <p:tags r:id="rId261"/>
              </p:custDataLst>
            </p:nvPr>
          </p:nvSpPr>
          <p:spPr bwMode="auto">
            <a:xfrm>
              <a:off x="9510821" y="33705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64" name="Rectangle 263">
              <a:extLst>
                <a:ext uri="{FF2B5EF4-FFF2-40B4-BE49-F238E27FC236}">
                  <a16:creationId xmlns:a16="http://schemas.microsoft.com/office/drawing/2014/main" id="{EA2FC404-0BE6-3E7A-DB68-9E0E5209284A}"/>
                </a:ext>
              </a:extLst>
            </p:cNvPr>
            <p:cNvSpPr/>
            <p:nvPr>
              <p:custDataLst>
                <p:tags r:id="rId262"/>
              </p:custDataLst>
            </p:nvPr>
          </p:nvSpPr>
          <p:spPr bwMode="auto">
            <a:xfrm>
              <a:off x="9955321" y="33705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65" name="Rectangle 264">
              <a:extLst>
                <a:ext uri="{FF2B5EF4-FFF2-40B4-BE49-F238E27FC236}">
                  <a16:creationId xmlns:a16="http://schemas.microsoft.com/office/drawing/2014/main" id="{EA8E094E-F947-AF95-783E-779FC0DD9BBD}"/>
                </a:ext>
              </a:extLst>
            </p:cNvPr>
            <p:cNvSpPr/>
            <p:nvPr>
              <p:custDataLst>
                <p:tags r:id="rId263"/>
              </p:custDataLst>
            </p:nvPr>
          </p:nvSpPr>
          <p:spPr bwMode="auto">
            <a:xfrm>
              <a:off x="10133121" y="33705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66" name="Rectangle 265">
              <a:extLst>
                <a:ext uri="{FF2B5EF4-FFF2-40B4-BE49-F238E27FC236}">
                  <a16:creationId xmlns:a16="http://schemas.microsoft.com/office/drawing/2014/main" id="{2FDF9995-1A1A-BCF5-B7FC-C45C3CA7C6AC}"/>
                </a:ext>
              </a:extLst>
            </p:cNvPr>
            <p:cNvSpPr/>
            <p:nvPr>
              <p:custDataLst>
                <p:tags r:id="rId264"/>
              </p:custDataLst>
            </p:nvPr>
          </p:nvSpPr>
          <p:spPr bwMode="auto">
            <a:xfrm>
              <a:off x="10666521" y="33705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F7E302E6-D0BA-6FAE-7B8C-F4E9C4F956A5}"/>
                </a:ext>
              </a:extLst>
            </p:cNvPr>
            <p:cNvSpPr/>
            <p:nvPr>
              <p:custDataLst>
                <p:tags r:id="rId265"/>
              </p:custDataLst>
            </p:nvPr>
          </p:nvSpPr>
          <p:spPr bwMode="auto">
            <a:xfrm>
              <a:off x="10755421" y="33705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6AEFBB73-16E2-C7C0-EFBC-E8602E2A2619}"/>
                </a:ext>
              </a:extLst>
            </p:cNvPr>
            <p:cNvSpPr/>
            <p:nvPr>
              <p:custDataLst>
                <p:tags r:id="rId266"/>
              </p:custDataLst>
            </p:nvPr>
          </p:nvSpPr>
          <p:spPr bwMode="auto">
            <a:xfrm>
              <a:off x="8266221" y="34594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C32EF668-BC58-6E2F-D877-2E25BD75DCFB}"/>
                </a:ext>
              </a:extLst>
            </p:cNvPr>
            <p:cNvSpPr/>
            <p:nvPr>
              <p:custDataLst>
                <p:tags r:id="rId267"/>
              </p:custDataLst>
            </p:nvPr>
          </p:nvSpPr>
          <p:spPr bwMode="auto">
            <a:xfrm>
              <a:off x="8444021" y="34594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E772D459-E318-3BA7-1BA9-26CFA0DF4E36}"/>
                </a:ext>
              </a:extLst>
            </p:cNvPr>
            <p:cNvSpPr/>
            <p:nvPr>
              <p:custDataLst>
                <p:tags r:id="rId268"/>
              </p:custDataLst>
            </p:nvPr>
          </p:nvSpPr>
          <p:spPr bwMode="auto">
            <a:xfrm>
              <a:off x="8621821" y="34594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CB61CC2A-9FF9-493A-E905-38EFC796023F}"/>
                </a:ext>
              </a:extLst>
            </p:cNvPr>
            <p:cNvSpPr/>
            <p:nvPr>
              <p:custDataLst>
                <p:tags r:id="rId269"/>
              </p:custDataLst>
            </p:nvPr>
          </p:nvSpPr>
          <p:spPr bwMode="auto">
            <a:xfrm>
              <a:off x="8710721" y="34594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72" name="Rectangle 271">
              <a:extLst>
                <a:ext uri="{FF2B5EF4-FFF2-40B4-BE49-F238E27FC236}">
                  <a16:creationId xmlns:a16="http://schemas.microsoft.com/office/drawing/2014/main" id="{C87CCE6C-1910-CED4-5529-5F4DAD366C37}"/>
                </a:ext>
              </a:extLst>
            </p:cNvPr>
            <p:cNvSpPr/>
            <p:nvPr>
              <p:custDataLst>
                <p:tags r:id="rId270"/>
              </p:custDataLst>
            </p:nvPr>
          </p:nvSpPr>
          <p:spPr bwMode="auto">
            <a:xfrm>
              <a:off x="8799621" y="34594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73" name="Rectangle 272">
              <a:extLst>
                <a:ext uri="{FF2B5EF4-FFF2-40B4-BE49-F238E27FC236}">
                  <a16:creationId xmlns:a16="http://schemas.microsoft.com/office/drawing/2014/main" id="{42F20960-4F00-8532-05A0-8D0D055CDD0F}"/>
                </a:ext>
              </a:extLst>
            </p:cNvPr>
            <p:cNvSpPr/>
            <p:nvPr>
              <p:custDataLst>
                <p:tags r:id="rId271"/>
              </p:custDataLst>
            </p:nvPr>
          </p:nvSpPr>
          <p:spPr bwMode="auto">
            <a:xfrm>
              <a:off x="8888521" y="34594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74" name="Rectangle 273">
              <a:extLst>
                <a:ext uri="{FF2B5EF4-FFF2-40B4-BE49-F238E27FC236}">
                  <a16:creationId xmlns:a16="http://schemas.microsoft.com/office/drawing/2014/main" id="{4B64021B-F6B7-2882-F53A-67E51E899B8E}"/>
                </a:ext>
              </a:extLst>
            </p:cNvPr>
            <p:cNvSpPr/>
            <p:nvPr>
              <p:custDataLst>
                <p:tags r:id="rId272"/>
              </p:custDataLst>
            </p:nvPr>
          </p:nvSpPr>
          <p:spPr bwMode="auto">
            <a:xfrm>
              <a:off x="8977421" y="34594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75" name="Rectangle 274">
              <a:extLst>
                <a:ext uri="{FF2B5EF4-FFF2-40B4-BE49-F238E27FC236}">
                  <a16:creationId xmlns:a16="http://schemas.microsoft.com/office/drawing/2014/main" id="{014E41F4-1ABB-E5EA-EE58-BD6A54C7A495}"/>
                </a:ext>
              </a:extLst>
            </p:cNvPr>
            <p:cNvSpPr/>
            <p:nvPr>
              <p:custDataLst>
                <p:tags r:id="rId273"/>
              </p:custDataLst>
            </p:nvPr>
          </p:nvSpPr>
          <p:spPr bwMode="auto">
            <a:xfrm>
              <a:off x="9066321" y="34594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76" name="Rectangle 275">
              <a:extLst>
                <a:ext uri="{FF2B5EF4-FFF2-40B4-BE49-F238E27FC236}">
                  <a16:creationId xmlns:a16="http://schemas.microsoft.com/office/drawing/2014/main" id="{18084AC6-53B0-17A4-60FF-5E62093F1E12}"/>
                </a:ext>
              </a:extLst>
            </p:cNvPr>
            <p:cNvSpPr/>
            <p:nvPr>
              <p:custDataLst>
                <p:tags r:id="rId274"/>
              </p:custDataLst>
            </p:nvPr>
          </p:nvSpPr>
          <p:spPr bwMode="auto">
            <a:xfrm>
              <a:off x="9333021" y="34594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955FE4AF-07E9-11F9-A65C-78D002D31B24}"/>
                </a:ext>
              </a:extLst>
            </p:cNvPr>
            <p:cNvSpPr/>
            <p:nvPr>
              <p:custDataLst>
                <p:tags r:id="rId275"/>
              </p:custDataLst>
            </p:nvPr>
          </p:nvSpPr>
          <p:spPr bwMode="auto">
            <a:xfrm>
              <a:off x="9421921" y="34594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3C7AE603-11AC-C745-7E9D-6B5C80BDA6D6}"/>
                </a:ext>
              </a:extLst>
            </p:cNvPr>
            <p:cNvSpPr/>
            <p:nvPr>
              <p:custDataLst>
                <p:tags r:id="rId276"/>
              </p:custDataLst>
            </p:nvPr>
          </p:nvSpPr>
          <p:spPr bwMode="auto">
            <a:xfrm>
              <a:off x="9510821" y="34594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951516E6-DEB2-5284-5E05-C5F48024ABA2}"/>
                </a:ext>
              </a:extLst>
            </p:cNvPr>
            <p:cNvSpPr/>
            <p:nvPr>
              <p:custDataLst>
                <p:tags r:id="rId277"/>
              </p:custDataLst>
            </p:nvPr>
          </p:nvSpPr>
          <p:spPr bwMode="auto">
            <a:xfrm>
              <a:off x="9599721" y="34594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80" name="Rectangle 279">
              <a:extLst>
                <a:ext uri="{FF2B5EF4-FFF2-40B4-BE49-F238E27FC236}">
                  <a16:creationId xmlns:a16="http://schemas.microsoft.com/office/drawing/2014/main" id="{D6A26A06-CB0C-A4F7-9890-5D07F5BA8A04}"/>
                </a:ext>
              </a:extLst>
            </p:cNvPr>
            <p:cNvSpPr/>
            <p:nvPr>
              <p:custDataLst>
                <p:tags r:id="rId278"/>
              </p:custDataLst>
            </p:nvPr>
          </p:nvSpPr>
          <p:spPr bwMode="auto">
            <a:xfrm>
              <a:off x="9688621" y="34594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81" name="Rectangle 280">
              <a:extLst>
                <a:ext uri="{FF2B5EF4-FFF2-40B4-BE49-F238E27FC236}">
                  <a16:creationId xmlns:a16="http://schemas.microsoft.com/office/drawing/2014/main" id="{52061173-744C-D90E-8D1B-AB88CA607C90}"/>
                </a:ext>
              </a:extLst>
            </p:cNvPr>
            <p:cNvSpPr/>
            <p:nvPr>
              <p:custDataLst>
                <p:tags r:id="rId279"/>
              </p:custDataLst>
            </p:nvPr>
          </p:nvSpPr>
          <p:spPr bwMode="auto">
            <a:xfrm>
              <a:off x="9955321" y="34594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82" name="Rectangle 281">
              <a:extLst>
                <a:ext uri="{FF2B5EF4-FFF2-40B4-BE49-F238E27FC236}">
                  <a16:creationId xmlns:a16="http://schemas.microsoft.com/office/drawing/2014/main" id="{2F8560F5-CDF1-2389-28C5-35F822C66B72}"/>
                </a:ext>
              </a:extLst>
            </p:cNvPr>
            <p:cNvSpPr/>
            <p:nvPr>
              <p:custDataLst>
                <p:tags r:id="rId280"/>
              </p:custDataLst>
            </p:nvPr>
          </p:nvSpPr>
          <p:spPr bwMode="auto">
            <a:xfrm>
              <a:off x="10044221" y="34594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83" name="Rectangle 282">
              <a:extLst>
                <a:ext uri="{FF2B5EF4-FFF2-40B4-BE49-F238E27FC236}">
                  <a16:creationId xmlns:a16="http://schemas.microsoft.com/office/drawing/2014/main" id="{E323C83C-C61D-E9BA-F446-F8EF19D40992}"/>
                </a:ext>
              </a:extLst>
            </p:cNvPr>
            <p:cNvSpPr/>
            <p:nvPr>
              <p:custDataLst>
                <p:tags r:id="rId281"/>
              </p:custDataLst>
            </p:nvPr>
          </p:nvSpPr>
          <p:spPr bwMode="auto">
            <a:xfrm>
              <a:off x="10133121" y="34594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84" name="Rectangle 283">
              <a:extLst>
                <a:ext uri="{FF2B5EF4-FFF2-40B4-BE49-F238E27FC236}">
                  <a16:creationId xmlns:a16="http://schemas.microsoft.com/office/drawing/2014/main" id="{7EBBBCB5-6E73-A8A4-4EB5-B3F38F55A27A}"/>
                </a:ext>
              </a:extLst>
            </p:cNvPr>
            <p:cNvSpPr/>
            <p:nvPr>
              <p:custDataLst>
                <p:tags r:id="rId282"/>
              </p:custDataLst>
            </p:nvPr>
          </p:nvSpPr>
          <p:spPr bwMode="auto">
            <a:xfrm>
              <a:off x="10310921" y="34594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85" name="Rectangle 284">
              <a:extLst>
                <a:ext uri="{FF2B5EF4-FFF2-40B4-BE49-F238E27FC236}">
                  <a16:creationId xmlns:a16="http://schemas.microsoft.com/office/drawing/2014/main" id="{84203CA0-CB9C-2F08-DA39-9CA85F132B06}"/>
                </a:ext>
              </a:extLst>
            </p:cNvPr>
            <p:cNvSpPr/>
            <p:nvPr>
              <p:custDataLst>
                <p:tags r:id="rId283"/>
              </p:custDataLst>
            </p:nvPr>
          </p:nvSpPr>
          <p:spPr bwMode="auto">
            <a:xfrm>
              <a:off x="10666521" y="34594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86" name="Rectangle 285">
              <a:extLst>
                <a:ext uri="{FF2B5EF4-FFF2-40B4-BE49-F238E27FC236}">
                  <a16:creationId xmlns:a16="http://schemas.microsoft.com/office/drawing/2014/main" id="{C4333BA7-9D19-6B0F-E9B9-94CCC1DA2D69}"/>
                </a:ext>
              </a:extLst>
            </p:cNvPr>
            <p:cNvSpPr/>
            <p:nvPr>
              <p:custDataLst>
                <p:tags r:id="rId284"/>
              </p:custDataLst>
            </p:nvPr>
          </p:nvSpPr>
          <p:spPr bwMode="auto">
            <a:xfrm>
              <a:off x="8266221" y="35483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87" name="Rectangle 286">
              <a:extLst>
                <a:ext uri="{FF2B5EF4-FFF2-40B4-BE49-F238E27FC236}">
                  <a16:creationId xmlns:a16="http://schemas.microsoft.com/office/drawing/2014/main" id="{B8DDE1A3-4373-9E9C-07E0-26A2F8929DC6}"/>
                </a:ext>
              </a:extLst>
            </p:cNvPr>
            <p:cNvSpPr/>
            <p:nvPr>
              <p:custDataLst>
                <p:tags r:id="rId285"/>
              </p:custDataLst>
            </p:nvPr>
          </p:nvSpPr>
          <p:spPr bwMode="auto">
            <a:xfrm>
              <a:off x="8355121" y="35483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88" name="Rectangle 287">
              <a:extLst>
                <a:ext uri="{FF2B5EF4-FFF2-40B4-BE49-F238E27FC236}">
                  <a16:creationId xmlns:a16="http://schemas.microsoft.com/office/drawing/2014/main" id="{EF3FE998-781F-15E1-807A-72262827D8CA}"/>
                </a:ext>
              </a:extLst>
            </p:cNvPr>
            <p:cNvSpPr/>
            <p:nvPr>
              <p:custDataLst>
                <p:tags r:id="rId286"/>
              </p:custDataLst>
            </p:nvPr>
          </p:nvSpPr>
          <p:spPr bwMode="auto">
            <a:xfrm>
              <a:off x="8621821" y="35483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89" name="Rectangle 288">
              <a:extLst>
                <a:ext uri="{FF2B5EF4-FFF2-40B4-BE49-F238E27FC236}">
                  <a16:creationId xmlns:a16="http://schemas.microsoft.com/office/drawing/2014/main" id="{E02EB057-4734-E6C6-F6D4-951210C12345}"/>
                </a:ext>
              </a:extLst>
            </p:cNvPr>
            <p:cNvSpPr/>
            <p:nvPr>
              <p:custDataLst>
                <p:tags r:id="rId287"/>
              </p:custDataLst>
            </p:nvPr>
          </p:nvSpPr>
          <p:spPr bwMode="auto">
            <a:xfrm>
              <a:off x="8710721" y="35483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90" name="Rectangle 289">
              <a:extLst>
                <a:ext uri="{FF2B5EF4-FFF2-40B4-BE49-F238E27FC236}">
                  <a16:creationId xmlns:a16="http://schemas.microsoft.com/office/drawing/2014/main" id="{7F7B595A-A6BE-AD6E-E43A-58C36CF97A45}"/>
                </a:ext>
              </a:extLst>
            </p:cNvPr>
            <p:cNvSpPr/>
            <p:nvPr>
              <p:custDataLst>
                <p:tags r:id="rId288"/>
              </p:custDataLst>
            </p:nvPr>
          </p:nvSpPr>
          <p:spPr bwMode="auto">
            <a:xfrm>
              <a:off x="8888521" y="35483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D2549144-06D8-410A-BEC0-A07EA43C7718}"/>
                </a:ext>
              </a:extLst>
            </p:cNvPr>
            <p:cNvSpPr/>
            <p:nvPr>
              <p:custDataLst>
                <p:tags r:id="rId289"/>
              </p:custDataLst>
            </p:nvPr>
          </p:nvSpPr>
          <p:spPr bwMode="auto">
            <a:xfrm>
              <a:off x="8977421" y="35483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92" name="Rectangle 291">
              <a:extLst>
                <a:ext uri="{FF2B5EF4-FFF2-40B4-BE49-F238E27FC236}">
                  <a16:creationId xmlns:a16="http://schemas.microsoft.com/office/drawing/2014/main" id="{C931AB4D-A5AA-4DC9-032B-84817CFAE7EA}"/>
                </a:ext>
              </a:extLst>
            </p:cNvPr>
            <p:cNvSpPr/>
            <p:nvPr>
              <p:custDataLst>
                <p:tags r:id="rId290"/>
              </p:custDataLst>
            </p:nvPr>
          </p:nvSpPr>
          <p:spPr bwMode="auto">
            <a:xfrm>
              <a:off x="9066321" y="35483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93" name="Rectangle 292">
              <a:extLst>
                <a:ext uri="{FF2B5EF4-FFF2-40B4-BE49-F238E27FC236}">
                  <a16:creationId xmlns:a16="http://schemas.microsoft.com/office/drawing/2014/main" id="{4C56FFF1-9B9C-30EF-5588-FE87CCD7FE20}"/>
                </a:ext>
              </a:extLst>
            </p:cNvPr>
            <p:cNvSpPr/>
            <p:nvPr>
              <p:custDataLst>
                <p:tags r:id="rId291"/>
              </p:custDataLst>
            </p:nvPr>
          </p:nvSpPr>
          <p:spPr bwMode="auto">
            <a:xfrm>
              <a:off x="9244121" y="35483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94" name="Rectangle 293">
              <a:extLst>
                <a:ext uri="{FF2B5EF4-FFF2-40B4-BE49-F238E27FC236}">
                  <a16:creationId xmlns:a16="http://schemas.microsoft.com/office/drawing/2014/main" id="{2725F0FE-1487-1118-3182-64E576443C30}"/>
                </a:ext>
              </a:extLst>
            </p:cNvPr>
            <p:cNvSpPr/>
            <p:nvPr>
              <p:custDataLst>
                <p:tags r:id="rId292"/>
              </p:custDataLst>
            </p:nvPr>
          </p:nvSpPr>
          <p:spPr bwMode="auto">
            <a:xfrm>
              <a:off x="9777521" y="35483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95" name="Rectangle 294">
              <a:extLst>
                <a:ext uri="{FF2B5EF4-FFF2-40B4-BE49-F238E27FC236}">
                  <a16:creationId xmlns:a16="http://schemas.microsoft.com/office/drawing/2014/main" id="{901F63E8-FEF1-C9C4-88EE-1733F731E23B}"/>
                </a:ext>
              </a:extLst>
            </p:cNvPr>
            <p:cNvSpPr/>
            <p:nvPr>
              <p:custDataLst>
                <p:tags r:id="rId293"/>
              </p:custDataLst>
            </p:nvPr>
          </p:nvSpPr>
          <p:spPr bwMode="auto">
            <a:xfrm>
              <a:off x="10044221" y="35483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C4B1CE84-AEB7-D032-B5DE-3F607D2CD612}"/>
                </a:ext>
              </a:extLst>
            </p:cNvPr>
            <p:cNvSpPr/>
            <p:nvPr>
              <p:custDataLst>
                <p:tags r:id="rId294"/>
              </p:custDataLst>
            </p:nvPr>
          </p:nvSpPr>
          <p:spPr bwMode="auto">
            <a:xfrm>
              <a:off x="10222021" y="35483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97" name="Rectangle 296">
              <a:extLst>
                <a:ext uri="{FF2B5EF4-FFF2-40B4-BE49-F238E27FC236}">
                  <a16:creationId xmlns:a16="http://schemas.microsoft.com/office/drawing/2014/main" id="{5709FC01-F1B6-C726-8592-038B2B103F70}"/>
                </a:ext>
              </a:extLst>
            </p:cNvPr>
            <p:cNvSpPr/>
            <p:nvPr>
              <p:custDataLst>
                <p:tags r:id="rId295"/>
              </p:custDataLst>
            </p:nvPr>
          </p:nvSpPr>
          <p:spPr bwMode="auto">
            <a:xfrm>
              <a:off x="10310921" y="35483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98" name="Rectangle 297">
              <a:extLst>
                <a:ext uri="{FF2B5EF4-FFF2-40B4-BE49-F238E27FC236}">
                  <a16:creationId xmlns:a16="http://schemas.microsoft.com/office/drawing/2014/main" id="{264BA07D-73CB-671B-2D3A-850606332701}"/>
                </a:ext>
              </a:extLst>
            </p:cNvPr>
            <p:cNvSpPr/>
            <p:nvPr>
              <p:custDataLst>
                <p:tags r:id="rId296"/>
              </p:custDataLst>
            </p:nvPr>
          </p:nvSpPr>
          <p:spPr bwMode="auto">
            <a:xfrm>
              <a:off x="10399821" y="35483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99" name="Rectangle 298">
              <a:extLst>
                <a:ext uri="{FF2B5EF4-FFF2-40B4-BE49-F238E27FC236}">
                  <a16:creationId xmlns:a16="http://schemas.microsoft.com/office/drawing/2014/main" id="{0CC9FCE8-A7B8-FB78-DD02-6EC9A8D224BF}"/>
                </a:ext>
              </a:extLst>
            </p:cNvPr>
            <p:cNvSpPr/>
            <p:nvPr>
              <p:custDataLst>
                <p:tags r:id="rId297"/>
              </p:custDataLst>
            </p:nvPr>
          </p:nvSpPr>
          <p:spPr bwMode="auto">
            <a:xfrm>
              <a:off x="10488721" y="35483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00" name="Rectangle 299">
              <a:extLst>
                <a:ext uri="{FF2B5EF4-FFF2-40B4-BE49-F238E27FC236}">
                  <a16:creationId xmlns:a16="http://schemas.microsoft.com/office/drawing/2014/main" id="{22DBB4E6-3BFC-DB50-FB4D-27157A171900}"/>
                </a:ext>
              </a:extLst>
            </p:cNvPr>
            <p:cNvSpPr/>
            <p:nvPr>
              <p:custDataLst>
                <p:tags r:id="rId298"/>
              </p:custDataLst>
            </p:nvPr>
          </p:nvSpPr>
          <p:spPr bwMode="auto">
            <a:xfrm>
              <a:off x="10666521" y="35483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01" name="Rectangle 300">
              <a:extLst>
                <a:ext uri="{FF2B5EF4-FFF2-40B4-BE49-F238E27FC236}">
                  <a16:creationId xmlns:a16="http://schemas.microsoft.com/office/drawing/2014/main" id="{247ABD70-18E5-2479-E939-933FCC9AC316}"/>
                </a:ext>
              </a:extLst>
            </p:cNvPr>
            <p:cNvSpPr/>
            <p:nvPr>
              <p:custDataLst>
                <p:tags r:id="rId299"/>
              </p:custDataLst>
            </p:nvPr>
          </p:nvSpPr>
          <p:spPr bwMode="auto">
            <a:xfrm>
              <a:off x="10755421" y="35483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7A25148C-78FB-BECF-018B-68A861CA325F}"/>
                </a:ext>
              </a:extLst>
            </p:cNvPr>
            <p:cNvSpPr/>
            <p:nvPr>
              <p:custDataLst>
                <p:tags r:id="rId300"/>
              </p:custDataLst>
            </p:nvPr>
          </p:nvSpPr>
          <p:spPr bwMode="auto">
            <a:xfrm>
              <a:off x="8621821" y="36372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03" name="Rectangle 302">
              <a:extLst>
                <a:ext uri="{FF2B5EF4-FFF2-40B4-BE49-F238E27FC236}">
                  <a16:creationId xmlns:a16="http://schemas.microsoft.com/office/drawing/2014/main" id="{02819EE8-AF85-2869-E6F2-86377C0A65CC}"/>
                </a:ext>
              </a:extLst>
            </p:cNvPr>
            <p:cNvSpPr/>
            <p:nvPr>
              <p:custDataLst>
                <p:tags r:id="rId301"/>
              </p:custDataLst>
            </p:nvPr>
          </p:nvSpPr>
          <p:spPr bwMode="auto">
            <a:xfrm>
              <a:off x="8710721" y="36372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04" name="Rectangle 303">
              <a:extLst>
                <a:ext uri="{FF2B5EF4-FFF2-40B4-BE49-F238E27FC236}">
                  <a16:creationId xmlns:a16="http://schemas.microsoft.com/office/drawing/2014/main" id="{DA12E5F9-8CE9-B0B9-A988-68300C93C381}"/>
                </a:ext>
              </a:extLst>
            </p:cNvPr>
            <p:cNvSpPr/>
            <p:nvPr>
              <p:custDataLst>
                <p:tags r:id="rId302"/>
              </p:custDataLst>
            </p:nvPr>
          </p:nvSpPr>
          <p:spPr bwMode="auto">
            <a:xfrm>
              <a:off x="8799621" y="36372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05" name="Rectangle 304">
              <a:extLst>
                <a:ext uri="{FF2B5EF4-FFF2-40B4-BE49-F238E27FC236}">
                  <a16:creationId xmlns:a16="http://schemas.microsoft.com/office/drawing/2014/main" id="{A51E2B38-3389-F6B4-D866-E1D82FA63646}"/>
                </a:ext>
              </a:extLst>
            </p:cNvPr>
            <p:cNvSpPr/>
            <p:nvPr>
              <p:custDataLst>
                <p:tags r:id="rId303"/>
              </p:custDataLst>
            </p:nvPr>
          </p:nvSpPr>
          <p:spPr bwMode="auto">
            <a:xfrm>
              <a:off x="8888521" y="36372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06" name="Rectangle 305">
              <a:extLst>
                <a:ext uri="{FF2B5EF4-FFF2-40B4-BE49-F238E27FC236}">
                  <a16:creationId xmlns:a16="http://schemas.microsoft.com/office/drawing/2014/main" id="{1C86F4AA-A42B-4F59-F948-DD25DED85B65}"/>
                </a:ext>
              </a:extLst>
            </p:cNvPr>
            <p:cNvSpPr/>
            <p:nvPr>
              <p:custDataLst>
                <p:tags r:id="rId304"/>
              </p:custDataLst>
            </p:nvPr>
          </p:nvSpPr>
          <p:spPr bwMode="auto">
            <a:xfrm>
              <a:off x="9066321" y="36372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07" name="Rectangle 306">
              <a:extLst>
                <a:ext uri="{FF2B5EF4-FFF2-40B4-BE49-F238E27FC236}">
                  <a16:creationId xmlns:a16="http://schemas.microsoft.com/office/drawing/2014/main" id="{46489164-8BAF-3540-CDFB-FF5386A5684A}"/>
                </a:ext>
              </a:extLst>
            </p:cNvPr>
            <p:cNvSpPr/>
            <p:nvPr>
              <p:custDataLst>
                <p:tags r:id="rId305"/>
              </p:custDataLst>
            </p:nvPr>
          </p:nvSpPr>
          <p:spPr bwMode="auto">
            <a:xfrm>
              <a:off x="9155221" y="36372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08" name="Rectangle 307">
              <a:extLst>
                <a:ext uri="{FF2B5EF4-FFF2-40B4-BE49-F238E27FC236}">
                  <a16:creationId xmlns:a16="http://schemas.microsoft.com/office/drawing/2014/main" id="{6B4143FB-89F6-B1A4-BC92-1C23810392B2}"/>
                </a:ext>
              </a:extLst>
            </p:cNvPr>
            <p:cNvSpPr/>
            <p:nvPr>
              <p:custDataLst>
                <p:tags r:id="rId306"/>
              </p:custDataLst>
            </p:nvPr>
          </p:nvSpPr>
          <p:spPr bwMode="auto">
            <a:xfrm>
              <a:off x="9333021" y="36372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E055FC8E-4604-8EF4-49F7-D05E4332B03D}"/>
                </a:ext>
              </a:extLst>
            </p:cNvPr>
            <p:cNvSpPr/>
            <p:nvPr>
              <p:custDataLst>
                <p:tags r:id="rId307"/>
              </p:custDataLst>
            </p:nvPr>
          </p:nvSpPr>
          <p:spPr bwMode="auto">
            <a:xfrm>
              <a:off x="9421921" y="36372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10" name="Rectangle 309">
              <a:extLst>
                <a:ext uri="{FF2B5EF4-FFF2-40B4-BE49-F238E27FC236}">
                  <a16:creationId xmlns:a16="http://schemas.microsoft.com/office/drawing/2014/main" id="{5343AEE4-3B5C-1FE2-12DE-D542507E0912}"/>
                </a:ext>
              </a:extLst>
            </p:cNvPr>
            <p:cNvSpPr/>
            <p:nvPr>
              <p:custDataLst>
                <p:tags r:id="rId308"/>
              </p:custDataLst>
            </p:nvPr>
          </p:nvSpPr>
          <p:spPr bwMode="auto">
            <a:xfrm>
              <a:off x="9510821" y="36372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11" name="Rectangle 310">
              <a:extLst>
                <a:ext uri="{FF2B5EF4-FFF2-40B4-BE49-F238E27FC236}">
                  <a16:creationId xmlns:a16="http://schemas.microsoft.com/office/drawing/2014/main" id="{5E2E59E1-D05C-1205-20C7-006B0B272A5E}"/>
                </a:ext>
              </a:extLst>
            </p:cNvPr>
            <p:cNvSpPr/>
            <p:nvPr>
              <p:custDataLst>
                <p:tags r:id="rId309"/>
              </p:custDataLst>
            </p:nvPr>
          </p:nvSpPr>
          <p:spPr bwMode="auto">
            <a:xfrm>
              <a:off x="9599721" y="36372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A6242B7D-A392-FFF5-1633-02B366B579DE}"/>
                </a:ext>
              </a:extLst>
            </p:cNvPr>
            <p:cNvSpPr/>
            <p:nvPr>
              <p:custDataLst>
                <p:tags r:id="rId310"/>
              </p:custDataLst>
            </p:nvPr>
          </p:nvSpPr>
          <p:spPr bwMode="auto">
            <a:xfrm>
              <a:off x="9777521" y="36372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13" name="Rectangle 312">
              <a:extLst>
                <a:ext uri="{FF2B5EF4-FFF2-40B4-BE49-F238E27FC236}">
                  <a16:creationId xmlns:a16="http://schemas.microsoft.com/office/drawing/2014/main" id="{5B423296-6736-1B5A-CD5B-3E9477AEAADD}"/>
                </a:ext>
              </a:extLst>
            </p:cNvPr>
            <p:cNvSpPr/>
            <p:nvPr>
              <p:custDataLst>
                <p:tags r:id="rId311"/>
              </p:custDataLst>
            </p:nvPr>
          </p:nvSpPr>
          <p:spPr bwMode="auto">
            <a:xfrm>
              <a:off x="10044221" y="36372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14" name="Rectangle 313">
              <a:extLst>
                <a:ext uri="{FF2B5EF4-FFF2-40B4-BE49-F238E27FC236}">
                  <a16:creationId xmlns:a16="http://schemas.microsoft.com/office/drawing/2014/main" id="{F2AB8DB3-A1DB-DB79-EE32-B2F65AB256CB}"/>
                </a:ext>
              </a:extLst>
            </p:cNvPr>
            <p:cNvSpPr/>
            <p:nvPr>
              <p:custDataLst>
                <p:tags r:id="rId312"/>
              </p:custDataLst>
            </p:nvPr>
          </p:nvSpPr>
          <p:spPr bwMode="auto">
            <a:xfrm>
              <a:off x="10133121" y="36372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15" name="Rectangle 314">
              <a:extLst>
                <a:ext uri="{FF2B5EF4-FFF2-40B4-BE49-F238E27FC236}">
                  <a16:creationId xmlns:a16="http://schemas.microsoft.com/office/drawing/2014/main" id="{3BB960FF-A258-366A-25C4-E8D1A626F02B}"/>
                </a:ext>
              </a:extLst>
            </p:cNvPr>
            <p:cNvSpPr/>
            <p:nvPr>
              <p:custDataLst>
                <p:tags r:id="rId313"/>
              </p:custDataLst>
            </p:nvPr>
          </p:nvSpPr>
          <p:spPr bwMode="auto">
            <a:xfrm>
              <a:off x="10222021" y="36372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16" name="Rectangle 315">
              <a:extLst>
                <a:ext uri="{FF2B5EF4-FFF2-40B4-BE49-F238E27FC236}">
                  <a16:creationId xmlns:a16="http://schemas.microsoft.com/office/drawing/2014/main" id="{768BC288-D291-4BC2-87EA-9F082756D816}"/>
                </a:ext>
              </a:extLst>
            </p:cNvPr>
            <p:cNvSpPr/>
            <p:nvPr>
              <p:custDataLst>
                <p:tags r:id="rId314"/>
              </p:custDataLst>
            </p:nvPr>
          </p:nvSpPr>
          <p:spPr bwMode="auto">
            <a:xfrm>
              <a:off x="10577621" y="36372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8E9D6576-E2B8-8900-94C9-5561DE98241A}"/>
                </a:ext>
              </a:extLst>
            </p:cNvPr>
            <p:cNvSpPr/>
            <p:nvPr>
              <p:custDataLst>
                <p:tags r:id="rId315"/>
              </p:custDataLst>
            </p:nvPr>
          </p:nvSpPr>
          <p:spPr bwMode="auto">
            <a:xfrm>
              <a:off x="10755421" y="36372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18" name="Rectangle 317">
              <a:extLst>
                <a:ext uri="{FF2B5EF4-FFF2-40B4-BE49-F238E27FC236}">
                  <a16:creationId xmlns:a16="http://schemas.microsoft.com/office/drawing/2014/main" id="{7DA123FE-71A2-9DCE-CA61-49C299347654}"/>
                </a:ext>
              </a:extLst>
            </p:cNvPr>
            <p:cNvSpPr/>
            <p:nvPr>
              <p:custDataLst>
                <p:tags r:id="rId316"/>
              </p:custDataLst>
            </p:nvPr>
          </p:nvSpPr>
          <p:spPr bwMode="auto">
            <a:xfrm>
              <a:off x="8532921" y="37261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19" name="Rectangle 318">
              <a:extLst>
                <a:ext uri="{FF2B5EF4-FFF2-40B4-BE49-F238E27FC236}">
                  <a16:creationId xmlns:a16="http://schemas.microsoft.com/office/drawing/2014/main" id="{F3CBCFA7-ACD1-D230-A47A-6CF643D360E9}"/>
                </a:ext>
              </a:extLst>
            </p:cNvPr>
            <p:cNvSpPr/>
            <p:nvPr>
              <p:custDataLst>
                <p:tags r:id="rId317"/>
              </p:custDataLst>
            </p:nvPr>
          </p:nvSpPr>
          <p:spPr bwMode="auto">
            <a:xfrm>
              <a:off x="8977421" y="37261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20" name="Rectangle 319">
              <a:extLst>
                <a:ext uri="{FF2B5EF4-FFF2-40B4-BE49-F238E27FC236}">
                  <a16:creationId xmlns:a16="http://schemas.microsoft.com/office/drawing/2014/main" id="{C4ED8ADC-504B-2CA4-A0B7-5D70629D10CF}"/>
                </a:ext>
              </a:extLst>
            </p:cNvPr>
            <p:cNvSpPr/>
            <p:nvPr>
              <p:custDataLst>
                <p:tags r:id="rId318"/>
              </p:custDataLst>
            </p:nvPr>
          </p:nvSpPr>
          <p:spPr bwMode="auto">
            <a:xfrm>
              <a:off x="9066321" y="37261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21" name="Rectangle 320">
              <a:extLst>
                <a:ext uri="{FF2B5EF4-FFF2-40B4-BE49-F238E27FC236}">
                  <a16:creationId xmlns:a16="http://schemas.microsoft.com/office/drawing/2014/main" id="{10343329-CA48-14E7-8235-B3272994DCD3}"/>
                </a:ext>
              </a:extLst>
            </p:cNvPr>
            <p:cNvSpPr/>
            <p:nvPr>
              <p:custDataLst>
                <p:tags r:id="rId319"/>
              </p:custDataLst>
            </p:nvPr>
          </p:nvSpPr>
          <p:spPr bwMode="auto">
            <a:xfrm>
              <a:off x="9155221" y="37261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22" name="Rectangle 321">
              <a:extLst>
                <a:ext uri="{FF2B5EF4-FFF2-40B4-BE49-F238E27FC236}">
                  <a16:creationId xmlns:a16="http://schemas.microsoft.com/office/drawing/2014/main" id="{8A63AA11-32AE-0EB7-5EA9-AB51614F77E8}"/>
                </a:ext>
              </a:extLst>
            </p:cNvPr>
            <p:cNvSpPr/>
            <p:nvPr>
              <p:custDataLst>
                <p:tags r:id="rId320"/>
              </p:custDataLst>
            </p:nvPr>
          </p:nvSpPr>
          <p:spPr bwMode="auto">
            <a:xfrm>
              <a:off x="9244121" y="37261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23" name="Rectangle 322">
              <a:extLst>
                <a:ext uri="{FF2B5EF4-FFF2-40B4-BE49-F238E27FC236}">
                  <a16:creationId xmlns:a16="http://schemas.microsoft.com/office/drawing/2014/main" id="{A16768F7-F35E-F1DB-578E-858D280CA606}"/>
                </a:ext>
              </a:extLst>
            </p:cNvPr>
            <p:cNvSpPr/>
            <p:nvPr>
              <p:custDataLst>
                <p:tags r:id="rId321"/>
              </p:custDataLst>
            </p:nvPr>
          </p:nvSpPr>
          <p:spPr bwMode="auto">
            <a:xfrm>
              <a:off x="9333021" y="37261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24" name="Rectangle 323">
              <a:extLst>
                <a:ext uri="{FF2B5EF4-FFF2-40B4-BE49-F238E27FC236}">
                  <a16:creationId xmlns:a16="http://schemas.microsoft.com/office/drawing/2014/main" id="{63FD3602-67AB-4835-71ED-57B073608B0A}"/>
                </a:ext>
              </a:extLst>
            </p:cNvPr>
            <p:cNvSpPr/>
            <p:nvPr>
              <p:custDataLst>
                <p:tags r:id="rId322"/>
              </p:custDataLst>
            </p:nvPr>
          </p:nvSpPr>
          <p:spPr bwMode="auto">
            <a:xfrm>
              <a:off x="9421921" y="37261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25" name="Rectangle 324">
              <a:extLst>
                <a:ext uri="{FF2B5EF4-FFF2-40B4-BE49-F238E27FC236}">
                  <a16:creationId xmlns:a16="http://schemas.microsoft.com/office/drawing/2014/main" id="{7B67FDB5-088F-B454-5FE8-1FDAD4FE5009}"/>
                </a:ext>
              </a:extLst>
            </p:cNvPr>
            <p:cNvSpPr/>
            <p:nvPr>
              <p:custDataLst>
                <p:tags r:id="rId323"/>
              </p:custDataLst>
            </p:nvPr>
          </p:nvSpPr>
          <p:spPr bwMode="auto">
            <a:xfrm>
              <a:off x="9599721" y="37261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26" name="Rectangle 325">
              <a:extLst>
                <a:ext uri="{FF2B5EF4-FFF2-40B4-BE49-F238E27FC236}">
                  <a16:creationId xmlns:a16="http://schemas.microsoft.com/office/drawing/2014/main" id="{681B019E-CBFA-94DA-7B40-5B137E8B96F1}"/>
                </a:ext>
              </a:extLst>
            </p:cNvPr>
            <p:cNvSpPr/>
            <p:nvPr>
              <p:custDataLst>
                <p:tags r:id="rId324"/>
              </p:custDataLst>
            </p:nvPr>
          </p:nvSpPr>
          <p:spPr bwMode="auto">
            <a:xfrm>
              <a:off x="9688621" y="37261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27" name="Rectangle 326">
              <a:extLst>
                <a:ext uri="{FF2B5EF4-FFF2-40B4-BE49-F238E27FC236}">
                  <a16:creationId xmlns:a16="http://schemas.microsoft.com/office/drawing/2014/main" id="{A639EDBD-33FD-6C7F-7B37-A54775FAF204}"/>
                </a:ext>
              </a:extLst>
            </p:cNvPr>
            <p:cNvSpPr/>
            <p:nvPr>
              <p:custDataLst>
                <p:tags r:id="rId325"/>
              </p:custDataLst>
            </p:nvPr>
          </p:nvSpPr>
          <p:spPr bwMode="auto">
            <a:xfrm>
              <a:off x="9777521" y="37261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28" name="Rectangle 327">
              <a:extLst>
                <a:ext uri="{FF2B5EF4-FFF2-40B4-BE49-F238E27FC236}">
                  <a16:creationId xmlns:a16="http://schemas.microsoft.com/office/drawing/2014/main" id="{90740580-0A92-7690-E726-36D29BF94C81}"/>
                </a:ext>
              </a:extLst>
            </p:cNvPr>
            <p:cNvSpPr/>
            <p:nvPr>
              <p:custDataLst>
                <p:tags r:id="rId326"/>
              </p:custDataLst>
            </p:nvPr>
          </p:nvSpPr>
          <p:spPr bwMode="auto">
            <a:xfrm>
              <a:off x="9866421" y="37261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29" name="Rectangle 328">
              <a:extLst>
                <a:ext uri="{FF2B5EF4-FFF2-40B4-BE49-F238E27FC236}">
                  <a16:creationId xmlns:a16="http://schemas.microsoft.com/office/drawing/2014/main" id="{53AF87DE-4C96-BAD2-0E40-7AD8633F7AA3}"/>
                </a:ext>
              </a:extLst>
            </p:cNvPr>
            <p:cNvSpPr/>
            <p:nvPr>
              <p:custDataLst>
                <p:tags r:id="rId327"/>
              </p:custDataLst>
            </p:nvPr>
          </p:nvSpPr>
          <p:spPr bwMode="auto">
            <a:xfrm>
              <a:off x="9955321" y="37261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30" name="Rectangle 329">
              <a:extLst>
                <a:ext uri="{FF2B5EF4-FFF2-40B4-BE49-F238E27FC236}">
                  <a16:creationId xmlns:a16="http://schemas.microsoft.com/office/drawing/2014/main" id="{93A60CEC-1FC4-50EA-1D4C-6A80971A0BD5}"/>
                </a:ext>
              </a:extLst>
            </p:cNvPr>
            <p:cNvSpPr/>
            <p:nvPr>
              <p:custDataLst>
                <p:tags r:id="rId328"/>
              </p:custDataLst>
            </p:nvPr>
          </p:nvSpPr>
          <p:spPr bwMode="auto">
            <a:xfrm>
              <a:off x="10044221" y="37261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26F0E639-17AB-96FD-DD77-4503E1AF4686}"/>
                </a:ext>
              </a:extLst>
            </p:cNvPr>
            <p:cNvSpPr/>
            <p:nvPr>
              <p:custDataLst>
                <p:tags r:id="rId329"/>
              </p:custDataLst>
            </p:nvPr>
          </p:nvSpPr>
          <p:spPr bwMode="auto">
            <a:xfrm>
              <a:off x="10222021" y="37261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32" name="Rectangle 331">
              <a:extLst>
                <a:ext uri="{FF2B5EF4-FFF2-40B4-BE49-F238E27FC236}">
                  <a16:creationId xmlns:a16="http://schemas.microsoft.com/office/drawing/2014/main" id="{23AD64E6-94FE-A09A-68D7-8AA4044027A7}"/>
                </a:ext>
              </a:extLst>
            </p:cNvPr>
            <p:cNvSpPr/>
            <p:nvPr>
              <p:custDataLst>
                <p:tags r:id="rId330"/>
              </p:custDataLst>
            </p:nvPr>
          </p:nvSpPr>
          <p:spPr bwMode="auto">
            <a:xfrm>
              <a:off x="10666521" y="37261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33" name="Rectangle 332">
              <a:extLst>
                <a:ext uri="{FF2B5EF4-FFF2-40B4-BE49-F238E27FC236}">
                  <a16:creationId xmlns:a16="http://schemas.microsoft.com/office/drawing/2014/main" id="{2F56E853-55A7-C2D4-837D-A6BE8D9CAFCD}"/>
                </a:ext>
              </a:extLst>
            </p:cNvPr>
            <p:cNvSpPr/>
            <p:nvPr>
              <p:custDataLst>
                <p:tags r:id="rId331"/>
              </p:custDataLst>
            </p:nvPr>
          </p:nvSpPr>
          <p:spPr bwMode="auto">
            <a:xfrm>
              <a:off x="10755421" y="37261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34" name="Rectangle 333">
              <a:extLst>
                <a:ext uri="{FF2B5EF4-FFF2-40B4-BE49-F238E27FC236}">
                  <a16:creationId xmlns:a16="http://schemas.microsoft.com/office/drawing/2014/main" id="{FC93B472-961F-D94A-85E0-0DD2169945F1}"/>
                </a:ext>
              </a:extLst>
            </p:cNvPr>
            <p:cNvSpPr/>
            <p:nvPr>
              <p:custDataLst>
                <p:tags r:id="rId332"/>
              </p:custDataLst>
            </p:nvPr>
          </p:nvSpPr>
          <p:spPr bwMode="auto">
            <a:xfrm>
              <a:off x="82662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35" name="Rectangle 334">
              <a:extLst>
                <a:ext uri="{FF2B5EF4-FFF2-40B4-BE49-F238E27FC236}">
                  <a16:creationId xmlns:a16="http://schemas.microsoft.com/office/drawing/2014/main" id="{90B5CA69-6BF2-15DF-1E62-2E4324E63AC9}"/>
                </a:ext>
              </a:extLst>
            </p:cNvPr>
            <p:cNvSpPr/>
            <p:nvPr>
              <p:custDataLst>
                <p:tags r:id="rId333"/>
              </p:custDataLst>
            </p:nvPr>
          </p:nvSpPr>
          <p:spPr bwMode="auto">
            <a:xfrm>
              <a:off x="83551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36" name="Rectangle 335">
              <a:extLst>
                <a:ext uri="{FF2B5EF4-FFF2-40B4-BE49-F238E27FC236}">
                  <a16:creationId xmlns:a16="http://schemas.microsoft.com/office/drawing/2014/main" id="{C149F4C1-730A-E626-E657-4ABA29E14181}"/>
                </a:ext>
              </a:extLst>
            </p:cNvPr>
            <p:cNvSpPr/>
            <p:nvPr>
              <p:custDataLst>
                <p:tags r:id="rId334"/>
              </p:custDataLst>
            </p:nvPr>
          </p:nvSpPr>
          <p:spPr bwMode="auto">
            <a:xfrm>
              <a:off x="84440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37" name="Rectangle 336">
              <a:extLst>
                <a:ext uri="{FF2B5EF4-FFF2-40B4-BE49-F238E27FC236}">
                  <a16:creationId xmlns:a16="http://schemas.microsoft.com/office/drawing/2014/main" id="{AA884A11-3366-A96E-E968-26ACA4704584}"/>
                </a:ext>
              </a:extLst>
            </p:cNvPr>
            <p:cNvSpPr/>
            <p:nvPr>
              <p:custDataLst>
                <p:tags r:id="rId335"/>
              </p:custDataLst>
            </p:nvPr>
          </p:nvSpPr>
          <p:spPr bwMode="auto">
            <a:xfrm>
              <a:off x="85329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38" name="Rectangle 337">
              <a:extLst>
                <a:ext uri="{FF2B5EF4-FFF2-40B4-BE49-F238E27FC236}">
                  <a16:creationId xmlns:a16="http://schemas.microsoft.com/office/drawing/2014/main" id="{92B48A7E-D6E5-6D5B-412B-741004CE5201}"/>
                </a:ext>
              </a:extLst>
            </p:cNvPr>
            <p:cNvSpPr/>
            <p:nvPr>
              <p:custDataLst>
                <p:tags r:id="rId336"/>
              </p:custDataLst>
            </p:nvPr>
          </p:nvSpPr>
          <p:spPr bwMode="auto">
            <a:xfrm>
              <a:off x="87996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39" name="Rectangle 338">
              <a:extLst>
                <a:ext uri="{FF2B5EF4-FFF2-40B4-BE49-F238E27FC236}">
                  <a16:creationId xmlns:a16="http://schemas.microsoft.com/office/drawing/2014/main" id="{182651A3-49B2-3B16-C4B4-2E0AC3CBCDC1}"/>
                </a:ext>
              </a:extLst>
            </p:cNvPr>
            <p:cNvSpPr/>
            <p:nvPr>
              <p:custDataLst>
                <p:tags r:id="rId337"/>
              </p:custDataLst>
            </p:nvPr>
          </p:nvSpPr>
          <p:spPr bwMode="auto">
            <a:xfrm>
              <a:off x="88885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40" name="Rectangle 339">
              <a:extLst>
                <a:ext uri="{FF2B5EF4-FFF2-40B4-BE49-F238E27FC236}">
                  <a16:creationId xmlns:a16="http://schemas.microsoft.com/office/drawing/2014/main" id="{16175F6F-5561-6A4E-690A-A800816A812D}"/>
                </a:ext>
              </a:extLst>
            </p:cNvPr>
            <p:cNvSpPr/>
            <p:nvPr>
              <p:custDataLst>
                <p:tags r:id="rId338"/>
              </p:custDataLst>
            </p:nvPr>
          </p:nvSpPr>
          <p:spPr bwMode="auto">
            <a:xfrm>
              <a:off x="89774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41" name="Rectangle 340">
              <a:extLst>
                <a:ext uri="{FF2B5EF4-FFF2-40B4-BE49-F238E27FC236}">
                  <a16:creationId xmlns:a16="http://schemas.microsoft.com/office/drawing/2014/main" id="{9AB1A636-5E79-0B00-34D9-DECDA904F9B9}"/>
                </a:ext>
              </a:extLst>
            </p:cNvPr>
            <p:cNvSpPr/>
            <p:nvPr>
              <p:custDataLst>
                <p:tags r:id="rId339"/>
              </p:custDataLst>
            </p:nvPr>
          </p:nvSpPr>
          <p:spPr bwMode="auto">
            <a:xfrm>
              <a:off x="90663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42" name="Rectangle 341">
              <a:extLst>
                <a:ext uri="{FF2B5EF4-FFF2-40B4-BE49-F238E27FC236}">
                  <a16:creationId xmlns:a16="http://schemas.microsoft.com/office/drawing/2014/main" id="{289893E8-C290-D912-C533-D18932A743CA}"/>
                </a:ext>
              </a:extLst>
            </p:cNvPr>
            <p:cNvSpPr/>
            <p:nvPr>
              <p:custDataLst>
                <p:tags r:id="rId340"/>
              </p:custDataLst>
            </p:nvPr>
          </p:nvSpPr>
          <p:spPr bwMode="auto">
            <a:xfrm>
              <a:off x="91552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43" name="Rectangle 342">
              <a:extLst>
                <a:ext uri="{FF2B5EF4-FFF2-40B4-BE49-F238E27FC236}">
                  <a16:creationId xmlns:a16="http://schemas.microsoft.com/office/drawing/2014/main" id="{BC21D678-AE26-E440-585F-5AAF19111A2C}"/>
                </a:ext>
              </a:extLst>
            </p:cNvPr>
            <p:cNvSpPr/>
            <p:nvPr>
              <p:custDataLst>
                <p:tags r:id="rId341"/>
              </p:custDataLst>
            </p:nvPr>
          </p:nvSpPr>
          <p:spPr bwMode="auto">
            <a:xfrm>
              <a:off x="93330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82657010-7B6E-E39F-5204-30B45746C60B}"/>
                </a:ext>
              </a:extLst>
            </p:cNvPr>
            <p:cNvSpPr/>
            <p:nvPr>
              <p:custDataLst>
                <p:tags r:id="rId342"/>
              </p:custDataLst>
            </p:nvPr>
          </p:nvSpPr>
          <p:spPr bwMode="auto">
            <a:xfrm>
              <a:off x="94219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45" name="Rectangle 344">
              <a:extLst>
                <a:ext uri="{FF2B5EF4-FFF2-40B4-BE49-F238E27FC236}">
                  <a16:creationId xmlns:a16="http://schemas.microsoft.com/office/drawing/2014/main" id="{471AA836-DB47-04CD-32A0-59BBBE5F47AF}"/>
                </a:ext>
              </a:extLst>
            </p:cNvPr>
            <p:cNvSpPr/>
            <p:nvPr>
              <p:custDataLst>
                <p:tags r:id="rId343"/>
              </p:custDataLst>
            </p:nvPr>
          </p:nvSpPr>
          <p:spPr bwMode="auto">
            <a:xfrm>
              <a:off x="97775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46" name="Rectangle 345">
              <a:extLst>
                <a:ext uri="{FF2B5EF4-FFF2-40B4-BE49-F238E27FC236}">
                  <a16:creationId xmlns:a16="http://schemas.microsoft.com/office/drawing/2014/main" id="{98063891-B3F5-6EF4-0010-3D6B7B571EA5}"/>
                </a:ext>
              </a:extLst>
            </p:cNvPr>
            <p:cNvSpPr/>
            <p:nvPr>
              <p:custDataLst>
                <p:tags r:id="rId344"/>
              </p:custDataLst>
            </p:nvPr>
          </p:nvSpPr>
          <p:spPr bwMode="auto">
            <a:xfrm>
              <a:off x="98664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47" name="Rectangle 346">
              <a:extLst>
                <a:ext uri="{FF2B5EF4-FFF2-40B4-BE49-F238E27FC236}">
                  <a16:creationId xmlns:a16="http://schemas.microsoft.com/office/drawing/2014/main" id="{97B98425-9DB7-7DE3-52F1-CF21AD1E6E30}"/>
                </a:ext>
              </a:extLst>
            </p:cNvPr>
            <p:cNvSpPr/>
            <p:nvPr>
              <p:custDataLst>
                <p:tags r:id="rId345"/>
              </p:custDataLst>
            </p:nvPr>
          </p:nvSpPr>
          <p:spPr bwMode="auto">
            <a:xfrm>
              <a:off x="100442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48" name="Rectangle 347">
              <a:extLst>
                <a:ext uri="{FF2B5EF4-FFF2-40B4-BE49-F238E27FC236}">
                  <a16:creationId xmlns:a16="http://schemas.microsoft.com/office/drawing/2014/main" id="{83946E51-1653-904B-CCF6-0D68DB0417AA}"/>
                </a:ext>
              </a:extLst>
            </p:cNvPr>
            <p:cNvSpPr/>
            <p:nvPr>
              <p:custDataLst>
                <p:tags r:id="rId346"/>
              </p:custDataLst>
            </p:nvPr>
          </p:nvSpPr>
          <p:spPr bwMode="auto">
            <a:xfrm>
              <a:off x="101331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49" name="Rectangle 348">
              <a:extLst>
                <a:ext uri="{FF2B5EF4-FFF2-40B4-BE49-F238E27FC236}">
                  <a16:creationId xmlns:a16="http://schemas.microsoft.com/office/drawing/2014/main" id="{31808BBC-32C2-3502-F72C-E7BF3D1B3062}"/>
                </a:ext>
              </a:extLst>
            </p:cNvPr>
            <p:cNvSpPr/>
            <p:nvPr>
              <p:custDataLst>
                <p:tags r:id="rId347"/>
              </p:custDataLst>
            </p:nvPr>
          </p:nvSpPr>
          <p:spPr bwMode="auto">
            <a:xfrm>
              <a:off x="102220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50" name="Rectangle 349">
              <a:extLst>
                <a:ext uri="{FF2B5EF4-FFF2-40B4-BE49-F238E27FC236}">
                  <a16:creationId xmlns:a16="http://schemas.microsoft.com/office/drawing/2014/main" id="{F1E31BAB-2EAF-CB06-FB5C-09588A33CBE8}"/>
                </a:ext>
              </a:extLst>
            </p:cNvPr>
            <p:cNvSpPr/>
            <p:nvPr>
              <p:custDataLst>
                <p:tags r:id="rId348"/>
              </p:custDataLst>
            </p:nvPr>
          </p:nvSpPr>
          <p:spPr bwMode="auto">
            <a:xfrm>
              <a:off x="103109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51" name="Rectangle 350">
              <a:extLst>
                <a:ext uri="{FF2B5EF4-FFF2-40B4-BE49-F238E27FC236}">
                  <a16:creationId xmlns:a16="http://schemas.microsoft.com/office/drawing/2014/main" id="{2B31B960-152F-9F46-5F5E-9656AE174F5C}"/>
                </a:ext>
              </a:extLst>
            </p:cNvPr>
            <p:cNvSpPr/>
            <p:nvPr>
              <p:custDataLst>
                <p:tags r:id="rId349"/>
              </p:custDataLst>
            </p:nvPr>
          </p:nvSpPr>
          <p:spPr bwMode="auto">
            <a:xfrm>
              <a:off x="103998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52" name="Rectangle 351">
              <a:extLst>
                <a:ext uri="{FF2B5EF4-FFF2-40B4-BE49-F238E27FC236}">
                  <a16:creationId xmlns:a16="http://schemas.microsoft.com/office/drawing/2014/main" id="{2FA8CD44-1017-100E-2530-E673C94F5774}"/>
                </a:ext>
              </a:extLst>
            </p:cNvPr>
            <p:cNvSpPr/>
            <p:nvPr>
              <p:custDataLst>
                <p:tags r:id="rId350"/>
              </p:custDataLst>
            </p:nvPr>
          </p:nvSpPr>
          <p:spPr bwMode="auto">
            <a:xfrm>
              <a:off x="104887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53" name="Rectangle 352">
              <a:extLst>
                <a:ext uri="{FF2B5EF4-FFF2-40B4-BE49-F238E27FC236}">
                  <a16:creationId xmlns:a16="http://schemas.microsoft.com/office/drawing/2014/main" id="{ECAACEA8-5B4D-8B32-AB56-427E3696F1FB}"/>
                </a:ext>
              </a:extLst>
            </p:cNvPr>
            <p:cNvSpPr/>
            <p:nvPr>
              <p:custDataLst>
                <p:tags r:id="rId351"/>
              </p:custDataLst>
            </p:nvPr>
          </p:nvSpPr>
          <p:spPr bwMode="auto">
            <a:xfrm>
              <a:off x="107554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54" name="Rectangle 353">
              <a:extLst>
                <a:ext uri="{FF2B5EF4-FFF2-40B4-BE49-F238E27FC236}">
                  <a16:creationId xmlns:a16="http://schemas.microsoft.com/office/drawing/2014/main" id="{66F7F287-F623-DF50-A8B4-42CB5884B0C9}"/>
                </a:ext>
              </a:extLst>
            </p:cNvPr>
            <p:cNvSpPr/>
            <p:nvPr>
              <p:custDataLst>
                <p:tags r:id="rId352"/>
              </p:custDataLst>
            </p:nvPr>
          </p:nvSpPr>
          <p:spPr bwMode="auto">
            <a:xfrm>
              <a:off x="8977421" y="3903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78715A90-4BF2-D87E-03DF-F94FCCB82A44}"/>
                </a:ext>
              </a:extLst>
            </p:cNvPr>
            <p:cNvSpPr/>
            <p:nvPr>
              <p:custDataLst>
                <p:tags r:id="rId353"/>
              </p:custDataLst>
            </p:nvPr>
          </p:nvSpPr>
          <p:spPr bwMode="auto">
            <a:xfrm>
              <a:off x="9066321" y="3903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56" name="Rectangle 355">
              <a:extLst>
                <a:ext uri="{FF2B5EF4-FFF2-40B4-BE49-F238E27FC236}">
                  <a16:creationId xmlns:a16="http://schemas.microsoft.com/office/drawing/2014/main" id="{56503218-7D9B-9264-AE49-AC24894E3E46}"/>
                </a:ext>
              </a:extLst>
            </p:cNvPr>
            <p:cNvSpPr/>
            <p:nvPr>
              <p:custDataLst>
                <p:tags r:id="rId354"/>
              </p:custDataLst>
            </p:nvPr>
          </p:nvSpPr>
          <p:spPr bwMode="auto">
            <a:xfrm>
              <a:off x="9244121" y="3903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57" name="Rectangle 356">
              <a:extLst>
                <a:ext uri="{FF2B5EF4-FFF2-40B4-BE49-F238E27FC236}">
                  <a16:creationId xmlns:a16="http://schemas.microsoft.com/office/drawing/2014/main" id="{9A79D742-CA88-1F6B-DEA6-CA9DBFC08493}"/>
                </a:ext>
              </a:extLst>
            </p:cNvPr>
            <p:cNvSpPr/>
            <p:nvPr>
              <p:custDataLst>
                <p:tags r:id="rId355"/>
              </p:custDataLst>
            </p:nvPr>
          </p:nvSpPr>
          <p:spPr bwMode="auto">
            <a:xfrm>
              <a:off x="9333021" y="3903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58" name="Rectangle 357">
              <a:extLst>
                <a:ext uri="{FF2B5EF4-FFF2-40B4-BE49-F238E27FC236}">
                  <a16:creationId xmlns:a16="http://schemas.microsoft.com/office/drawing/2014/main" id="{750A06BB-E088-823F-6EAC-DF001EB73033}"/>
                </a:ext>
              </a:extLst>
            </p:cNvPr>
            <p:cNvSpPr/>
            <p:nvPr>
              <p:custDataLst>
                <p:tags r:id="rId356"/>
              </p:custDataLst>
            </p:nvPr>
          </p:nvSpPr>
          <p:spPr bwMode="auto">
            <a:xfrm>
              <a:off x="9421921" y="3903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59" name="Rectangle 358">
              <a:extLst>
                <a:ext uri="{FF2B5EF4-FFF2-40B4-BE49-F238E27FC236}">
                  <a16:creationId xmlns:a16="http://schemas.microsoft.com/office/drawing/2014/main" id="{6CCE12C2-4050-1D71-DCDB-91B4CE2BEBA4}"/>
                </a:ext>
              </a:extLst>
            </p:cNvPr>
            <p:cNvSpPr/>
            <p:nvPr>
              <p:custDataLst>
                <p:tags r:id="rId357"/>
              </p:custDataLst>
            </p:nvPr>
          </p:nvSpPr>
          <p:spPr bwMode="auto">
            <a:xfrm>
              <a:off x="9510821" y="3903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D5F6A771-9599-C28D-7D15-C7C1E5E6C6B4}"/>
                </a:ext>
              </a:extLst>
            </p:cNvPr>
            <p:cNvSpPr/>
            <p:nvPr>
              <p:custDataLst>
                <p:tags r:id="rId358"/>
              </p:custDataLst>
            </p:nvPr>
          </p:nvSpPr>
          <p:spPr bwMode="auto">
            <a:xfrm>
              <a:off x="9688621" y="3903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98099ABC-C284-9024-C34E-67099F75F6C5}"/>
                </a:ext>
              </a:extLst>
            </p:cNvPr>
            <p:cNvSpPr/>
            <p:nvPr>
              <p:custDataLst>
                <p:tags r:id="rId359"/>
              </p:custDataLst>
            </p:nvPr>
          </p:nvSpPr>
          <p:spPr bwMode="auto">
            <a:xfrm>
              <a:off x="9866421" y="3903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31FB4D22-0B87-EDDC-ED59-81953753B1FC}"/>
                </a:ext>
              </a:extLst>
            </p:cNvPr>
            <p:cNvSpPr/>
            <p:nvPr>
              <p:custDataLst>
                <p:tags r:id="rId360"/>
              </p:custDataLst>
            </p:nvPr>
          </p:nvSpPr>
          <p:spPr bwMode="auto">
            <a:xfrm>
              <a:off x="9955321" y="3903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63" name="Rectangle 362">
              <a:extLst>
                <a:ext uri="{FF2B5EF4-FFF2-40B4-BE49-F238E27FC236}">
                  <a16:creationId xmlns:a16="http://schemas.microsoft.com/office/drawing/2014/main" id="{67D928D0-96CA-3FBA-4C5A-8675DA48CBED}"/>
                </a:ext>
              </a:extLst>
            </p:cNvPr>
            <p:cNvSpPr/>
            <p:nvPr>
              <p:custDataLst>
                <p:tags r:id="rId361"/>
              </p:custDataLst>
            </p:nvPr>
          </p:nvSpPr>
          <p:spPr bwMode="auto">
            <a:xfrm>
              <a:off x="10044221" y="3903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E2B8BFE2-93A1-5FF5-7F8C-B7B09CE8C6B9}"/>
                </a:ext>
              </a:extLst>
            </p:cNvPr>
            <p:cNvSpPr/>
            <p:nvPr>
              <p:custDataLst>
                <p:tags r:id="rId362"/>
              </p:custDataLst>
            </p:nvPr>
          </p:nvSpPr>
          <p:spPr bwMode="auto">
            <a:xfrm>
              <a:off x="10399821" y="3903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65" name="Rectangle 364">
              <a:extLst>
                <a:ext uri="{FF2B5EF4-FFF2-40B4-BE49-F238E27FC236}">
                  <a16:creationId xmlns:a16="http://schemas.microsoft.com/office/drawing/2014/main" id="{5CA67EC1-0746-7FC0-56C9-5EE5E7854DDE}"/>
                </a:ext>
              </a:extLst>
            </p:cNvPr>
            <p:cNvSpPr/>
            <p:nvPr>
              <p:custDataLst>
                <p:tags r:id="rId363"/>
              </p:custDataLst>
            </p:nvPr>
          </p:nvSpPr>
          <p:spPr bwMode="auto">
            <a:xfrm>
              <a:off x="10755421" y="3903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66" name="Rectangle 365">
              <a:extLst>
                <a:ext uri="{FF2B5EF4-FFF2-40B4-BE49-F238E27FC236}">
                  <a16:creationId xmlns:a16="http://schemas.microsoft.com/office/drawing/2014/main" id="{C78DF33E-82BD-2CFE-458B-8529DCEC3FFE}"/>
                </a:ext>
              </a:extLst>
            </p:cNvPr>
            <p:cNvSpPr/>
            <p:nvPr>
              <p:custDataLst>
                <p:tags r:id="rId364"/>
              </p:custDataLst>
            </p:nvPr>
          </p:nvSpPr>
          <p:spPr bwMode="auto">
            <a:xfrm>
              <a:off x="8266221" y="3992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67" name="Rectangle 366">
              <a:extLst>
                <a:ext uri="{FF2B5EF4-FFF2-40B4-BE49-F238E27FC236}">
                  <a16:creationId xmlns:a16="http://schemas.microsoft.com/office/drawing/2014/main" id="{9AEA4682-A433-5B25-4027-F415FBBB199D}"/>
                </a:ext>
              </a:extLst>
            </p:cNvPr>
            <p:cNvSpPr/>
            <p:nvPr>
              <p:custDataLst>
                <p:tags r:id="rId365"/>
              </p:custDataLst>
            </p:nvPr>
          </p:nvSpPr>
          <p:spPr bwMode="auto">
            <a:xfrm>
              <a:off x="8355121" y="3992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68" name="Rectangle 367">
              <a:extLst>
                <a:ext uri="{FF2B5EF4-FFF2-40B4-BE49-F238E27FC236}">
                  <a16:creationId xmlns:a16="http://schemas.microsoft.com/office/drawing/2014/main" id="{1EB23902-C31D-3AA9-9AF8-BA7B469F5355}"/>
                </a:ext>
              </a:extLst>
            </p:cNvPr>
            <p:cNvSpPr/>
            <p:nvPr>
              <p:custDataLst>
                <p:tags r:id="rId366"/>
              </p:custDataLst>
            </p:nvPr>
          </p:nvSpPr>
          <p:spPr bwMode="auto">
            <a:xfrm>
              <a:off x="8444021" y="3992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69" name="Rectangle 368">
              <a:extLst>
                <a:ext uri="{FF2B5EF4-FFF2-40B4-BE49-F238E27FC236}">
                  <a16:creationId xmlns:a16="http://schemas.microsoft.com/office/drawing/2014/main" id="{F7D6E0F1-490F-810D-ECE5-FF7489B808D5}"/>
                </a:ext>
              </a:extLst>
            </p:cNvPr>
            <p:cNvSpPr/>
            <p:nvPr>
              <p:custDataLst>
                <p:tags r:id="rId367"/>
              </p:custDataLst>
            </p:nvPr>
          </p:nvSpPr>
          <p:spPr bwMode="auto">
            <a:xfrm>
              <a:off x="8532921" y="3992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70" name="Rectangle 369">
              <a:extLst>
                <a:ext uri="{FF2B5EF4-FFF2-40B4-BE49-F238E27FC236}">
                  <a16:creationId xmlns:a16="http://schemas.microsoft.com/office/drawing/2014/main" id="{43E7A7E7-EE9B-96A4-D6DD-0DFD1CAE3D46}"/>
                </a:ext>
              </a:extLst>
            </p:cNvPr>
            <p:cNvSpPr/>
            <p:nvPr>
              <p:custDataLst>
                <p:tags r:id="rId368"/>
              </p:custDataLst>
            </p:nvPr>
          </p:nvSpPr>
          <p:spPr bwMode="auto">
            <a:xfrm>
              <a:off x="8621821" y="3992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71" name="Rectangle 370">
              <a:extLst>
                <a:ext uri="{FF2B5EF4-FFF2-40B4-BE49-F238E27FC236}">
                  <a16:creationId xmlns:a16="http://schemas.microsoft.com/office/drawing/2014/main" id="{39D31F8D-94EC-B9AF-7EBD-EE63A7480867}"/>
                </a:ext>
              </a:extLst>
            </p:cNvPr>
            <p:cNvSpPr/>
            <p:nvPr>
              <p:custDataLst>
                <p:tags r:id="rId369"/>
              </p:custDataLst>
            </p:nvPr>
          </p:nvSpPr>
          <p:spPr bwMode="auto">
            <a:xfrm>
              <a:off x="8710721" y="3992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72" name="Rectangle 371">
              <a:extLst>
                <a:ext uri="{FF2B5EF4-FFF2-40B4-BE49-F238E27FC236}">
                  <a16:creationId xmlns:a16="http://schemas.microsoft.com/office/drawing/2014/main" id="{19ECB34C-F90A-AFAE-DC63-558DA72AED59}"/>
                </a:ext>
              </a:extLst>
            </p:cNvPr>
            <p:cNvSpPr/>
            <p:nvPr>
              <p:custDataLst>
                <p:tags r:id="rId370"/>
              </p:custDataLst>
            </p:nvPr>
          </p:nvSpPr>
          <p:spPr bwMode="auto">
            <a:xfrm>
              <a:off x="8799621" y="3992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73" name="Rectangle 372">
              <a:extLst>
                <a:ext uri="{FF2B5EF4-FFF2-40B4-BE49-F238E27FC236}">
                  <a16:creationId xmlns:a16="http://schemas.microsoft.com/office/drawing/2014/main" id="{AA52F914-88F7-A980-95C6-1E9D9B4BB024}"/>
                </a:ext>
              </a:extLst>
            </p:cNvPr>
            <p:cNvSpPr/>
            <p:nvPr>
              <p:custDataLst>
                <p:tags r:id="rId371"/>
              </p:custDataLst>
            </p:nvPr>
          </p:nvSpPr>
          <p:spPr bwMode="auto">
            <a:xfrm>
              <a:off x="8977421" y="3992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74" name="Rectangle 373">
              <a:extLst>
                <a:ext uri="{FF2B5EF4-FFF2-40B4-BE49-F238E27FC236}">
                  <a16:creationId xmlns:a16="http://schemas.microsoft.com/office/drawing/2014/main" id="{2C6196DF-9A33-937E-C365-023C97ACF97E}"/>
                </a:ext>
              </a:extLst>
            </p:cNvPr>
            <p:cNvSpPr/>
            <p:nvPr>
              <p:custDataLst>
                <p:tags r:id="rId372"/>
              </p:custDataLst>
            </p:nvPr>
          </p:nvSpPr>
          <p:spPr bwMode="auto">
            <a:xfrm>
              <a:off x="9066321" y="3992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75" name="Rectangle 374">
              <a:extLst>
                <a:ext uri="{FF2B5EF4-FFF2-40B4-BE49-F238E27FC236}">
                  <a16:creationId xmlns:a16="http://schemas.microsoft.com/office/drawing/2014/main" id="{2925EE79-8180-E772-C554-CB291AD07DB6}"/>
                </a:ext>
              </a:extLst>
            </p:cNvPr>
            <p:cNvSpPr/>
            <p:nvPr>
              <p:custDataLst>
                <p:tags r:id="rId373"/>
              </p:custDataLst>
            </p:nvPr>
          </p:nvSpPr>
          <p:spPr bwMode="auto">
            <a:xfrm>
              <a:off x="9244121" y="3992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76" name="Rectangle 375">
              <a:extLst>
                <a:ext uri="{FF2B5EF4-FFF2-40B4-BE49-F238E27FC236}">
                  <a16:creationId xmlns:a16="http://schemas.microsoft.com/office/drawing/2014/main" id="{5BF7827E-5B59-DB54-2287-AC9459C3507B}"/>
                </a:ext>
              </a:extLst>
            </p:cNvPr>
            <p:cNvSpPr/>
            <p:nvPr>
              <p:custDataLst>
                <p:tags r:id="rId374"/>
              </p:custDataLst>
            </p:nvPr>
          </p:nvSpPr>
          <p:spPr bwMode="auto">
            <a:xfrm>
              <a:off x="9688621" y="3992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77" name="Rectangle 376">
              <a:extLst>
                <a:ext uri="{FF2B5EF4-FFF2-40B4-BE49-F238E27FC236}">
                  <a16:creationId xmlns:a16="http://schemas.microsoft.com/office/drawing/2014/main" id="{23B4DC34-83B5-7019-06C7-BEE58BCAE9C6}"/>
                </a:ext>
              </a:extLst>
            </p:cNvPr>
            <p:cNvSpPr/>
            <p:nvPr>
              <p:custDataLst>
                <p:tags r:id="rId375"/>
              </p:custDataLst>
            </p:nvPr>
          </p:nvSpPr>
          <p:spPr bwMode="auto">
            <a:xfrm>
              <a:off x="9777521" y="3992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78" name="Rectangle 377">
              <a:extLst>
                <a:ext uri="{FF2B5EF4-FFF2-40B4-BE49-F238E27FC236}">
                  <a16:creationId xmlns:a16="http://schemas.microsoft.com/office/drawing/2014/main" id="{7F96234D-9F6B-BFD7-AC39-AC237BA5D518}"/>
                </a:ext>
              </a:extLst>
            </p:cNvPr>
            <p:cNvSpPr/>
            <p:nvPr>
              <p:custDataLst>
                <p:tags r:id="rId376"/>
              </p:custDataLst>
            </p:nvPr>
          </p:nvSpPr>
          <p:spPr bwMode="auto">
            <a:xfrm>
              <a:off x="9955321" y="3992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79" name="Rectangle 378">
              <a:extLst>
                <a:ext uri="{FF2B5EF4-FFF2-40B4-BE49-F238E27FC236}">
                  <a16:creationId xmlns:a16="http://schemas.microsoft.com/office/drawing/2014/main" id="{D742EA4F-E8B6-774E-F7BC-A811DBE4633E}"/>
                </a:ext>
              </a:extLst>
            </p:cNvPr>
            <p:cNvSpPr/>
            <p:nvPr>
              <p:custDataLst>
                <p:tags r:id="rId377"/>
              </p:custDataLst>
            </p:nvPr>
          </p:nvSpPr>
          <p:spPr bwMode="auto">
            <a:xfrm>
              <a:off x="10044221" y="3992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80" name="Rectangle 379">
              <a:extLst>
                <a:ext uri="{FF2B5EF4-FFF2-40B4-BE49-F238E27FC236}">
                  <a16:creationId xmlns:a16="http://schemas.microsoft.com/office/drawing/2014/main" id="{C024E96A-A8E1-E4BB-BAF8-90FFD2B8BEDA}"/>
                </a:ext>
              </a:extLst>
            </p:cNvPr>
            <p:cNvSpPr/>
            <p:nvPr>
              <p:custDataLst>
                <p:tags r:id="rId378"/>
              </p:custDataLst>
            </p:nvPr>
          </p:nvSpPr>
          <p:spPr bwMode="auto">
            <a:xfrm>
              <a:off x="10222021" y="3992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81" name="Rectangle 380">
              <a:extLst>
                <a:ext uri="{FF2B5EF4-FFF2-40B4-BE49-F238E27FC236}">
                  <a16:creationId xmlns:a16="http://schemas.microsoft.com/office/drawing/2014/main" id="{E55126DF-E344-D4CE-0B2A-CD6ADD083B00}"/>
                </a:ext>
              </a:extLst>
            </p:cNvPr>
            <p:cNvSpPr/>
            <p:nvPr>
              <p:custDataLst>
                <p:tags r:id="rId379"/>
              </p:custDataLst>
            </p:nvPr>
          </p:nvSpPr>
          <p:spPr bwMode="auto">
            <a:xfrm>
              <a:off x="10399821" y="3992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82" name="Rectangle 381">
              <a:extLst>
                <a:ext uri="{FF2B5EF4-FFF2-40B4-BE49-F238E27FC236}">
                  <a16:creationId xmlns:a16="http://schemas.microsoft.com/office/drawing/2014/main" id="{88DF8789-69C8-4B00-0A15-9B814887B143}"/>
                </a:ext>
              </a:extLst>
            </p:cNvPr>
            <p:cNvSpPr/>
            <p:nvPr>
              <p:custDataLst>
                <p:tags r:id="rId380"/>
              </p:custDataLst>
            </p:nvPr>
          </p:nvSpPr>
          <p:spPr bwMode="auto">
            <a:xfrm>
              <a:off x="10488721" y="3992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83" name="Rectangle 382">
              <a:extLst>
                <a:ext uri="{FF2B5EF4-FFF2-40B4-BE49-F238E27FC236}">
                  <a16:creationId xmlns:a16="http://schemas.microsoft.com/office/drawing/2014/main" id="{D095F800-C1AB-49BC-7031-1227E5159917}"/>
                </a:ext>
              </a:extLst>
            </p:cNvPr>
            <p:cNvSpPr/>
            <p:nvPr>
              <p:custDataLst>
                <p:tags r:id="rId381"/>
              </p:custDataLst>
            </p:nvPr>
          </p:nvSpPr>
          <p:spPr bwMode="auto">
            <a:xfrm>
              <a:off x="10577621" y="3992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84" name="Rectangle 383">
              <a:extLst>
                <a:ext uri="{FF2B5EF4-FFF2-40B4-BE49-F238E27FC236}">
                  <a16:creationId xmlns:a16="http://schemas.microsoft.com/office/drawing/2014/main" id="{F0F73029-5B0A-8232-6929-6CCE12B98A4E}"/>
                </a:ext>
              </a:extLst>
            </p:cNvPr>
            <p:cNvSpPr/>
            <p:nvPr>
              <p:custDataLst>
                <p:tags r:id="rId382"/>
              </p:custDataLst>
            </p:nvPr>
          </p:nvSpPr>
          <p:spPr bwMode="auto">
            <a:xfrm>
              <a:off x="10755421" y="3992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85" name="Rectangle 384">
              <a:extLst>
                <a:ext uri="{FF2B5EF4-FFF2-40B4-BE49-F238E27FC236}">
                  <a16:creationId xmlns:a16="http://schemas.microsoft.com/office/drawing/2014/main" id="{F1FBA5EE-9BA4-8834-40B8-6A3C7E9CA6E5}"/>
                </a:ext>
              </a:extLst>
            </p:cNvPr>
            <p:cNvSpPr/>
            <p:nvPr>
              <p:custDataLst>
                <p:tags r:id="rId383"/>
              </p:custDataLst>
            </p:nvPr>
          </p:nvSpPr>
          <p:spPr bwMode="auto">
            <a:xfrm>
              <a:off x="8266221" y="40817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86" name="Rectangle 385">
              <a:extLst>
                <a:ext uri="{FF2B5EF4-FFF2-40B4-BE49-F238E27FC236}">
                  <a16:creationId xmlns:a16="http://schemas.microsoft.com/office/drawing/2014/main" id="{11EC55EC-6DE0-11ED-F9AF-59F5E119A4CC}"/>
                </a:ext>
              </a:extLst>
            </p:cNvPr>
            <p:cNvSpPr/>
            <p:nvPr>
              <p:custDataLst>
                <p:tags r:id="rId384"/>
              </p:custDataLst>
            </p:nvPr>
          </p:nvSpPr>
          <p:spPr bwMode="auto">
            <a:xfrm>
              <a:off x="8799621" y="40817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87" name="Rectangle 386">
              <a:extLst>
                <a:ext uri="{FF2B5EF4-FFF2-40B4-BE49-F238E27FC236}">
                  <a16:creationId xmlns:a16="http://schemas.microsoft.com/office/drawing/2014/main" id="{2FE7D6CF-B8DA-D9CE-423F-2BAC51A15A9D}"/>
                </a:ext>
              </a:extLst>
            </p:cNvPr>
            <p:cNvSpPr/>
            <p:nvPr>
              <p:custDataLst>
                <p:tags r:id="rId385"/>
              </p:custDataLst>
            </p:nvPr>
          </p:nvSpPr>
          <p:spPr bwMode="auto">
            <a:xfrm>
              <a:off x="9155221" y="40817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88" name="Rectangle 387">
              <a:extLst>
                <a:ext uri="{FF2B5EF4-FFF2-40B4-BE49-F238E27FC236}">
                  <a16:creationId xmlns:a16="http://schemas.microsoft.com/office/drawing/2014/main" id="{2CC9F4B2-20D4-138A-30D1-87AD4F76F4E0}"/>
                </a:ext>
              </a:extLst>
            </p:cNvPr>
            <p:cNvSpPr/>
            <p:nvPr>
              <p:custDataLst>
                <p:tags r:id="rId386"/>
              </p:custDataLst>
            </p:nvPr>
          </p:nvSpPr>
          <p:spPr bwMode="auto">
            <a:xfrm>
              <a:off x="9510821" y="40817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89" name="Rectangle 388">
              <a:extLst>
                <a:ext uri="{FF2B5EF4-FFF2-40B4-BE49-F238E27FC236}">
                  <a16:creationId xmlns:a16="http://schemas.microsoft.com/office/drawing/2014/main" id="{F05E07D2-925A-1B8D-9CD6-22B716CBB07F}"/>
                </a:ext>
              </a:extLst>
            </p:cNvPr>
            <p:cNvSpPr/>
            <p:nvPr>
              <p:custDataLst>
                <p:tags r:id="rId387"/>
              </p:custDataLst>
            </p:nvPr>
          </p:nvSpPr>
          <p:spPr bwMode="auto">
            <a:xfrm>
              <a:off x="9777521" y="40817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90" name="Rectangle 389">
              <a:extLst>
                <a:ext uri="{FF2B5EF4-FFF2-40B4-BE49-F238E27FC236}">
                  <a16:creationId xmlns:a16="http://schemas.microsoft.com/office/drawing/2014/main" id="{4DB113F1-8520-252D-F31D-11A04EBFE1E1}"/>
                </a:ext>
              </a:extLst>
            </p:cNvPr>
            <p:cNvSpPr/>
            <p:nvPr>
              <p:custDataLst>
                <p:tags r:id="rId388"/>
              </p:custDataLst>
            </p:nvPr>
          </p:nvSpPr>
          <p:spPr bwMode="auto">
            <a:xfrm>
              <a:off x="10044221" y="40817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91" name="Rectangle 390">
              <a:extLst>
                <a:ext uri="{FF2B5EF4-FFF2-40B4-BE49-F238E27FC236}">
                  <a16:creationId xmlns:a16="http://schemas.microsoft.com/office/drawing/2014/main" id="{99970B50-2A38-FA8E-57B8-3224EB6CD520}"/>
                </a:ext>
              </a:extLst>
            </p:cNvPr>
            <p:cNvSpPr/>
            <p:nvPr>
              <p:custDataLst>
                <p:tags r:id="rId389"/>
              </p:custDataLst>
            </p:nvPr>
          </p:nvSpPr>
          <p:spPr bwMode="auto">
            <a:xfrm>
              <a:off x="10399821" y="40817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92" name="Rectangle 391">
              <a:extLst>
                <a:ext uri="{FF2B5EF4-FFF2-40B4-BE49-F238E27FC236}">
                  <a16:creationId xmlns:a16="http://schemas.microsoft.com/office/drawing/2014/main" id="{584E1FC9-80AD-5944-2AF3-D00B6EEAA794}"/>
                </a:ext>
              </a:extLst>
            </p:cNvPr>
            <p:cNvSpPr/>
            <p:nvPr>
              <p:custDataLst>
                <p:tags r:id="rId390"/>
              </p:custDataLst>
            </p:nvPr>
          </p:nvSpPr>
          <p:spPr bwMode="auto">
            <a:xfrm>
              <a:off x="10666521" y="40817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93" name="Rectangle 392">
              <a:extLst>
                <a:ext uri="{FF2B5EF4-FFF2-40B4-BE49-F238E27FC236}">
                  <a16:creationId xmlns:a16="http://schemas.microsoft.com/office/drawing/2014/main" id="{75C9EC93-193B-DFB9-BEED-B957483B3A1C}"/>
                </a:ext>
              </a:extLst>
            </p:cNvPr>
            <p:cNvSpPr/>
            <p:nvPr>
              <p:custDataLst>
                <p:tags r:id="rId391"/>
              </p:custDataLst>
            </p:nvPr>
          </p:nvSpPr>
          <p:spPr bwMode="auto">
            <a:xfrm>
              <a:off x="82662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94" name="Rectangle 393">
              <a:extLst>
                <a:ext uri="{FF2B5EF4-FFF2-40B4-BE49-F238E27FC236}">
                  <a16:creationId xmlns:a16="http://schemas.microsoft.com/office/drawing/2014/main" id="{E2F6C6F4-1020-1146-FC97-7D3042DDA6DE}"/>
                </a:ext>
              </a:extLst>
            </p:cNvPr>
            <p:cNvSpPr/>
            <p:nvPr>
              <p:custDataLst>
                <p:tags r:id="rId392"/>
              </p:custDataLst>
            </p:nvPr>
          </p:nvSpPr>
          <p:spPr bwMode="auto">
            <a:xfrm>
              <a:off x="84440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95" name="Rectangle 394">
              <a:extLst>
                <a:ext uri="{FF2B5EF4-FFF2-40B4-BE49-F238E27FC236}">
                  <a16:creationId xmlns:a16="http://schemas.microsoft.com/office/drawing/2014/main" id="{1F1ED7DC-5EED-5383-74EF-007D34A66F40}"/>
                </a:ext>
              </a:extLst>
            </p:cNvPr>
            <p:cNvSpPr/>
            <p:nvPr>
              <p:custDataLst>
                <p:tags r:id="rId393"/>
              </p:custDataLst>
            </p:nvPr>
          </p:nvSpPr>
          <p:spPr bwMode="auto">
            <a:xfrm>
              <a:off x="85329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96" name="Rectangle 395">
              <a:extLst>
                <a:ext uri="{FF2B5EF4-FFF2-40B4-BE49-F238E27FC236}">
                  <a16:creationId xmlns:a16="http://schemas.microsoft.com/office/drawing/2014/main" id="{86EEFE8F-494A-1576-1E69-793B8BA76B08}"/>
                </a:ext>
              </a:extLst>
            </p:cNvPr>
            <p:cNvSpPr/>
            <p:nvPr>
              <p:custDataLst>
                <p:tags r:id="rId394"/>
              </p:custDataLst>
            </p:nvPr>
          </p:nvSpPr>
          <p:spPr bwMode="auto">
            <a:xfrm>
              <a:off x="86218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97" name="Rectangle 396">
              <a:extLst>
                <a:ext uri="{FF2B5EF4-FFF2-40B4-BE49-F238E27FC236}">
                  <a16:creationId xmlns:a16="http://schemas.microsoft.com/office/drawing/2014/main" id="{44818B49-1EF4-AEFB-AB10-89155F65681F}"/>
                </a:ext>
              </a:extLst>
            </p:cNvPr>
            <p:cNvSpPr/>
            <p:nvPr>
              <p:custDataLst>
                <p:tags r:id="rId395"/>
              </p:custDataLst>
            </p:nvPr>
          </p:nvSpPr>
          <p:spPr bwMode="auto">
            <a:xfrm>
              <a:off x="87996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98" name="Rectangle 397">
              <a:extLst>
                <a:ext uri="{FF2B5EF4-FFF2-40B4-BE49-F238E27FC236}">
                  <a16:creationId xmlns:a16="http://schemas.microsoft.com/office/drawing/2014/main" id="{F0582149-DD70-1E43-06A1-F6BDBB81BFCC}"/>
                </a:ext>
              </a:extLst>
            </p:cNvPr>
            <p:cNvSpPr/>
            <p:nvPr>
              <p:custDataLst>
                <p:tags r:id="rId396"/>
              </p:custDataLst>
            </p:nvPr>
          </p:nvSpPr>
          <p:spPr bwMode="auto">
            <a:xfrm>
              <a:off x="89774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99" name="Rectangle 398">
              <a:extLst>
                <a:ext uri="{FF2B5EF4-FFF2-40B4-BE49-F238E27FC236}">
                  <a16:creationId xmlns:a16="http://schemas.microsoft.com/office/drawing/2014/main" id="{86419346-12A0-17FE-5213-7170173F5ED0}"/>
                </a:ext>
              </a:extLst>
            </p:cNvPr>
            <p:cNvSpPr/>
            <p:nvPr>
              <p:custDataLst>
                <p:tags r:id="rId397"/>
              </p:custDataLst>
            </p:nvPr>
          </p:nvSpPr>
          <p:spPr bwMode="auto">
            <a:xfrm>
              <a:off x="92441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00" name="Rectangle 399">
              <a:extLst>
                <a:ext uri="{FF2B5EF4-FFF2-40B4-BE49-F238E27FC236}">
                  <a16:creationId xmlns:a16="http://schemas.microsoft.com/office/drawing/2014/main" id="{318C0333-F7FB-50C8-4F52-95127AC92E0D}"/>
                </a:ext>
              </a:extLst>
            </p:cNvPr>
            <p:cNvSpPr/>
            <p:nvPr>
              <p:custDataLst>
                <p:tags r:id="rId398"/>
              </p:custDataLst>
            </p:nvPr>
          </p:nvSpPr>
          <p:spPr bwMode="auto">
            <a:xfrm>
              <a:off x="93330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01" name="Rectangle 400">
              <a:extLst>
                <a:ext uri="{FF2B5EF4-FFF2-40B4-BE49-F238E27FC236}">
                  <a16:creationId xmlns:a16="http://schemas.microsoft.com/office/drawing/2014/main" id="{779363F3-CB6E-CB30-C74F-DC13E2F26A67}"/>
                </a:ext>
              </a:extLst>
            </p:cNvPr>
            <p:cNvSpPr/>
            <p:nvPr>
              <p:custDataLst>
                <p:tags r:id="rId399"/>
              </p:custDataLst>
            </p:nvPr>
          </p:nvSpPr>
          <p:spPr bwMode="auto">
            <a:xfrm>
              <a:off x="94219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02" name="Rectangle 401">
              <a:extLst>
                <a:ext uri="{FF2B5EF4-FFF2-40B4-BE49-F238E27FC236}">
                  <a16:creationId xmlns:a16="http://schemas.microsoft.com/office/drawing/2014/main" id="{F0FC6F4E-56EE-899B-5B04-B9191F57F2C4}"/>
                </a:ext>
              </a:extLst>
            </p:cNvPr>
            <p:cNvSpPr/>
            <p:nvPr>
              <p:custDataLst>
                <p:tags r:id="rId400"/>
              </p:custDataLst>
            </p:nvPr>
          </p:nvSpPr>
          <p:spPr bwMode="auto">
            <a:xfrm>
              <a:off x="95108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03" name="Rectangle 402">
              <a:extLst>
                <a:ext uri="{FF2B5EF4-FFF2-40B4-BE49-F238E27FC236}">
                  <a16:creationId xmlns:a16="http://schemas.microsoft.com/office/drawing/2014/main" id="{B593DE5B-A5D5-09DA-D0FA-56C0C4341FBD}"/>
                </a:ext>
              </a:extLst>
            </p:cNvPr>
            <p:cNvSpPr/>
            <p:nvPr>
              <p:custDataLst>
                <p:tags r:id="rId401"/>
              </p:custDataLst>
            </p:nvPr>
          </p:nvSpPr>
          <p:spPr bwMode="auto">
            <a:xfrm>
              <a:off x="95997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04" name="Rectangle 403">
              <a:extLst>
                <a:ext uri="{FF2B5EF4-FFF2-40B4-BE49-F238E27FC236}">
                  <a16:creationId xmlns:a16="http://schemas.microsoft.com/office/drawing/2014/main" id="{1D2D3FB6-2D69-6603-3B73-932A21BD8C19}"/>
                </a:ext>
              </a:extLst>
            </p:cNvPr>
            <p:cNvSpPr/>
            <p:nvPr>
              <p:custDataLst>
                <p:tags r:id="rId402"/>
              </p:custDataLst>
            </p:nvPr>
          </p:nvSpPr>
          <p:spPr bwMode="auto">
            <a:xfrm>
              <a:off x="96886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05" name="Rectangle 404">
              <a:extLst>
                <a:ext uri="{FF2B5EF4-FFF2-40B4-BE49-F238E27FC236}">
                  <a16:creationId xmlns:a16="http://schemas.microsoft.com/office/drawing/2014/main" id="{EB353D70-039A-CDF4-E9C1-4DA5B094A788}"/>
                </a:ext>
              </a:extLst>
            </p:cNvPr>
            <p:cNvSpPr/>
            <p:nvPr>
              <p:custDataLst>
                <p:tags r:id="rId403"/>
              </p:custDataLst>
            </p:nvPr>
          </p:nvSpPr>
          <p:spPr bwMode="auto">
            <a:xfrm>
              <a:off x="98664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06" name="Rectangle 405">
              <a:extLst>
                <a:ext uri="{FF2B5EF4-FFF2-40B4-BE49-F238E27FC236}">
                  <a16:creationId xmlns:a16="http://schemas.microsoft.com/office/drawing/2014/main" id="{A6151EC7-835B-40C6-84F4-B4B19CE9728B}"/>
                </a:ext>
              </a:extLst>
            </p:cNvPr>
            <p:cNvSpPr/>
            <p:nvPr>
              <p:custDataLst>
                <p:tags r:id="rId404"/>
              </p:custDataLst>
            </p:nvPr>
          </p:nvSpPr>
          <p:spPr bwMode="auto">
            <a:xfrm>
              <a:off x="99553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07" name="Rectangle 406">
              <a:extLst>
                <a:ext uri="{FF2B5EF4-FFF2-40B4-BE49-F238E27FC236}">
                  <a16:creationId xmlns:a16="http://schemas.microsoft.com/office/drawing/2014/main" id="{E73892E6-A4CB-5ACA-ADE0-F2F7396DB22A}"/>
                </a:ext>
              </a:extLst>
            </p:cNvPr>
            <p:cNvSpPr/>
            <p:nvPr>
              <p:custDataLst>
                <p:tags r:id="rId405"/>
              </p:custDataLst>
            </p:nvPr>
          </p:nvSpPr>
          <p:spPr bwMode="auto">
            <a:xfrm>
              <a:off x="100442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08" name="Rectangle 407">
              <a:extLst>
                <a:ext uri="{FF2B5EF4-FFF2-40B4-BE49-F238E27FC236}">
                  <a16:creationId xmlns:a16="http://schemas.microsoft.com/office/drawing/2014/main" id="{DDB3A081-B8C9-A41A-22CF-0E644318BDEB}"/>
                </a:ext>
              </a:extLst>
            </p:cNvPr>
            <p:cNvSpPr/>
            <p:nvPr>
              <p:custDataLst>
                <p:tags r:id="rId406"/>
              </p:custDataLst>
            </p:nvPr>
          </p:nvSpPr>
          <p:spPr bwMode="auto">
            <a:xfrm>
              <a:off x="101331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09" name="Rectangle 408">
              <a:extLst>
                <a:ext uri="{FF2B5EF4-FFF2-40B4-BE49-F238E27FC236}">
                  <a16:creationId xmlns:a16="http://schemas.microsoft.com/office/drawing/2014/main" id="{B159CDB3-7511-F908-5AAF-B53D3615817A}"/>
                </a:ext>
              </a:extLst>
            </p:cNvPr>
            <p:cNvSpPr/>
            <p:nvPr>
              <p:custDataLst>
                <p:tags r:id="rId407"/>
              </p:custDataLst>
            </p:nvPr>
          </p:nvSpPr>
          <p:spPr bwMode="auto">
            <a:xfrm>
              <a:off x="102220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10" name="Rectangle 409">
              <a:extLst>
                <a:ext uri="{FF2B5EF4-FFF2-40B4-BE49-F238E27FC236}">
                  <a16:creationId xmlns:a16="http://schemas.microsoft.com/office/drawing/2014/main" id="{319954F9-397A-B136-B1F5-1DACA2720878}"/>
                </a:ext>
              </a:extLst>
            </p:cNvPr>
            <p:cNvSpPr/>
            <p:nvPr>
              <p:custDataLst>
                <p:tags r:id="rId408"/>
              </p:custDataLst>
            </p:nvPr>
          </p:nvSpPr>
          <p:spPr bwMode="auto">
            <a:xfrm>
              <a:off x="103109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11" name="Rectangle 410">
              <a:extLst>
                <a:ext uri="{FF2B5EF4-FFF2-40B4-BE49-F238E27FC236}">
                  <a16:creationId xmlns:a16="http://schemas.microsoft.com/office/drawing/2014/main" id="{B0AC05E5-C269-4D7B-BED1-97E2339B76A2}"/>
                </a:ext>
              </a:extLst>
            </p:cNvPr>
            <p:cNvSpPr/>
            <p:nvPr>
              <p:custDataLst>
                <p:tags r:id="rId409"/>
              </p:custDataLst>
            </p:nvPr>
          </p:nvSpPr>
          <p:spPr bwMode="auto">
            <a:xfrm>
              <a:off x="103998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12" name="Rectangle 411">
              <a:extLst>
                <a:ext uri="{FF2B5EF4-FFF2-40B4-BE49-F238E27FC236}">
                  <a16:creationId xmlns:a16="http://schemas.microsoft.com/office/drawing/2014/main" id="{BCA5B143-9699-3EA6-A925-60E06ADD824D}"/>
                </a:ext>
              </a:extLst>
            </p:cNvPr>
            <p:cNvSpPr/>
            <p:nvPr>
              <p:custDataLst>
                <p:tags r:id="rId410"/>
              </p:custDataLst>
            </p:nvPr>
          </p:nvSpPr>
          <p:spPr bwMode="auto">
            <a:xfrm>
              <a:off x="104887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13" name="Rectangle 412">
              <a:extLst>
                <a:ext uri="{FF2B5EF4-FFF2-40B4-BE49-F238E27FC236}">
                  <a16:creationId xmlns:a16="http://schemas.microsoft.com/office/drawing/2014/main" id="{DD2DD76E-2FED-4B61-C59C-89042EDA360C}"/>
                </a:ext>
              </a:extLst>
            </p:cNvPr>
            <p:cNvSpPr/>
            <p:nvPr>
              <p:custDataLst>
                <p:tags r:id="rId411"/>
              </p:custDataLst>
            </p:nvPr>
          </p:nvSpPr>
          <p:spPr bwMode="auto">
            <a:xfrm>
              <a:off x="106665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14" name="Rectangle 413">
              <a:extLst>
                <a:ext uri="{FF2B5EF4-FFF2-40B4-BE49-F238E27FC236}">
                  <a16:creationId xmlns:a16="http://schemas.microsoft.com/office/drawing/2014/main" id="{566FD835-1830-1AA0-4897-31269394147B}"/>
                </a:ext>
              </a:extLst>
            </p:cNvPr>
            <p:cNvSpPr/>
            <p:nvPr>
              <p:custDataLst>
                <p:tags r:id="rId412"/>
              </p:custDataLst>
            </p:nvPr>
          </p:nvSpPr>
          <p:spPr bwMode="auto">
            <a:xfrm>
              <a:off x="8266221" y="4259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15" name="Rectangle 414">
              <a:extLst>
                <a:ext uri="{FF2B5EF4-FFF2-40B4-BE49-F238E27FC236}">
                  <a16:creationId xmlns:a16="http://schemas.microsoft.com/office/drawing/2014/main" id="{8820A57E-D10A-FAD0-A7CF-96F25141A497}"/>
                </a:ext>
              </a:extLst>
            </p:cNvPr>
            <p:cNvSpPr/>
            <p:nvPr>
              <p:custDataLst>
                <p:tags r:id="rId413"/>
              </p:custDataLst>
            </p:nvPr>
          </p:nvSpPr>
          <p:spPr bwMode="auto">
            <a:xfrm>
              <a:off x="8444021" y="4259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16" name="Rectangle 415">
              <a:extLst>
                <a:ext uri="{FF2B5EF4-FFF2-40B4-BE49-F238E27FC236}">
                  <a16:creationId xmlns:a16="http://schemas.microsoft.com/office/drawing/2014/main" id="{9344B3F9-0FF1-135D-7390-26F89CBC9D0B}"/>
                </a:ext>
              </a:extLst>
            </p:cNvPr>
            <p:cNvSpPr/>
            <p:nvPr>
              <p:custDataLst>
                <p:tags r:id="rId414"/>
              </p:custDataLst>
            </p:nvPr>
          </p:nvSpPr>
          <p:spPr bwMode="auto">
            <a:xfrm>
              <a:off x="8532921" y="4259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17" name="Rectangle 416">
              <a:extLst>
                <a:ext uri="{FF2B5EF4-FFF2-40B4-BE49-F238E27FC236}">
                  <a16:creationId xmlns:a16="http://schemas.microsoft.com/office/drawing/2014/main" id="{4A3E0887-0F2F-C17D-0FB9-316E9EAB5526}"/>
                </a:ext>
              </a:extLst>
            </p:cNvPr>
            <p:cNvSpPr/>
            <p:nvPr>
              <p:custDataLst>
                <p:tags r:id="rId415"/>
              </p:custDataLst>
            </p:nvPr>
          </p:nvSpPr>
          <p:spPr bwMode="auto">
            <a:xfrm>
              <a:off x="8621821" y="4259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18" name="Rectangle 417">
              <a:extLst>
                <a:ext uri="{FF2B5EF4-FFF2-40B4-BE49-F238E27FC236}">
                  <a16:creationId xmlns:a16="http://schemas.microsoft.com/office/drawing/2014/main" id="{D6801088-988A-B3DE-BE7F-266D4415D515}"/>
                </a:ext>
              </a:extLst>
            </p:cNvPr>
            <p:cNvSpPr/>
            <p:nvPr>
              <p:custDataLst>
                <p:tags r:id="rId416"/>
              </p:custDataLst>
            </p:nvPr>
          </p:nvSpPr>
          <p:spPr bwMode="auto">
            <a:xfrm>
              <a:off x="8799621" y="4259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F4A692C5-C11D-7DD9-D0B1-CCFF9882FBF4}"/>
                </a:ext>
              </a:extLst>
            </p:cNvPr>
            <p:cNvSpPr/>
            <p:nvPr>
              <p:custDataLst>
                <p:tags r:id="rId417"/>
              </p:custDataLst>
            </p:nvPr>
          </p:nvSpPr>
          <p:spPr bwMode="auto">
            <a:xfrm>
              <a:off x="9066321" y="4259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20" name="Rectangle 419">
              <a:extLst>
                <a:ext uri="{FF2B5EF4-FFF2-40B4-BE49-F238E27FC236}">
                  <a16:creationId xmlns:a16="http://schemas.microsoft.com/office/drawing/2014/main" id="{D1D6DC9C-A5CE-3EFD-5F27-EB50CEEAD833}"/>
                </a:ext>
              </a:extLst>
            </p:cNvPr>
            <p:cNvSpPr/>
            <p:nvPr>
              <p:custDataLst>
                <p:tags r:id="rId418"/>
              </p:custDataLst>
            </p:nvPr>
          </p:nvSpPr>
          <p:spPr bwMode="auto">
            <a:xfrm>
              <a:off x="9155221" y="4259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21" name="Rectangle 420">
              <a:extLst>
                <a:ext uri="{FF2B5EF4-FFF2-40B4-BE49-F238E27FC236}">
                  <a16:creationId xmlns:a16="http://schemas.microsoft.com/office/drawing/2014/main" id="{01D67412-6C69-B76E-99A0-1E72209992A4}"/>
                </a:ext>
              </a:extLst>
            </p:cNvPr>
            <p:cNvSpPr/>
            <p:nvPr>
              <p:custDataLst>
                <p:tags r:id="rId419"/>
              </p:custDataLst>
            </p:nvPr>
          </p:nvSpPr>
          <p:spPr bwMode="auto">
            <a:xfrm>
              <a:off x="9333021" y="4259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22" name="Rectangle 421">
              <a:extLst>
                <a:ext uri="{FF2B5EF4-FFF2-40B4-BE49-F238E27FC236}">
                  <a16:creationId xmlns:a16="http://schemas.microsoft.com/office/drawing/2014/main" id="{031BBC48-0889-68D8-0F1E-84B2EB668E2F}"/>
                </a:ext>
              </a:extLst>
            </p:cNvPr>
            <p:cNvSpPr/>
            <p:nvPr>
              <p:custDataLst>
                <p:tags r:id="rId420"/>
              </p:custDataLst>
            </p:nvPr>
          </p:nvSpPr>
          <p:spPr bwMode="auto">
            <a:xfrm>
              <a:off x="9777521" y="4259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23" name="Rectangle 422">
              <a:extLst>
                <a:ext uri="{FF2B5EF4-FFF2-40B4-BE49-F238E27FC236}">
                  <a16:creationId xmlns:a16="http://schemas.microsoft.com/office/drawing/2014/main" id="{2AA46ED0-65CB-8A3F-0A77-99389D2A3CB1}"/>
                </a:ext>
              </a:extLst>
            </p:cNvPr>
            <p:cNvSpPr/>
            <p:nvPr>
              <p:custDataLst>
                <p:tags r:id="rId421"/>
              </p:custDataLst>
            </p:nvPr>
          </p:nvSpPr>
          <p:spPr bwMode="auto">
            <a:xfrm>
              <a:off x="9866421" y="4259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24" name="Rectangle 423">
              <a:extLst>
                <a:ext uri="{FF2B5EF4-FFF2-40B4-BE49-F238E27FC236}">
                  <a16:creationId xmlns:a16="http://schemas.microsoft.com/office/drawing/2014/main" id="{99831C99-CEB8-49E7-0D1C-633234FFC3C0}"/>
                </a:ext>
              </a:extLst>
            </p:cNvPr>
            <p:cNvSpPr/>
            <p:nvPr>
              <p:custDataLst>
                <p:tags r:id="rId422"/>
              </p:custDataLst>
            </p:nvPr>
          </p:nvSpPr>
          <p:spPr bwMode="auto">
            <a:xfrm>
              <a:off x="9955321" y="4259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25" name="Rectangle 424">
              <a:extLst>
                <a:ext uri="{FF2B5EF4-FFF2-40B4-BE49-F238E27FC236}">
                  <a16:creationId xmlns:a16="http://schemas.microsoft.com/office/drawing/2014/main" id="{A155F793-516A-2C42-2D36-590D5DCB6554}"/>
                </a:ext>
              </a:extLst>
            </p:cNvPr>
            <p:cNvSpPr/>
            <p:nvPr>
              <p:custDataLst>
                <p:tags r:id="rId423"/>
              </p:custDataLst>
            </p:nvPr>
          </p:nvSpPr>
          <p:spPr bwMode="auto">
            <a:xfrm>
              <a:off x="10044221" y="4259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26" name="Rectangle 425">
              <a:extLst>
                <a:ext uri="{FF2B5EF4-FFF2-40B4-BE49-F238E27FC236}">
                  <a16:creationId xmlns:a16="http://schemas.microsoft.com/office/drawing/2014/main" id="{171D31AC-9FC8-56BC-24E4-7A7073B3CB8A}"/>
                </a:ext>
              </a:extLst>
            </p:cNvPr>
            <p:cNvSpPr/>
            <p:nvPr>
              <p:custDataLst>
                <p:tags r:id="rId424"/>
              </p:custDataLst>
            </p:nvPr>
          </p:nvSpPr>
          <p:spPr bwMode="auto">
            <a:xfrm>
              <a:off x="10133121" y="4259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27" name="Rectangle 426">
              <a:extLst>
                <a:ext uri="{FF2B5EF4-FFF2-40B4-BE49-F238E27FC236}">
                  <a16:creationId xmlns:a16="http://schemas.microsoft.com/office/drawing/2014/main" id="{A987E3B4-7C04-A8E3-742B-52F0F2DC3CDC}"/>
                </a:ext>
              </a:extLst>
            </p:cNvPr>
            <p:cNvSpPr/>
            <p:nvPr>
              <p:custDataLst>
                <p:tags r:id="rId425"/>
              </p:custDataLst>
            </p:nvPr>
          </p:nvSpPr>
          <p:spPr bwMode="auto">
            <a:xfrm>
              <a:off x="10666521" y="4259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28" name="Rectangle 427">
              <a:extLst>
                <a:ext uri="{FF2B5EF4-FFF2-40B4-BE49-F238E27FC236}">
                  <a16:creationId xmlns:a16="http://schemas.microsoft.com/office/drawing/2014/main" id="{A7359346-3291-5664-B38E-FEE2B5D2CEE2}"/>
                </a:ext>
              </a:extLst>
            </p:cNvPr>
            <p:cNvSpPr/>
            <p:nvPr>
              <p:custDataLst>
                <p:tags r:id="rId426"/>
              </p:custDataLst>
            </p:nvPr>
          </p:nvSpPr>
          <p:spPr bwMode="auto">
            <a:xfrm>
              <a:off x="8266221" y="4348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29" name="Rectangle 428">
              <a:extLst>
                <a:ext uri="{FF2B5EF4-FFF2-40B4-BE49-F238E27FC236}">
                  <a16:creationId xmlns:a16="http://schemas.microsoft.com/office/drawing/2014/main" id="{20E4D04A-0366-3114-AE19-C77ADC459EE9}"/>
                </a:ext>
              </a:extLst>
            </p:cNvPr>
            <p:cNvSpPr/>
            <p:nvPr>
              <p:custDataLst>
                <p:tags r:id="rId427"/>
              </p:custDataLst>
            </p:nvPr>
          </p:nvSpPr>
          <p:spPr bwMode="auto">
            <a:xfrm>
              <a:off x="8444021" y="4348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30" name="Rectangle 429">
              <a:extLst>
                <a:ext uri="{FF2B5EF4-FFF2-40B4-BE49-F238E27FC236}">
                  <a16:creationId xmlns:a16="http://schemas.microsoft.com/office/drawing/2014/main" id="{B237FECF-8F23-EB04-9859-4C06F1904A98}"/>
                </a:ext>
              </a:extLst>
            </p:cNvPr>
            <p:cNvSpPr/>
            <p:nvPr>
              <p:custDataLst>
                <p:tags r:id="rId428"/>
              </p:custDataLst>
            </p:nvPr>
          </p:nvSpPr>
          <p:spPr bwMode="auto">
            <a:xfrm>
              <a:off x="8532921" y="4348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31" name="Rectangle 430">
              <a:extLst>
                <a:ext uri="{FF2B5EF4-FFF2-40B4-BE49-F238E27FC236}">
                  <a16:creationId xmlns:a16="http://schemas.microsoft.com/office/drawing/2014/main" id="{AEAC017F-ABB9-C40A-B2E2-4FC57BF73851}"/>
                </a:ext>
              </a:extLst>
            </p:cNvPr>
            <p:cNvSpPr/>
            <p:nvPr>
              <p:custDataLst>
                <p:tags r:id="rId429"/>
              </p:custDataLst>
            </p:nvPr>
          </p:nvSpPr>
          <p:spPr bwMode="auto">
            <a:xfrm>
              <a:off x="8621821" y="4348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32" name="Rectangle 431">
              <a:extLst>
                <a:ext uri="{FF2B5EF4-FFF2-40B4-BE49-F238E27FC236}">
                  <a16:creationId xmlns:a16="http://schemas.microsoft.com/office/drawing/2014/main" id="{3B0264E6-E8C7-974F-16E0-85FACA03D9C5}"/>
                </a:ext>
              </a:extLst>
            </p:cNvPr>
            <p:cNvSpPr/>
            <p:nvPr>
              <p:custDataLst>
                <p:tags r:id="rId430"/>
              </p:custDataLst>
            </p:nvPr>
          </p:nvSpPr>
          <p:spPr bwMode="auto">
            <a:xfrm>
              <a:off x="8799621" y="4348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33" name="Rectangle 432">
              <a:extLst>
                <a:ext uri="{FF2B5EF4-FFF2-40B4-BE49-F238E27FC236}">
                  <a16:creationId xmlns:a16="http://schemas.microsoft.com/office/drawing/2014/main" id="{18E07C48-6138-66F9-DCAA-A095AB35B735}"/>
                </a:ext>
              </a:extLst>
            </p:cNvPr>
            <p:cNvSpPr/>
            <p:nvPr>
              <p:custDataLst>
                <p:tags r:id="rId431"/>
              </p:custDataLst>
            </p:nvPr>
          </p:nvSpPr>
          <p:spPr bwMode="auto">
            <a:xfrm>
              <a:off x="9066321" y="4348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34" name="Rectangle 433">
              <a:extLst>
                <a:ext uri="{FF2B5EF4-FFF2-40B4-BE49-F238E27FC236}">
                  <a16:creationId xmlns:a16="http://schemas.microsoft.com/office/drawing/2014/main" id="{667C9E79-DE73-F57C-DB2C-53ACDB5296F1}"/>
                </a:ext>
              </a:extLst>
            </p:cNvPr>
            <p:cNvSpPr/>
            <p:nvPr>
              <p:custDataLst>
                <p:tags r:id="rId432"/>
              </p:custDataLst>
            </p:nvPr>
          </p:nvSpPr>
          <p:spPr bwMode="auto">
            <a:xfrm>
              <a:off x="9155221" y="4348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35" name="Rectangle 434">
              <a:extLst>
                <a:ext uri="{FF2B5EF4-FFF2-40B4-BE49-F238E27FC236}">
                  <a16:creationId xmlns:a16="http://schemas.microsoft.com/office/drawing/2014/main" id="{72435F0A-EDD3-949C-982D-87E763298278}"/>
                </a:ext>
              </a:extLst>
            </p:cNvPr>
            <p:cNvSpPr/>
            <p:nvPr>
              <p:custDataLst>
                <p:tags r:id="rId433"/>
              </p:custDataLst>
            </p:nvPr>
          </p:nvSpPr>
          <p:spPr bwMode="auto">
            <a:xfrm>
              <a:off x="9333021" y="4348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36" name="Rectangle 435">
              <a:extLst>
                <a:ext uri="{FF2B5EF4-FFF2-40B4-BE49-F238E27FC236}">
                  <a16:creationId xmlns:a16="http://schemas.microsoft.com/office/drawing/2014/main" id="{68F34E61-A080-9E93-89A0-3C2C726BEBD6}"/>
                </a:ext>
              </a:extLst>
            </p:cNvPr>
            <p:cNvSpPr/>
            <p:nvPr>
              <p:custDataLst>
                <p:tags r:id="rId434"/>
              </p:custDataLst>
            </p:nvPr>
          </p:nvSpPr>
          <p:spPr bwMode="auto">
            <a:xfrm>
              <a:off x="9599721" y="4348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37" name="Rectangle 436">
              <a:extLst>
                <a:ext uri="{FF2B5EF4-FFF2-40B4-BE49-F238E27FC236}">
                  <a16:creationId xmlns:a16="http://schemas.microsoft.com/office/drawing/2014/main" id="{B6225782-A10C-9789-82FB-2948C4563DE7}"/>
                </a:ext>
              </a:extLst>
            </p:cNvPr>
            <p:cNvSpPr/>
            <p:nvPr>
              <p:custDataLst>
                <p:tags r:id="rId435"/>
              </p:custDataLst>
            </p:nvPr>
          </p:nvSpPr>
          <p:spPr bwMode="auto">
            <a:xfrm>
              <a:off x="9866421" y="4348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38" name="Rectangle 437">
              <a:extLst>
                <a:ext uri="{FF2B5EF4-FFF2-40B4-BE49-F238E27FC236}">
                  <a16:creationId xmlns:a16="http://schemas.microsoft.com/office/drawing/2014/main" id="{AE07D2E1-6ADD-BF7D-1F0A-6DEDFC478642}"/>
                </a:ext>
              </a:extLst>
            </p:cNvPr>
            <p:cNvSpPr/>
            <p:nvPr>
              <p:custDataLst>
                <p:tags r:id="rId436"/>
              </p:custDataLst>
            </p:nvPr>
          </p:nvSpPr>
          <p:spPr bwMode="auto">
            <a:xfrm>
              <a:off x="10488721" y="4348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39" name="Rectangle 438">
              <a:extLst>
                <a:ext uri="{FF2B5EF4-FFF2-40B4-BE49-F238E27FC236}">
                  <a16:creationId xmlns:a16="http://schemas.microsoft.com/office/drawing/2014/main" id="{05596F95-2EBA-C89B-3480-5AD794BEB128}"/>
                </a:ext>
              </a:extLst>
            </p:cNvPr>
            <p:cNvSpPr/>
            <p:nvPr>
              <p:custDataLst>
                <p:tags r:id="rId437"/>
              </p:custDataLst>
            </p:nvPr>
          </p:nvSpPr>
          <p:spPr bwMode="auto">
            <a:xfrm>
              <a:off x="10577621" y="4348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40" name="Rectangle 439">
              <a:extLst>
                <a:ext uri="{FF2B5EF4-FFF2-40B4-BE49-F238E27FC236}">
                  <a16:creationId xmlns:a16="http://schemas.microsoft.com/office/drawing/2014/main" id="{23C5BACF-B6D5-E2DA-774F-3A0010F4CD58}"/>
                </a:ext>
              </a:extLst>
            </p:cNvPr>
            <p:cNvSpPr/>
            <p:nvPr>
              <p:custDataLst>
                <p:tags r:id="rId438"/>
              </p:custDataLst>
            </p:nvPr>
          </p:nvSpPr>
          <p:spPr bwMode="auto">
            <a:xfrm>
              <a:off x="10666521" y="4348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41" name="Rectangle 440">
              <a:extLst>
                <a:ext uri="{FF2B5EF4-FFF2-40B4-BE49-F238E27FC236}">
                  <a16:creationId xmlns:a16="http://schemas.microsoft.com/office/drawing/2014/main" id="{39AA41D1-8430-B963-A0F5-89683230AC0B}"/>
                </a:ext>
              </a:extLst>
            </p:cNvPr>
            <p:cNvSpPr/>
            <p:nvPr>
              <p:custDataLst>
                <p:tags r:id="rId439"/>
              </p:custDataLst>
            </p:nvPr>
          </p:nvSpPr>
          <p:spPr bwMode="auto">
            <a:xfrm>
              <a:off x="10755421" y="4348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42" name="Rectangle 441">
              <a:extLst>
                <a:ext uri="{FF2B5EF4-FFF2-40B4-BE49-F238E27FC236}">
                  <a16:creationId xmlns:a16="http://schemas.microsoft.com/office/drawing/2014/main" id="{8AD453A5-0023-F68C-ED6C-90BF060CA5FC}"/>
                </a:ext>
              </a:extLst>
            </p:cNvPr>
            <p:cNvSpPr/>
            <p:nvPr>
              <p:custDataLst>
                <p:tags r:id="rId440"/>
              </p:custDataLst>
            </p:nvPr>
          </p:nvSpPr>
          <p:spPr bwMode="auto">
            <a:xfrm>
              <a:off x="8266221" y="4437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43" name="Rectangle 442">
              <a:extLst>
                <a:ext uri="{FF2B5EF4-FFF2-40B4-BE49-F238E27FC236}">
                  <a16:creationId xmlns:a16="http://schemas.microsoft.com/office/drawing/2014/main" id="{DAC5594D-C707-D63E-BF9E-60C13E017347}"/>
                </a:ext>
              </a:extLst>
            </p:cNvPr>
            <p:cNvSpPr/>
            <p:nvPr>
              <p:custDataLst>
                <p:tags r:id="rId441"/>
              </p:custDataLst>
            </p:nvPr>
          </p:nvSpPr>
          <p:spPr bwMode="auto">
            <a:xfrm>
              <a:off x="8799621" y="4437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44" name="Rectangle 443">
              <a:extLst>
                <a:ext uri="{FF2B5EF4-FFF2-40B4-BE49-F238E27FC236}">
                  <a16:creationId xmlns:a16="http://schemas.microsoft.com/office/drawing/2014/main" id="{0591F511-809F-41E4-B34C-42D8A27679E6}"/>
                </a:ext>
              </a:extLst>
            </p:cNvPr>
            <p:cNvSpPr/>
            <p:nvPr>
              <p:custDataLst>
                <p:tags r:id="rId442"/>
              </p:custDataLst>
            </p:nvPr>
          </p:nvSpPr>
          <p:spPr bwMode="auto">
            <a:xfrm>
              <a:off x="9155221" y="4437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45" name="Rectangle 444">
              <a:extLst>
                <a:ext uri="{FF2B5EF4-FFF2-40B4-BE49-F238E27FC236}">
                  <a16:creationId xmlns:a16="http://schemas.microsoft.com/office/drawing/2014/main" id="{2F8B36D2-051C-6200-A4F0-68779CBB0E68}"/>
                </a:ext>
              </a:extLst>
            </p:cNvPr>
            <p:cNvSpPr/>
            <p:nvPr>
              <p:custDataLst>
                <p:tags r:id="rId443"/>
              </p:custDataLst>
            </p:nvPr>
          </p:nvSpPr>
          <p:spPr bwMode="auto">
            <a:xfrm>
              <a:off x="9333021" y="4437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46" name="Rectangle 445">
              <a:extLst>
                <a:ext uri="{FF2B5EF4-FFF2-40B4-BE49-F238E27FC236}">
                  <a16:creationId xmlns:a16="http://schemas.microsoft.com/office/drawing/2014/main" id="{0C040018-39CC-9243-24CE-E094A1FB8037}"/>
                </a:ext>
              </a:extLst>
            </p:cNvPr>
            <p:cNvSpPr/>
            <p:nvPr>
              <p:custDataLst>
                <p:tags r:id="rId444"/>
              </p:custDataLst>
            </p:nvPr>
          </p:nvSpPr>
          <p:spPr bwMode="auto">
            <a:xfrm>
              <a:off x="9510821" y="4437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47" name="Rectangle 446">
              <a:extLst>
                <a:ext uri="{FF2B5EF4-FFF2-40B4-BE49-F238E27FC236}">
                  <a16:creationId xmlns:a16="http://schemas.microsoft.com/office/drawing/2014/main" id="{2784BB3E-1190-77AE-D3A6-A8F8333126FC}"/>
                </a:ext>
              </a:extLst>
            </p:cNvPr>
            <p:cNvSpPr/>
            <p:nvPr>
              <p:custDataLst>
                <p:tags r:id="rId445"/>
              </p:custDataLst>
            </p:nvPr>
          </p:nvSpPr>
          <p:spPr bwMode="auto">
            <a:xfrm>
              <a:off x="9599721" y="4437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48" name="Rectangle 447">
              <a:extLst>
                <a:ext uri="{FF2B5EF4-FFF2-40B4-BE49-F238E27FC236}">
                  <a16:creationId xmlns:a16="http://schemas.microsoft.com/office/drawing/2014/main" id="{2DE250A6-9EC1-6F25-961A-C3518F44AF77}"/>
                </a:ext>
              </a:extLst>
            </p:cNvPr>
            <p:cNvSpPr/>
            <p:nvPr>
              <p:custDataLst>
                <p:tags r:id="rId446"/>
              </p:custDataLst>
            </p:nvPr>
          </p:nvSpPr>
          <p:spPr bwMode="auto">
            <a:xfrm>
              <a:off x="9688621" y="4437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49" name="Rectangle 448">
              <a:extLst>
                <a:ext uri="{FF2B5EF4-FFF2-40B4-BE49-F238E27FC236}">
                  <a16:creationId xmlns:a16="http://schemas.microsoft.com/office/drawing/2014/main" id="{5A81BAEC-8B0A-F692-2F02-3BD3B4C59C29}"/>
                </a:ext>
              </a:extLst>
            </p:cNvPr>
            <p:cNvSpPr/>
            <p:nvPr>
              <p:custDataLst>
                <p:tags r:id="rId447"/>
              </p:custDataLst>
            </p:nvPr>
          </p:nvSpPr>
          <p:spPr bwMode="auto">
            <a:xfrm>
              <a:off x="9955321" y="4437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50" name="Rectangle 449">
              <a:extLst>
                <a:ext uri="{FF2B5EF4-FFF2-40B4-BE49-F238E27FC236}">
                  <a16:creationId xmlns:a16="http://schemas.microsoft.com/office/drawing/2014/main" id="{2D921271-5186-56F9-C95D-7BBA2AFCA656}"/>
                </a:ext>
              </a:extLst>
            </p:cNvPr>
            <p:cNvSpPr/>
            <p:nvPr>
              <p:custDataLst>
                <p:tags r:id="rId448"/>
              </p:custDataLst>
            </p:nvPr>
          </p:nvSpPr>
          <p:spPr bwMode="auto">
            <a:xfrm>
              <a:off x="10044221" y="4437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51" name="Rectangle 450">
              <a:extLst>
                <a:ext uri="{FF2B5EF4-FFF2-40B4-BE49-F238E27FC236}">
                  <a16:creationId xmlns:a16="http://schemas.microsoft.com/office/drawing/2014/main" id="{13D06785-5EF8-2FE4-C750-77647D4E7BE7}"/>
                </a:ext>
              </a:extLst>
            </p:cNvPr>
            <p:cNvSpPr/>
            <p:nvPr>
              <p:custDataLst>
                <p:tags r:id="rId449"/>
              </p:custDataLst>
            </p:nvPr>
          </p:nvSpPr>
          <p:spPr bwMode="auto">
            <a:xfrm>
              <a:off x="10133121" y="4437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52" name="Rectangle 451">
              <a:extLst>
                <a:ext uri="{FF2B5EF4-FFF2-40B4-BE49-F238E27FC236}">
                  <a16:creationId xmlns:a16="http://schemas.microsoft.com/office/drawing/2014/main" id="{B4213300-4581-B375-4FA4-4EFE406AADF3}"/>
                </a:ext>
              </a:extLst>
            </p:cNvPr>
            <p:cNvSpPr/>
            <p:nvPr>
              <p:custDataLst>
                <p:tags r:id="rId450"/>
              </p:custDataLst>
            </p:nvPr>
          </p:nvSpPr>
          <p:spPr bwMode="auto">
            <a:xfrm>
              <a:off x="10222021" y="4437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53" name="Rectangle 452">
              <a:extLst>
                <a:ext uri="{FF2B5EF4-FFF2-40B4-BE49-F238E27FC236}">
                  <a16:creationId xmlns:a16="http://schemas.microsoft.com/office/drawing/2014/main" id="{09084892-67A2-531C-6949-F6A103C94411}"/>
                </a:ext>
              </a:extLst>
            </p:cNvPr>
            <p:cNvSpPr/>
            <p:nvPr>
              <p:custDataLst>
                <p:tags r:id="rId451"/>
              </p:custDataLst>
            </p:nvPr>
          </p:nvSpPr>
          <p:spPr bwMode="auto">
            <a:xfrm>
              <a:off x="10310921" y="4437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54" name="Rectangle 453">
              <a:extLst>
                <a:ext uri="{FF2B5EF4-FFF2-40B4-BE49-F238E27FC236}">
                  <a16:creationId xmlns:a16="http://schemas.microsoft.com/office/drawing/2014/main" id="{BBC85E4A-FC31-92BC-B7BD-BDD9A0DFD3FB}"/>
                </a:ext>
              </a:extLst>
            </p:cNvPr>
            <p:cNvSpPr/>
            <p:nvPr>
              <p:custDataLst>
                <p:tags r:id="rId452"/>
              </p:custDataLst>
            </p:nvPr>
          </p:nvSpPr>
          <p:spPr bwMode="auto">
            <a:xfrm>
              <a:off x="10399821" y="4437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55" name="Rectangle 454">
              <a:extLst>
                <a:ext uri="{FF2B5EF4-FFF2-40B4-BE49-F238E27FC236}">
                  <a16:creationId xmlns:a16="http://schemas.microsoft.com/office/drawing/2014/main" id="{C74C2C23-358D-250E-7912-934A81A4B8BF}"/>
                </a:ext>
              </a:extLst>
            </p:cNvPr>
            <p:cNvSpPr/>
            <p:nvPr>
              <p:custDataLst>
                <p:tags r:id="rId453"/>
              </p:custDataLst>
            </p:nvPr>
          </p:nvSpPr>
          <p:spPr bwMode="auto">
            <a:xfrm>
              <a:off x="10488721" y="4437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56" name="Rectangle 455">
              <a:extLst>
                <a:ext uri="{FF2B5EF4-FFF2-40B4-BE49-F238E27FC236}">
                  <a16:creationId xmlns:a16="http://schemas.microsoft.com/office/drawing/2014/main" id="{95E0984A-A8C2-7592-85BF-71E63E5B6B22}"/>
                </a:ext>
              </a:extLst>
            </p:cNvPr>
            <p:cNvSpPr/>
            <p:nvPr>
              <p:custDataLst>
                <p:tags r:id="rId454"/>
              </p:custDataLst>
            </p:nvPr>
          </p:nvSpPr>
          <p:spPr bwMode="auto">
            <a:xfrm>
              <a:off x="10666521" y="4437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57" name="Rectangle 456">
              <a:extLst>
                <a:ext uri="{FF2B5EF4-FFF2-40B4-BE49-F238E27FC236}">
                  <a16:creationId xmlns:a16="http://schemas.microsoft.com/office/drawing/2014/main" id="{B60503B2-F726-4808-2C71-FC1FB1BBC7F1}"/>
                </a:ext>
              </a:extLst>
            </p:cNvPr>
            <p:cNvSpPr/>
            <p:nvPr>
              <p:custDataLst>
                <p:tags r:id="rId455"/>
              </p:custDataLst>
            </p:nvPr>
          </p:nvSpPr>
          <p:spPr bwMode="auto">
            <a:xfrm>
              <a:off x="10755421" y="4437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58" name="Rectangle 457">
              <a:extLst>
                <a:ext uri="{FF2B5EF4-FFF2-40B4-BE49-F238E27FC236}">
                  <a16:creationId xmlns:a16="http://schemas.microsoft.com/office/drawing/2014/main" id="{662271E0-3B9D-A488-9385-1CAEB6D45E46}"/>
                </a:ext>
              </a:extLst>
            </p:cNvPr>
            <p:cNvSpPr/>
            <p:nvPr>
              <p:custDataLst>
                <p:tags r:id="rId456"/>
              </p:custDataLst>
            </p:nvPr>
          </p:nvSpPr>
          <p:spPr bwMode="auto">
            <a:xfrm>
              <a:off x="8266221" y="4526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59" name="Rectangle 458">
              <a:extLst>
                <a:ext uri="{FF2B5EF4-FFF2-40B4-BE49-F238E27FC236}">
                  <a16:creationId xmlns:a16="http://schemas.microsoft.com/office/drawing/2014/main" id="{9B833D12-E052-B468-514D-17E738E51F92}"/>
                </a:ext>
              </a:extLst>
            </p:cNvPr>
            <p:cNvSpPr/>
            <p:nvPr>
              <p:custDataLst>
                <p:tags r:id="rId457"/>
              </p:custDataLst>
            </p:nvPr>
          </p:nvSpPr>
          <p:spPr bwMode="auto">
            <a:xfrm>
              <a:off x="8355121" y="4526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60" name="Rectangle 459">
              <a:extLst>
                <a:ext uri="{FF2B5EF4-FFF2-40B4-BE49-F238E27FC236}">
                  <a16:creationId xmlns:a16="http://schemas.microsoft.com/office/drawing/2014/main" id="{A621A8F1-0824-A8D2-1F66-E380002BEAEC}"/>
                </a:ext>
              </a:extLst>
            </p:cNvPr>
            <p:cNvSpPr/>
            <p:nvPr>
              <p:custDataLst>
                <p:tags r:id="rId458"/>
              </p:custDataLst>
            </p:nvPr>
          </p:nvSpPr>
          <p:spPr bwMode="auto">
            <a:xfrm>
              <a:off x="8444021" y="4526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61" name="Rectangle 460">
              <a:extLst>
                <a:ext uri="{FF2B5EF4-FFF2-40B4-BE49-F238E27FC236}">
                  <a16:creationId xmlns:a16="http://schemas.microsoft.com/office/drawing/2014/main" id="{E6693173-2EBB-8ACC-A516-2A54BED298EC}"/>
                </a:ext>
              </a:extLst>
            </p:cNvPr>
            <p:cNvSpPr/>
            <p:nvPr>
              <p:custDataLst>
                <p:tags r:id="rId459"/>
              </p:custDataLst>
            </p:nvPr>
          </p:nvSpPr>
          <p:spPr bwMode="auto">
            <a:xfrm>
              <a:off x="8532921" y="4526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62" name="Rectangle 461">
              <a:extLst>
                <a:ext uri="{FF2B5EF4-FFF2-40B4-BE49-F238E27FC236}">
                  <a16:creationId xmlns:a16="http://schemas.microsoft.com/office/drawing/2014/main" id="{170F3A7B-352F-1AE6-F602-EC7193D9E06B}"/>
                </a:ext>
              </a:extLst>
            </p:cNvPr>
            <p:cNvSpPr/>
            <p:nvPr>
              <p:custDataLst>
                <p:tags r:id="rId460"/>
              </p:custDataLst>
            </p:nvPr>
          </p:nvSpPr>
          <p:spPr bwMode="auto">
            <a:xfrm>
              <a:off x="8621821" y="4526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63" name="Rectangle 462">
              <a:extLst>
                <a:ext uri="{FF2B5EF4-FFF2-40B4-BE49-F238E27FC236}">
                  <a16:creationId xmlns:a16="http://schemas.microsoft.com/office/drawing/2014/main" id="{9BC88F1E-D7E7-91EC-8F4E-A826944420AD}"/>
                </a:ext>
              </a:extLst>
            </p:cNvPr>
            <p:cNvSpPr/>
            <p:nvPr>
              <p:custDataLst>
                <p:tags r:id="rId461"/>
              </p:custDataLst>
            </p:nvPr>
          </p:nvSpPr>
          <p:spPr bwMode="auto">
            <a:xfrm>
              <a:off x="8710721" y="4526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64" name="Rectangle 463">
              <a:extLst>
                <a:ext uri="{FF2B5EF4-FFF2-40B4-BE49-F238E27FC236}">
                  <a16:creationId xmlns:a16="http://schemas.microsoft.com/office/drawing/2014/main" id="{BE914AEB-8BDF-E084-B68C-92AD175E79E8}"/>
                </a:ext>
              </a:extLst>
            </p:cNvPr>
            <p:cNvSpPr/>
            <p:nvPr>
              <p:custDataLst>
                <p:tags r:id="rId462"/>
              </p:custDataLst>
            </p:nvPr>
          </p:nvSpPr>
          <p:spPr bwMode="auto">
            <a:xfrm>
              <a:off x="8799621" y="4526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65" name="Rectangle 464">
              <a:extLst>
                <a:ext uri="{FF2B5EF4-FFF2-40B4-BE49-F238E27FC236}">
                  <a16:creationId xmlns:a16="http://schemas.microsoft.com/office/drawing/2014/main" id="{6C8D7881-B804-EC01-899A-EBB3C477D687}"/>
                </a:ext>
              </a:extLst>
            </p:cNvPr>
            <p:cNvSpPr/>
            <p:nvPr>
              <p:custDataLst>
                <p:tags r:id="rId463"/>
              </p:custDataLst>
            </p:nvPr>
          </p:nvSpPr>
          <p:spPr bwMode="auto">
            <a:xfrm>
              <a:off x="8977421" y="4526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66" name="Rectangle 465">
              <a:extLst>
                <a:ext uri="{FF2B5EF4-FFF2-40B4-BE49-F238E27FC236}">
                  <a16:creationId xmlns:a16="http://schemas.microsoft.com/office/drawing/2014/main" id="{76BE798E-7104-4394-58A0-D3A49E45642B}"/>
                </a:ext>
              </a:extLst>
            </p:cNvPr>
            <p:cNvSpPr/>
            <p:nvPr>
              <p:custDataLst>
                <p:tags r:id="rId464"/>
              </p:custDataLst>
            </p:nvPr>
          </p:nvSpPr>
          <p:spPr bwMode="auto">
            <a:xfrm>
              <a:off x="9155221" y="4526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67" name="Rectangle 466">
              <a:extLst>
                <a:ext uri="{FF2B5EF4-FFF2-40B4-BE49-F238E27FC236}">
                  <a16:creationId xmlns:a16="http://schemas.microsoft.com/office/drawing/2014/main" id="{37B000F0-7B78-44C6-B291-7BE1B1866FA8}"/>
                </a:ext>
              </a:extLst>
            </p:cNvPr>
            <p:cNvSpPr/>
            <p:nvPr>
              <p:custDataLst>
                <p:tags r:id="rId465"/>
              </p:custDataLst>
            </p:nvPr>
          </p:nvSpPr>
          <p:spPr bwMode="auto">
            <a:xfrm>
              <a:off x="9244121" y="4526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68" name="Rectangle 467">
              <a:extLst>
                <a:ext uri="{FF2B5EF4-FFF2-40B4-BE49-F238E27FC236}">
                  <a16:creationId xmlns:a16="http://schemas.microsoft.com/office/drawing/2014/main" id="{66722347-B795-7452-5186-16FF8D955388}"/>
                </a:ext>
              </a:extLst>
            </p:cNvPr>
            <p:cNvSpPr/>
            <p:nvPr>
              <p:custDataLst>
                <p:tags r:id="rId466"/>
              </p:custDataLst>
            </p:nvPr>
          </p:nvSpPr>
          <p:spPr bwMode="auto">
            <a:xfrm>
              <a:off x="10044221" y="4526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69" name="Rectangle 468">
              <a:extLst>
                <a:ext uri="{FF2B5EF4-FFF2-40B4-BE49-F238E27FC236}">
                  <a16:creationId xmlns:a16="http://schemas.microsoft.com/office/drawing/2014/main" id="{6BCF40F4-7649-966D-A684-A287ACF025CC}"/>
                </a:ext>
              </a:extLst>
            </p:cNvPr>
            <p:cNvSpPr/>
            <p:nvPr>
              <p:custDataLst>
                <p:tags r:id="rId467"/>
              </p:custDataLst>
            </p:nvPr>
          </p:nvSpPr>
          <p:spPr bwMode="auto">
            <a:xfrm>
              <a:off x="10310921" y="4526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70" name="Rectangle 469">
              <a:extLst>
                <a:ext uri="{FF2B5EF4-FFF2-40B4-BE49-F238E27FC236}">
                  <a16:creationId xmlns:a16="http://schemas.microsoft.com/office/drawing/2014/main" id="{E19422E7-9CB1-FE1B-B3D5-16D39A59F722}"/>
                </a:ext>
              </a:extLst>
            </p:cNvPr>
            <p:cNvSpPr/>
            <p:nvPr>
              <p:custDataLst>
                <p:tags r:id="rId468"/>
              </p:custDataLst>
            </p:nvPr>
          </p:nvSpPr>
          <p:spPr bwMode="auto">
            <a:xfrm>
              <a:off x="10399821" y="4526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71" name="Rectangle 470">
              <a:extLst>
                <a:ext uri="{FF2B5EF4-FFF2-40B4-BE49-F238E27FC236}">
                  <a16:creationId xmlns:a16="http://schemas.microsoft.com/office/drawing/2014/main" id="{7A9B9D63-4429-9D8D-F862-911A34BE81E5}"/>
                </a:ext>
              </a:extLst>
            </p:cNvPr>
            <p:cNvSpPr/>
            <p:nvPr>
              <p:custDataLst>
                <p:tags r:id="rId469"/>
              </p:custDataLst>
            </p:nvPr>
          </p:nvSpPr>
          <p:spPr bwMode="auto">
            <a:xfrm>
              <a:off x="10666521" y="4526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</p:grp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E156121F-1CEF-453E-4B3F-513BE6B441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2000" y="6541200"/>
            <a:ext cx="1105200" cy="316800"/>
          </a:xfrm>
        </p:spPr>
        <p:txBody>
          <a:bodyPr/>
          <a:lstStyle/>
          <a:p>
            <a:r>
              <a:rPr lang="da-DK" dirty="0"/>
              <a:t>E25 06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96449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88386-9E8E-FA5E-59EA-13B6ED0E71FE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da-DK"/>
              <a:t>Hvad gælder for en jævn cirkelbevægelse?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8C2F1-63E3-CA0A-B211-2BD7F19B519C}"/>
              </a:ext>
            </a:extLst>
          </p:cNvPr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FI"/>
              <a:t> </a:t>
            </a:r>
            <a:endParaRPr lang="en-FI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116703-7E4F-08C0-A881-34ECD0347D90}"/>
              </a:ext>
            </a:extLst>
          </p:cNvPr>
          <p:cNvSpPr>
            <a:spLocks noGrp="1"/>
          </p:cNvSpPr>
          <p:nvPr>
            <p:ph sz="quarter" idx="14"/>
            <p:custDataLst>
              <p:tags r:id="rId4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FI" dirty="0"/>
              <a:t> 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7099DC2-E867-4826-8B27-C9C3D9DF8B10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63500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##/##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0C9FB8D-52CD-47EC-AF6A-E8AE6152DDBC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0094913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Results slide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8" name="Rectangle: Top Corners Snipped 7">
            <a:extLst>
              <a:ext uri="{FF2B5EF4-FFF2-40B4-BE49-F238E27FC236}">
                <a16:creationId xmlns:a16="http://schemas.microsoft.com/office/drawing/2014/main" id="{F4796044-213C-43B0-B72D-F4CDAE3C97A1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65100" y="254000"/>
            <a:ext cx="177800" cy="127000"/>
          </a:xfrm>
          <a:prstGeom prst="snip2SameRect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59588A3-6E30-4D8A-A297-4111AD212447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90500" y="127000"/>
            <a:ext cx="127000" cy="127000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2D8352-A147-4D9A-8D05-0897A4D1E951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2793636" y="889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Join at: </a:t>
            </a:r>
            <a:r>
              <a:rPr lang="da-DK" b="1">
                <a:latin typeface="+mn-lt"/>
              </a:rPr>
              <a:t>vevox.app</a:t>
            </a:r>
            <a:endParaRPr lang="da-DK" dirty="0" err="1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9C0038-F443-48D7-9394-7FD7E6BE9C2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925895" y="1016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ID: </a:t>
            </a:r>
            <a:r>
              <a:rPr lang="da-DK" b="1">
                <a:latin typeface="+mn-lt"/>
              </a:rPr>
              <a:t>155-043-402</a:t>
            </a:r>
            <a:endParaRPr lang="da-DK" dirty="0" err="1"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708D4F-4FB3-4BC4-86E4-4FEF1BF18A4B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838090" y="1838325"/>
            <a:ext cx="5155529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Centripetalkraften er parallel med hastigheden</a:t>
            </a:r>
            <a:endParaRPr lang="da-DK" dirty="0" err="1"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9DE4E9-413C-46DD-8089-6D021E4389FA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4977620" y="2003425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AE663C8-B8B7-406D-93E1-D314F5B07FEC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838090" y="2155825"/>
            <a:ext cx="4139529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FCFC145-7E8F-4E79-B6C9-05D04F2A2294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838090" y="2155825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4041B6-D0BC-4DCE-BDB4-80E9A7BC6516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838090" y="2473325"/>
            <a:ext cx="5155529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Centripetalkraften er vinkelret på hastigheden</a:t>
            </a:r>
            <a:endParaRPr lang="da-DK" dirty="0" err="1">
              <a:latin typeface="+mn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7BCAE6-208B-459C-B710-FE81EB0F6655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4977620" y="2638425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0898654-7F8C-4E79-9A73-671C0EC3BD92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838090" y="2790825"/>
            <a:ext cx="4139529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2B879F5-E053-4612-9AAC-EE0E47CFF056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838090" y="2790825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A41D07-588C-4522-8BB1-A767D278D0C8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838090" y="3108325"/>
            <a:ext cx="5155529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Hastigheden ændrer sig, men farten er konstant</a:t>
            </a:r>
            <a:endParaRPr lang="da-DK" dirty="0" err="1">
              <a:latin typeface="+mn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854CAE-3D15-4893-8996-12FBD59DD014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4977620" y="3273425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599280E-D009-4A59-9AD8-1FDA50F9A9D7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838090" y="3425825"/>
            <a:ext cx="4139529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F25EA9B-F279-4424-BF7F-58097B743668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838090" y="3425825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EA33AE-406E-466B-AD71-E59C99ADD9DE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838090" y="3743325"/>
            <a:ext cx="5155529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Farten ændrer sig, men hastigheden er konstant</a:t>
            </a:r>
            <a:endParaRPr lang="da-DK" dirty="0" err="1">
              <a:latin typeface="+mn-l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329BB9-CE95-4ADD-8508-1D1ECF888CA8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4977620" y="3908425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4128401-FC6F-4FF0-BD92-4356ED6F7316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838090" y="4060825"/>
            <a:ext cx="4139529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8889288-2AAC-45CC-8FE7-56BB7904F4C9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838090" y="4060825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02019B4-0365-4D29-B2DC-287A80AB7124}"/>
              </a:ext>
            </a:extLst>
          </p:cNvPr>
          <p:cNvSpPr/>
          <p:nvPr>
            <p:custDataLst>
              <p:tags r:id="rId27"/>
            </p:custDataLst>
          </p:nvPr>
        </p:nvSpPr>
        <p:spPr bwMode="auto">
          <a:xfrm>
            <a:off x="0" y="5486400"/>
            <a:ext cx="12190413" cy="1219200"/>
          </a:xfrm>
          <a:prstGeom prst="rect">
            <a:avLst/>
          </a:prstGeom>
          <a:solidFill>
            <a:srgbClr val="666666">
              <a:alpha val="40000"/>
              <a:alpha val="0"/>
              <a:alpha val="0"/>
              <a:alpha val="0"/>
              <a:alpha val="0"/>
              <a:alpha val="0"/>
              <a:alpha val="0"/>
            </a:srgbClr>
          </a:solidFill>
          <a:ln w="12700" cap="flat" cmpd="sng" algn="ctr">
            <a:solidFill>
              <a:srgbClr val="808080">
                <a:alpha val="40000"/>
                <a:alpha val="0"/>
                <a:alpha val="0"/>
                <a:alpha val="0"/>
                <a:alpha val="0"/>
                <a:alpha val="0"/>
                <a:alpha val="0"/>
              </a:srgbClr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80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8F861B4-6F79-D524-38A1-E2711DE84E5E}"/>
              </a:ext>
            </a:extLst>
          </p:cNvPr>
          <p:cNvGrpSpPr/>
          <p:nvPr/>
        </p:nvGrpSpPr>
        <p:grpSpPr>
          <a:xfrm>
            <a:off x="7103318" y="1948178"/>
            <a:ext cx="3829903" cy="3569053"/>
            <a:chOff x="8177321" y="1948179"/>
            <a:chExt cx="2755900" cy="275590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6E991DD-803C-07FF-520F-3FD3A64A58FC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 bwMode="auto">
            <a:xfrm>
              <a:off x="8177321" y="1948179"/>
              <a:ext cx="2755900" cy="2755900"/>
            </a:xfrm>
            <a:prstGeom prst="rect">
              <a:avLst/>
            </a:prstGeom>
            <a:solidFill>
              <a:srgbClr val="FFFFFF"/>
            </a:solidFill>
            <a:ln w="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9CF07B3-269D-1AEC-50C0-473666CF42C4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 bwMode="auto">
            <a:xfrm>
              <a:off x="8266221" y="2037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268514B-FD52-B745-8398-32EC0223B5B1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 bwMode="auto">
            <a:xfrm>
              <a:off x="8355121" y="2037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F511D0C-8FAD-B07B-A25D-700DEC0FCE29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 bwMode="auto">
            <a:xfrm>
              <a:off x="8444021" y="2037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E322F43-4C6C-A2B8-CE82-A46D6798991C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 bwMode="auto">
            <a:xfrm>
              <a:off x="8532921" y="2037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2E2D753-E2CA-67AF-D206-6ECB5BC38C6C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 bwMode="auto">
            <a:xfrm>
              <a:off x="8621821" y="2037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4D773B0-E70A-CCC0-0749-C21D8CDD1AD3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 bwMode="auto">
            <a:xfrm>
              <a:off x="8710721" y="2037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EAD74A0-F93A-CFD1-F9F0-72D1CE03FBF0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 bwMode="auto">
            <a:xfrm>
              <a:off x="8799621" y="2037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DD31F21-BC71-A9E8-0B26-FDE01DABE5C0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 bwMode="auto">
            <a:xfrm>
              <a:off x="8977421" y="2037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DDE76C2-AAB6-A888-D677-4736D82B22B4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 bwMode="auto">
            <a:xfrm>
              <a:off x="9066321" y="2037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F80AC1B8-243D-24E3-541A-A6672C67421E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 bwMode="auto">
            <a:xfrm>
              <a:off x="9155221" y="2037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9F9643AE-85DD-A047-D286-F87000A478DA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 bwMode="auto">
            <a:xfrm>
              <a:off x="9955321" y="2037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F40286C4-D005-B664-1313-ECA856A9A37D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 bwMode="auto">
            <a:xfrm>
              <a:off x="10044221" y="2037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1A3D98E-13F6-C4F3-8F2C-3A4FB261DCD5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 bwMode="auto">
            <a:xfrm>
              <a:off x="10222021" y="2037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CEE5E737-7595-3E5F-DBD6-2CAFD68311DB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 bwMode="auto">
            <a:xfrm>
              <a:off x="10310921" y="2037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131B6A4-096D-8776-BE81-C6AD59495DD9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 bwMode="auto">
            <a:xfrm>
              <a:off x="10399821" y="2037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37A5D8CE-C9E6-A3A6-9268-D603F566AD1E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 bwMode="auto">
            <a:xfrm>
              <a:off x="10488721" y="2037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D3E2A86-25AE-10CC-67BF-1DCAA11D6202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 bwMode="auto">
            <a:xfrm>
              <a:off x="10577621" y="2037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90AF3169-F471-E7D6-CD6A-B1E5E2B31BC7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 bwMode="auto">
            <a:xfrm>
              <a:off x="10666521" y="2037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FF50DDE-A340-F9F5-A81B-2E7BB8C167AE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 bwMode="auto">
            <a:xfrm>
              <a:off x="10755421" y="2037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956BB9A-DAAE-EB65-7ED0-532A4AEA30F6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 bwMode="auto">
            <a:xfrm>
              <a:off x="8266221" y="2125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A65AF88A-1DB7-1A18-FEDE-0B289A2E7358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 bwMode="auto">
            <a:xfrm>
              <a:off x="8799621" y="2125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0F8A0DDD-CFE4-BC4C-3487-B5C2BF5FC78C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 bwMode="auto">
            <a:xfrm>
              <a:off x="9333021" y="2125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98476F2E-38A4-C4EF-50D6-12BD6169548A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 bwMode="auto">
            <a:xfrm>
              <a:off x="9688621" y="2125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7999364-745E-8408-D920-69C71CD7176A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 bwMode="auto">
            <a:xfrm>
              <a:off x="9866421" y="2125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DE3A72E8-AC3D-0312-2D2C-174CE333834E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 bwMode="auto">
            <a:xfrm>
              <a:off x="9955321" y="2125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9FCBA0B4-00A0-7D61-F7CF-D39CFF500746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 bwMode="auto">
            <a:xfrm>
              <a:off x="10222021" y="2125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4E2F9499-A762-27E9-97BC-5BF6065AC2D7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 bwMode="auto">
            <a:xfrm>
              <a:off x="10755421" y="2125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6B1D43A-43E8-0C99-E8EC-72FEE91E0B87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 bwMode="auto">
            <a:xfrm>
              <a:off x="8266221" y="2214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EAC462A1-A814-11B8-833B-E37540AB05EC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 bwMode="auto">
            <a:xfrm>
              <a:off x="8444021" y="2214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045BD633-8DA0-1983-B389-ACE00EE0CAA8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 bwMode="auto">
            <a:xfrm>
              <a:off x="8532921" y="2214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1EED75B2-63ED-3E78-DBD3-BEF3DF28F34C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 bwMode="auto">
            <a:xfrm>
              <a:off x="8621821" y="2214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B3D6721C-788F-7161-1502-6B37B61B64C7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 bwMode="auto">
            <a:xfrm>
              <a:off x="8799621" y="2214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161CE793-0785-0A04-25F6-AB0B26EDB9DA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 bwMode="auto">
            <a:xfrm>
              <a:off x="9066321" y="2214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4DA1BFAE-DEB8-D8B3-9DE6-2685A480C1DA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 bwMode="auto">
            <a:xfrm>
              <a:off x="9244121" y="2214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B540956F-05A4-9A7E-6790-86C928E19E4F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 bwMode="auto">
            <a:xfrm>
              <a:off x="9333021" y="2214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ED7F588-FAD8-815B-9036-10273D7C9162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 bwMode="auto">
            <a:xfrm>
              <a:off x="9421921" y="2214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B7F5BFB3-E499-1D1F-966E-230DFF566B0A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 bwMode="auto">
            <a:xfrm>
              <a:off x="9599721" y="2214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84D3A29B-EC45-E506-9BD4-731D4CD5647A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 bwMode="auto">
            <a:xfrm>
              <a:off x="9688621" y="2214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88DA9D28-067D-1652-232E-7FA85704E7B8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 bwMode="auto">
            <a:xfrm>
              <a:off x="9777521" y="2214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5E2A8542-64AF-AAAC-54B6-AE258B437175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 bwMode="auto">
            <a:xfrm>
              <a:off x="9955321" y="2214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9D5EED12-8C96-1ED2-6193-3631F419F927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 bwMode="auto">
            <a:xfrm>
              <a:off x="10044221" y="2214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851033ED-F9C1-A80E-982D-6272BB54627F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 bwMode="auto">
            <a:xfrm>
              <a:off x="10222021" y="2214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FBA78E40-315C-FC59-B74F-AC8732AF3664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 bwMode="auto">
            <a:xfrm>
              <a:off x="10399821" y="2214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F8A1EB6A-293F-0708-2C86-D3D5CE6AD4D4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 bwMode="auto">
            <a:xfrm>
              <a:off x="10488721" y="2214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949492C6-004A-1140-6FF6-A07FB68C6194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 bwMode="auto">
            <a:xfrm>
              <a:off x="10577621" y="2214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91F43037-B00B-C004-7FAE-181F98A26279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 bwMode="auto">
            <a:xfrm>
              <a:off x="10755421" y="2214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357F9AAB-C1A6-C892-B865-1F27E72472C4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 bwMode="auto">
            <a:xfrm>
              <a:off x="8266221" y="2303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4F22C07F-A69A-0410-667F-F1A02CB9B289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 bwMode="auto">
            <a:xfrm>
              <a:off x="8444021" y="2303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86EA5541-2C0E-E767-83EC-F0009D66DDC2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 bwMode="auto">
            <a:xfrm>
              <a:off x="8532921" y="2303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1C8E8FAF-20AA-1C15-71A0-F2CF6C45A146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 bwMode="auto">
            <a:xfrm>
              <a:off x="8621821" y="2303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F226C6F2-E051-1C53-6BF0-ECD723E0DC84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 bwMode="auto">
            <a:xfrm>
              <a:off x="8799621" y="2303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9F42DEE7-8F61-A7B5-F4B7-1BAC233CDE86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 bwMode="auto">
            <a:xfrm>
              <a:off x="8977421" y="2303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24B3236A-A2B0-6CFD-ACEA-51D5F638F7DB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 bwMode="auto">
            <a:xfrm>
              <a:off x="9066321" y="2303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6CCC6A22-5C4E-DEE3-45C2-AFB2C22861E4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 bwMode="auto">
            <a:xfrm>
              <a:off x="9155221" y="2303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10D7449B-152C-BB4B-17EA-BCCF77150C54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 bwMode="auto">
            <a:xfrm>
              <a:off x="9510821" y="2303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025360FF-3E24-EF25-F568-B6EBF2292031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 bwMode="auto">
            <a:xfrm>
              <a:off x="9599721" y="2303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71026787-5CFF-EE19-7A74-E7A6F99C04A2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 bwMode="auto">
            <a:xfrm>
              <a:off x="9688621" y="2303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D1EB3C0E-EAFA-0300-2D0F-072C7F2137EF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 bwMode="auto">
            <a:xfrm>
              <a:off x="9955321" y="2303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AD89C940-0145-5488-C409-6FB56751372A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 bwMode="auto">
            <a:xfrm>
              <a:off x="10222021" y="2303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83EAA809-A60F-AABA-89FA-495D8DFB0A14}"/>
                </a:ext>
              </a:extLst>
            </p:cNvPr>
            <p:cNvSpPr/>
            <p:nvPr>
              <p:custDataLst>
                <p:tags r:id="rId88"/>
              </p:custDataLst>
            </p:nvPr>
          </p:nvSpPr>
          <p:spPr bwMode="auto">
            <a:xfrm>
              <a:off x="10399821" y="2303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2C244BF3-AC77-CE87-D8C3-07B8E52F0FCF}"/>
                </a:ext>
              </a:extLst>
            </p:cNvPr>
            <p:cNvSpPr/>
            <p:nvPr>
              <p:custDataLst>
                <p:tags r:id="rId89"/>
              </p:custDataLst>
            </p:nvPr>
          </p:nvSpPr>
          <p:spPr bwMode="auto">
            <a:xfrm>
              <a:off x="10488721" y="2303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C4190E32-1278-E132-15F0-22BCE02F922E}"/>
                </a:ext>
              </a:extLst>
            </p:cNvPr>
            <p:cNvSpPr/>
            <p:nvPr>
              <p:custDataLst>
                <p:tags r:id="rId90"/>
              </p:custDataLst>
            </p:nvPr>
          </p:nvSpPr>
          <p:spPr bwMode="auto">
            <a:xfrm>
              <a:off x="10577621" y="2303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FF9B601D-4457-E970-D5F1-354D6F64934C}"/>
                </a:ext>
              </a:extLst>
            </p:cNvPr>
            <p:cNvSpPr/>
            <p:nvPr>
              <p:custDataLst>
                <p:tags r:id="rId91"/>
              </p:custDataLst>
            </p:nvPr>
          </p:nvSpPr>
          <p:spPr bwMode="auto">
            <a:xfrm>
              <a:off x="10755421" y="2303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BAD31DCF-146B-66DA-0E42-BE2A79FBA3A6}"/>
                </a:ext>
              </a:extLst>
            </p:cNvPr>
            <p:cNvSpPr/>
            <p:nvPr>
              <p:custDataLst>
                <p:tags r:id="rId92"/>
              </p:custDataLst>
            </p:nvPr>
          </p:nvSpPr>
          <p:spPr bwMode="auto">
            <a:xfrm>
              <a:off x="8266221" y="23926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B09A1DFE-1F4E-D3BE-3779-E989C4DDEC78}"/>
                </a:ext>
              </a:extLst>
            </p:cNvPr>
            <p:cNvSpPr/>
            <p:nvPr>
              <p:custDataLst>
                <p:tags r:id="rId93"/>
              </p:custDataLst>
            </p:nvPr>
          </p:nvSpPr>
          <p:spPr bwMode="auto">
            <a:xfrm>
              <a:off x="8444021" y="23926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64896B1F-B32D-3E7D-F5B1-01DA1AFA6712}"/>
                </a:ext>
              </a:extLst>
            </p:cNvPr>
            <p:cNvSpPr/>
            <p:nvPr>
              <p:custDataLst>
                <p:tags r:id="rId94"/>
              </p:custDataLst>
            </p:nvPr>
          </p:nvSpPr>
          <p:spPr bwMode="auto">
            <a:xfrm>
              <a:off x="8532921" y="23926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26DCD68A-D025-2AB4-CD7B-808BA4725C3E}"/>
                </a:ext>
              </a:extLst>
            </p:cNvPr>
            <p:cNvSpPr/>
            <p:nvPr>
              <p:custDataLst>
                <p:tags r:id="rId95"/>
              </p:custDataLst>
            </p:nvPr>
          </p:nvSpPr>
          <p:spPr bwMode="auto">
            <a:xfrm>
              <a:off x="8621821" y="23926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84AF3BC2-695E-8F6D-0716-34479B0A3D14}"/>
                </a:ext>
              </a:extLst>
            </p:cNvPr>
            <p:cNvSpPr/>
            <p:nvPr>
              <p:custDataLst>
                <p:tags r:id="rId96"/>
              </p:custDataLst>
            </p:nvPr>
          </p:nvSpPr>
          <p:spPr bwMode="auto">
            <a:xfrm>
              <a:off x="8799621" y="23926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A447F562-BBB9-9A95-D18B-A6EAD5AE90AD}"/>
                </a:ext>
              </a:extLst>
            </p:cNvPr>
            <p:cNvSpPr/>
            <p:nvPr>
              <p:custDataLst>
                <p:tags r:id="rId97"/>
              </p:custDataLst>
            </p:nvPr>
          </p:nvSpPr>
          <p:spPr bwMode="auto">
            <a:xfrm>
              <a:off x="8977421" y="23926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A7AFBAE7-B09A-DEF2-842F-4882DEBC97EC}"/>
                </a:ext>
              </a:extLst>
            </p:cNvPr>
            <p:cNvSpPr/>
            <p:nvPr>
              <p:custDataLst>
                <p:tags r:id="rId98"/>
              </p:custDataLst>
            </p:nvPr>
          </p:nvSpPr>
          <p:spPr bwMode="auto">
            <a:xfrm>
              <a:off x="9066321" y="23926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19522F6F-7951-C985-CD2B-7A87EC960BB7}"/>
                </a:ext>
              </a:extLst>
            </p:cNvPr>
            <p:cNvSpPr/>
            <p:nvPr>
              <p:custDataLst>
                <p:tags r:id="rId99"/>
              </p:custDataLst>
            </p:nvPr>
          </p:nvSpPr>
          <p:spPr bwMode="auto">
            <a:xfrm>
              <a:off x="9333021" y="23926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1E5E6D75-EFA5-9F56-23F6-332483B6B109}"/>
                </a:ext>
              </a:extLst>
            </p:cNvPr>
            <p:cNvSpPr/>
            <p:nvPr>
              <p:custDataLst>
                <p:tags r:id="rId100"/>
              </p:custDataLst>
            </p:nvPr>
          </p:nvSpPr>
          <p:spPr bwMode="auto">
            <a:xfrm>
              <a:off x="9421921" y="23926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666BB5AA-E8C1-21F8-0266-BCB3C84827C6}"/>
                </a:ext>
              </a:extLst>
            </p:cNvPr>
            <p:cNvSpPr/>
            <p:nvPr>
              <p:custDataLst>
                <p:tags r:id="rId101"/>
              </p:custDataLst>
            </p:nvPr>
          </p:nvSpPr>
          <p:spPr bwMode="auto">
            <a:xfrm>
              <a:off x="9510821" y="23926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05FD7D32-7CEE-06DE-76E7-0FA9222CF904}"/>
                </a:ext>
              </a:extLst>
            </p:cNvPr>
            <p:cNvSpPr/>
            <p:nvPr>
              <p:custDataLst>
                <p:tags r:id="rId102"/>
              </p:custDataLst>
            </p:nvPr>
          </p:nvSpPr>
          <p:spPr bwMode="auto">
            <a:xfrm>
              <a:off x="9688621" y="23926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81759539-6AA8-7066-E4F9-9A291C7573CB}"/>
                </a:ext>
              </a:extLst>
            </p:cNvPr>
            <p:cNvSpPr/>
            <p:nvPr>
              <p:custDataLst>
                <p:tags r:id="rId103"/>
              </p:custDataLst>
            </p:nvPr>
          </p:nvSpPr>
          <p:spPr bwMode="auto">
            <a:xfrm>
              <a:off x="9866421" y="23926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0F0BFCF6-D02B-798C-9927-369A55AAF829}"/>
                </a:ext>
              </a:extLst>
            </p:cNvPr>
            <p:cNvSpPr/>
            <p:nvPr>
              <p:custDataLst>
                <p:tags r:id="rId104"/>
              </p:custDataLst>
            </p:nvPr>
          </p:nvSpPr>
          <p:spPr bwMode="auto">
            <a:xfrm>
              <a:off x="10044221" y="23926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C83E24D4-F17A-115E-263F-871E41F2F0E7}"/>
                </a:ext>
              </a:extLst>
            </p:cNvPr>
            <p:cNvSpPr/>
            <p:nvPr>
              <p:custDataLst>
                <p:tags r:id="rId105"/>
              </p:custDataLst>
            </p:nvPr>
          </p:nvSpPr>
          <p:spPr bwMode="auto">
            <a:xfrm>
              <a:off x="10222021" y="23926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38FA8B57-EDE5-9E9D-CC3A-61295493809F}"/>
                </a:ext>
              </a:extLst>
            </p:cNvPr>
            <p:cNvSpPr/>
            <p:nvPr>
              <p:custDataLst>
                <p:tags r:id="rId106"/>
              </p:custDataLst>
            </p:nvPr>
          </p:nvSpPr>
          <p:spPr bwMode="auto">
            <a:xfrm>
              <a:off x="10399821" y="23926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154CF216-9103-83C2-9E09-664D83C0743B}"/>
                </a:ext>
              </a:extLst>
            </p:cNvPr>
            <p:cNvSpPr/>
            <p:nvPr>
              <p:custDataLst>
                <p:tags r:id="rId107"/>
              </p:custDataLst>
            </p:nvPr>
          </p:nvSpPr>
          <p:spPr bwMode="auto">
            <a:xfrm>
              <a:off x="10488721" y="23926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24EC7304-29CE-3469-A1E0-5EE099ADCCB4}"/>
                </a:ext>
              </a:extLst>
            </p:cNvPr>
            <p:cNvSpPr/>
            <p:nvPr>
              <p:custDataLst>
                <p:tags r:id="rId108"/>
              </p:custDataLst>
            </p:nvPr>
          </p:nvSpPr>
          <p:spPr bwMode="auto">
            <a:xfrm>
              <a:off x="10577621" y="23926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FE5528AA-2F9F-44FF-3B01-4DDEB4725E85}"/>
                </a:ext>
              </a:extLst>
            </p:cNvPr>
            <p:cNvSpPr/>
            <p:nvPr>
              <p:custDataLst>
                <p:tags r:id="rId109"/>
              </p:custDataLst>
            </p:nvPr>
          </p:nvSpPr>
          <p:spPr bwMode="auto">
            <a:xfrm>
              <a:off x="10755421" y="23926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9532DF41-12D2-23EA-64AF-301D8916DC0F}"/>
                </a:ext>
              </a:extLst>
            </p:cNvPr>
            <p:cNvSpPr/>
            <p:nvPr>
              <p:custDataLst>
                <p:tags r:id="rId110"/>
              </p:custDataLst>
            </p:nvPr>
          </p:nvSpPr>
          <p:spPr bwMode="auto">
            <a:xfrm>
              <a:off x="8266221" y="2481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4D697FCA-F3D5-EC50-5581-A8178D0D5B02}"/>
                </a:ext>
              </a:extLst>
            </p:cNvPr>
            <p:cNvSpPr/>
            <p:nvPr>
              <p:custDataLst>
                <p:tags r:id="rId111"/>
              </p:custDataLst>
            </p:nvPr>
          </p:nvSpPr>
          <p:spPr bwMode="auto">
            <a:xfrm>
              <a:off x="8799621" y="2481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EB160BAE-31C8-B19E-8689-6868B8D0B1E5}"/>
                </a:ext>
              </a:extLst>
            </p:cNvPr>
            <p:cNvSpPr/>
            <p:nvPr>
              <p:custDataLst>
                <p:tags r:id="rId112"/>
              </p:custDataLst>
            </p:nvPr>
          </p:nvSpPr>
          <p:spPr bwMode="auto">
            <a:xfrm>
              <a:off x="8977421" y="2481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F20C98E5-062B-8269-8C77-E2FB57A4A776}"/>
                </a:ext>
              </a:extLst>
            </p:cNvPr>
            <p:cNvSpPr/>
            <p:nvPr>
              <p:custDataLst>
                <p:tags r:id="rId113"/>
              </p:custDataLst>
            </p:nvPr>
          </p:nvSpPr>
          <p:spPr bwMode="auto">
            <a:xfrm>
              <a:off x="9066321" y="2481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BE818997-7241-203C-FE77-0963D4C47CA4}"/>
                </a:ext>
              </a:extLst>
            </p:cNvPr>
            <p:cNvSpPr/>
            <p:nvPr>
              <p:custDataLst>
                <p:tags r:id="rId114"/>
              </p:custDataLst>
            </p:nvPr>
          </p:nvSpPr>
          <p:spPr bwMode="auto">
            <a:xfrm>
              <a:off x="9421921" y="2481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30556ABA-1938-DF25-40DB-B95EBB6F3495}"/>
                </a:ext>
              </a:extLst>
            </p:cNvPr>
            <p:cNvSpPr/>
            <p:nvPr>
              <p:custDataLst>
                <p:tags r:id="rId115"/>
              </p:custDataLst>
            </p:nvPr>
          </p:nvSpPr>
          <p:spPr bwMode="auto">
            <a:xfrm>
              <a:off x="9510821" y="2481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9AC22845-8B45-9B8C-AED9-3260B8065BCA}"/>
                </a:ext>
              </a:extLst>
            </p:cNvPr>
            <p:cNvSpPr/>
            <p:nvPr>
              <p:custDataLst>
                <p:tags r:id="rId116"/>
              </p:custDataLst>
            </p:nvPr>
          </p:nvSpPr>
          <p:spPr bwMode="auto">
            <a:xfrm>
              <a:off x="9599721" y="2481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054EF825-5E0B-FCBD-B7E4-5B30C68FA47E}"/>
                </a:ext>
              </a:extLst>
            </p:cNvPr>
            <p:cNvSpPr/>
            <p:nvPr>
              <p:custDataLst>
                <p:tags r:id="rId117"/>
              </p:custDataLst>
            </p:nvPr>
          </p:nvSpPr>
          <p:spPr bwMode="auto">
            <a:xfrm>
              <a:off x="9955321" y="2481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91B688CD-2EE7-D341-F949-2085F735B939}"/>
                </a:ext>
              </a:extLst>
            </p:cNvPr>
            <p:cNvSpPr/>
            <p:nvPr>
              <p:custDataLst>
                <p:tags r:id="rId118"/>
              </p:custDataLst>
            </p:nvPr>
          </p:nvSpPr>
          <p:spPr bwMode="auto">
            <a:xfrm>
              <a:off x="10222021" y="2481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F50A52D2-B817-0591-C5BB-14B6A475F730}"/>
                </a:ext>
              </a:extLst>
            </p:cNvPr>
            <p:cNvSpPr/>
            <p:nvPr>
              <p:custDataLst>
                <p:tags r:id="rId119"/>
              </p:custDataLst>
            </p:nvPr>
          </p:nvSpPr>
          <p:spPr bwMode="auto">
            <a:xfrm>
              <a:off x="10755421" y="2481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3B4B4D1D-BC06-4F68-1CFE-8F622E56B583}"/>
                </a:ext>
              </a:extLst>
            </p:cNvPr>
            <p:cNvSpPr/>
            <p:nvPr>
              <p:custDataLst>
                <p:tags r:id="rId120"/>
              </p:custDataLst>
            </p:nvPr>
          </p:nvSpPr>
          <p:spPr bwMode="auto">
            <a:xfrm>
              <a:off x="82662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4B5C3ABC-B68F-B00F-028D-0C3DC66146F9}"/>
                </a:ext>
              </a:extLst>
            </p:cNvPr>
            <p:cNvSpPr/>
            <p:nvPr>
              <p:custDataLst>
                <p:tags r:id="rId121"/>
              </p:custDataLst>
            </p:nvPr>
          </p:nvSpPr>
          <p:spPr bwMode="auto">
            <a:xfrm>
              <a:off x="83551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5FE23DE2-5120-84B1-449E-DC6CF01A7871}"/>
                </a:ext>
              </a:extLst>
            </p:cNvPr>
            <p:cNvSpPr/>
            <p:nvPr>
              <p:custDataLst>
                <p:tags r:id="rId122"/>
              </p:custDataLst>
            </p:nvPr>
          </p:nvSpPr>
          <p:spPr bwMode="auto">
            <a:xfrm>
              <a:off x="84440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DC5E5562-ABAA-97CF-ED63-AC9B825CEE2B}"/>
                </a:ext>
              </a:extLst>
            </p:cNvPr>
            <p:cNvSpPr/>
            <p:nvPr>
              <p:custDataLst>
                <p:tags r:id="rId123"/>
              </p:custDataLst>
            </p:nvPr>
          </p:nvSpPr>
          <p:spPr bwMode="auto">
            <a:xfrm>
              <a:off x="85329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E8F74470-EBB0-D609-90C5-BDD583F833D3}"/>
                </a:ext>
              </a:extLst>
            </p:cNvPr>
            <p:cNvSpPr/>
            <p:nvPr>
              <p:custDataLst>
                <p:tags r:id="rId124"/>
              </p:custDataLst>
            </p:nvPr>
          </p:nvSpPr>
          <p:spPr bwMode="auto">
            <a:xfrm>
              <a:off x="86218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29F7F6E6-F282-3595-AC07-4CF141034FBD}"/>
                </a:ext>
              </a:extLst>
            </p:cNvPr>
            <p:cNvSpPr/>
            <p:nvPr>
              <p:custDataLst>
                <p:tags r:id="rId125"/>
              </p:custDataLst>
            </p:nvPr>
          </p:nvSpPr>
          <p:spPr bwMode="auto">
            <a:xfrm>
              <a:off x="87107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70E82F2A-47CF-386B-3D80-A3F6507B716A}"/>
                </a:ext>
              </a:extLst>
            </p:cNvPr>
            <p:cNvSpPr/>
            <p:nvPr>
              <p:custDataLst>
                <p:tags r:id="rId126"/>
              </p:custDataLst>
            </p:nvPr>
          </p:nvSpPr>
          <p:spPr bwMode="auto">
            <a:xfrm>
              <a:off x="87996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AEEC118F-566B-AB47-DF69-C417DFDF561B}"/>
                </a:ext>
              </a:extLst>
            </p:cNvPr>
            <p:cNvSpPr/>
            <p:nvPr>
              <p:custDataLst>
                <p:tags r:id="rId127"/>
              </p:custDataLst>
            </p:nvPr>
          </p:nvSpPr>
          <p:spPr bwMode="auto">
            <a:xfrm>
              <a:off x="89774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DD146EB5-364F-F5A5-FC70-746A867579C2}"/>
                </a:ext>
              </a:extLst>
            </p:cNvPr>
            <p:cNvSpPr/>
            <p:nvPr>
              <p:custDataLst>
                <p:tags r:id="rId128"/>
              </p:custDataLst>
            </p:nvPr>
          </p:nvSpPr>
          <p:spPr bwMode="auto">
            <a:xfrm>
              <a:off x="91552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40C976FF-D911-3527-0648-3DE1D217FB28}"/>
                </a:ext>
              </a:extLst>
            </p:cNvPr>
            <p:cNvSpPr/>
            <p:nvPr>
              <p:custDataLst>
                <p:tags r:id="rId129"/>
              </p:custDataLst>
            </p:nvPr>
          </p:nvSpPr>
          <p:spPr bwMode="auto">
            <a:xfrm>
              <a:off x="93330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C50998D3-8D7F-2107-B73B-7C654AE25B81}"/>
                </a:ext>
              </a:extLst>
            </p:cNvPr>
            <p:cNvSpPr/>
            <p:nvPr>
              <p:custDataLst>
                <p:tags r:id="rId130"/>
              </p:custDataLst>
            </p:nvPr>
          </p:nvSpPr>
          <p:spPr bwMode="auto">
            <a:xfrm>
              <a:off x="95108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B818DE03-CC6F-AB16-35EA-56EFECFA3706}"/>
                </a:ext>
              </a:extLst>
            </p:cNvPr>
            <p:cNvSpPr/>
            <p:nvPr>
              <p:custDataLst>
                <p:tags r:id="rId131"/>
              </p:custDataLst>
            </p:nvPr>
          </p:nvSpPr>
          <p:spPr bwMode="auto">
            <a:xfrm>
              <a:off x="96886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B83905FB-5AF8-2C5A-6987-43946EB1F04A}"/>
                </a:ext>
              </a:extLst>
            </p:cNvPr>
            <p:cNvSpPr/>
            <p:nvPr>
              <p:custDataLst>
                <p:tags r:id="rId132"/>
              </p:custDataLst>
            </p:nvPr>
          </p:nvSpPr>
          <p:spPr bwMode="auto">
            <a:xfrm>
              <a:off x="98664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D6A3FC6F-E779-1257-6F7D-7372FEC9BA6A}"/>
                </a:ext>
              </a:extLst>
            </p:cNvPr>
            <p:cNvSpPr/>
            <p:nvPr>
              <p:custDataLst>
                <p:tags r:id="rId133"/>
              </p:custDataLst>
            </p:nvPr>
          </p:nvSpPr>
          <p:spPr bwMode="auto">
            <a:xfrm>
              <a:off x="100442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F660CD01-8595-6D00-6C25-049C9672FF74}"/>
                </a:ext>
              </a:extLst>
            </p:cNvPr>
            <p:cNvSpPr/>
            <p:nvPr>
              <p:custDataLst>
                <p:tags r:id="rId134"/>
              </p:custDataLst>
            </p:nvPr>
          </p:nvSpPr>
          <p:spPr bwMode="auto">
            <a:xfrm>
              <a:off x="102220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E4FB0EEA-0BB6-0995-BE67-38C533645C4C}"/>
                </a:ext>
              </a:extLst>
            </p:cNvPr>
            <p:cNvSpPr/>
            <p:nvPr>
              <p:custDataLst>
                <p:tags r:id="rId135"/>
              </p:custDataLst>
            </p:nvPr>
          </p:nvSpPr>
          <p:spPr bwMode="auto">
            <a:xfrm>
              <a:off x="103109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D4BDD783-76EF-FB47-76D7-0B049AED4975}"/>
                </a:ext>
              </a:extLst>
            </p:cNvPr>
            <p:cNvSpPr/>
            <p:nvPr>
              <p:custDataLst>
                <p:tags r:id="rId136"/>
              </p:custDataLst>
            </p:nvPr>
          </p:nvSpPr>
          <p:spPr bwMode="auto">
            <a:xfrm>
              <a:off x="103998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11375E9B-C5D4-CAA4-8982-AF96A344C027}"/>
                </a:ext>
              </a:extLst>
            </p:cNvPr>
            <p:cNvSpPr/>
            <p:nvPr>
              <p:custDataLst>
                <p:tags r:id="rId137"/>
              </p:custDataLst>
            </p:nvPr>
          </p:nvSpPr>
          <p:spPr bwMode="auto">
            <a:xfrm>
              <a:off x="104887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F070B700-31D6-29EE-7CAC-D66FEEB069BB}"/>
                </a:ext>
              </a:extLst>
            </p:cNvPr>
            <p:cNvSpPr/>
            <p:nvPr>
              <p:custDataLst>
                <p:tags r:id="rId138"/>
              </p:custDataLst>
            </p:nvPr>
          </p:nvSpPr>
          <p:spPr bwMode="auto">
            <a:xfrm>
              <a:off x="105776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53FFF6E1-2845-27F1-EFC6-EEF2295D5CFE}"/>
                </a:ext>
              </a:extLst>
            </p:cNvPr>
            <p:cNvSpPr/>
            <p:nvPr>
              <p:custDataLst>
                <p:tags r:id="rId139"/>
              </p:custDataLst>
            </p:nvPr>
          </p:nvSpPr>
          <p:spPr bwMode="auto">
            <a:xfrm>
              <a:off x="106665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BA4F30AB-BDF6-8005-A196-A1040DAAF319}"/>
                </a:ext>
              </a:extLst>
            </p:cNvPr>
            <p:cNvSpPr/>
            <p:nvPr>
              <p:custDataLst>
                <p:tags r:id="rId140"/>
              </p:custDataLst>
            </p:nvPr>
          </p:nvSpPr>
          <p:spPr bwMode="auto">
            <a:xfrm>
              <a:off x="10755421" y="2570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732EC8D9-14E8-C248-83DD-A0A6AA113CF2}"/>
                </a:ext>
              </a:extLst>
            </p:cNvPr>
            <p:cNvSpPr/>
            <p:nvPr>
              <p:custDataLst>
                <p:tags r:id="rId141"/>
              </p:custDataLst>
            </p:nvPr>
          </p:nvSpPr>
          <p:spPr bwMode="auto">
            <a:xfrm>
              <a:off x="8977421" y="2659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A3DBAD5C-CBD2-8EA5-F708-E34C13A0FB50}"/>
                </a:ext>
              </a:extLst>
            </p:cNvPr>
            <p:cNvSpPr/>
            <p:nvPr>
              <p:custDataLst>
                <p:tags r:id="rId142"/>
              </p:custDataLst>
            </p:nvPr>
          </p:nvSpPr>
          <p:spPr bwMode="auto">
            <a:xfrm>
              <a:off x="9155221" y="2659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E0BC49C1-F961-138C-6540-62F751C9B0FB}"/>
                </a:ext>
              </a:extLst>
            </p:cNvPr>
            <p:cNvSpPr/>
            <p:nvPr>
              <p:custDataLst>
                <p:tags r:id="rId143"/>
              </p:custDataLst>
            </p:nvPr>
          </p:nvSpPr>
          <p:spPr bwMode="auto">
            <a:xfrm>
              <a:off x="9244121" y="2659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21E75090-FBA1-349A-4BEB-D282E4563DF5}"/>
                </a:ext>
              </a:extLst>
            </p:cNvPr>
            <p:cNvSpPr/>
            <p:nvPr>
              <p:custDataLst>
                <p:tags r:id="rId144"/>
              </p:custDataLst>
            </p:nvPr>
          </p:nvSpPr>
          <p:spPr bwMode="auto">
            <a:xfrm>
              <a:off x="9510821" y="2659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9B0871F0-2F5D-93C5-3799-156F37C71434}"/>
                </a:ext>
              </a:extLst>
            </p:cNvPr>
            <p:cNvSpPr/>
            <p:nvPr>
              <p:custDataLst>
                <p:tags r:id="rId145"/>
              </p:custDataLst>
            </p:nvPr>
          </p:nvSpPr>
          <p:spPr bwMode="auto">
            <a:xfrm>
              <a:off x="10044221" y="2659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3105EE38-E2E4-FC8B-A78C-5B90E00BE3BE}"/>
                </a:ext>
              </a:extLst>
            </p:cNvPr>
            <p:cNvSpPr/>
            <p:nvPr>
              <p:custDataLst>
                <p:tags r:id="rId146"/>
              </p:custDataLst>
            </p:nvPr>
          </p:nvSpPr>
          <p:spPr bwMode="auto">
            <a:xfrm>
              <a:off x="8266221" y="2748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0ABE07F7-A38E-BCC3-18AB-06B384132F1B}"/>
                </a:ext>
              </a:extLst>
            </p:cNvPr>
            <p:cNvSpPr/>
            <p:nvPr>
              <p:custDataLst>
                <p:tags r:id="rId147"/>
              </p:custDataLst>
            </p:nvPr>
          </p:nvSpPr>
          <p:spPr bwMode="auto">
            <a:xfrm>
              <a:off x="8621821" y="2748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0F344ABF-255D-2AC1-1E6A-1DB1E448E270}"/>
                </a:ext>
              </a:extLst>
            </p:cNvPr>
            <p:cNvSpPr/>
            <p:nvPr>
              <p:custDataLst>
                <p:tags r:id="rId148"/>
              </p:custDataLst>
            </p:nvPr>
          </p:nvSpPr>
          <p:spPr bwMode="auto">
            <a:xfrm>
              <a:off x="8799621" y="2748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AD47D016-363A-F459-8BA8-D810477E3C5C}"/>
                </a:ext>
              </a:extLst>
            </p:cNvPr>
            <p:cNvSpPr/>
            <p:nvPr>
              <p:custDataLst>
                <p:tags r:id="rId149"/>
              </p:custDataLst>
            </p:nvPr>
          </p:nvSpPr>
          <p:spPr bwMode="auto">
            <a:xfrm>
              <a:off x="8888521" y="2748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B8893C32-5CAC-35B8-0AAE-7295184AD24C}"/>
                </a:ext>
              </a:extLst>
            </p:cNvPr>
            <p:cNvSpPr/>
            <p:nvPr>
              <p:custDataLst>
                <p:tags r:id="rId150"/>
              </p:custDataLst>
            </p:nvPr>
          </p:nvSpPr>
          <p:spPr bwMode="auto">
            <a:xfrm>
              <a:off x="8977421" y="2748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3CA92D11-82DA-5C4A-0BCD-7BB6D0B2F962}"/>
                </a:ext>
              </a:extLst>
            </p:cNvPr>
            <p:cNvSpPr/>
            <p:nvPr>
              <p:custDataLst>
                <p:tags r:id="rId151"/>
              </p:custDataLst>
            </p:nvPr>
          </p:nvSpPr>
          <p:spPr bwMode="auto">
            <a:xfrm>
              <a:off x="9155221" y="2748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52C2948E-AD76-6A56-A0AD-A9608F80A215}"/>
                </a:ext>
              </a:extLst>
            </p:cNvPr>
            <p:cNvSpPr/>
            <p:nvPr>
              <p:custDataLst>
                <p:tags r:id="rId152"/>
              </p:custDataLst>
            </p:nvPr>
          </p:nvSpPr>
          <p:spPr bwMode="auto">
            <a:xfrm>
              <a:off x="9421921" y="2748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F86422D5-3E4D-A905-3A77-6D9309FAB3BA}"/>
                </a:ext>
              </a:extLst>
            </p:cNvPr>
            <p:cNvSpPr/>
            <p:nvPr>
              <p:custDataLst>
                <p:tags r:id="rId153"/>
              </p:custDataLst>
            </p:nvPr>
          </p:nvSpPr>
          <p:spPr bwMode="auto">
            <a:xfrm>
              <a:off x="9510821" y="2748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0111DB5F-C196-287B-7358-4FBD5B77B60A}"/>
                </a:ext>
              </a:extLst>
            </p:cNvPr>
            <p:cNvSpPr/>
            <p:nvPr>
              <p:custDataLst>
                <p:tags r:id="rId154"/>
              </p:custDataLst>
            </p:nvPr>
          </p:nvSpPr>
          <p:spPr bwMode="auto">
            <a:xfrm>
              <a:off x="9599721" y="2748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CB4CEAB8-1A2C-5A8B-085E-8A911E4271B9}"/>
                </a:ext>
              </a:extLst>
            </p:cNvPr>
            <p:cNvSpPr/>
            <p:nvPr>
              <p:custDataLst>
                <p:tags r:id="rId155"/>
              </p:custDataLst>
            </p:nvPr>
          </p:nvSpPr>
          <p:spPr bwMode="auto">
            <a:xfrm>
              <a:off x="9688621" y="2748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A25405AA-FF15-B7F6-1E87-4DFA66E87061}"/>
                </a:ext>
              </a:extLst>
            </p:cNvPr>
            <p:cNvSpPr/>
            <p:nvPr>
              <p:custDataLst>
                <p:tags r:id="rId156"/>
              </p:custDataLst>
            </p:nvPr>
          </p:nvSpPr>
          <p:spPr bwMode="auto">
            <a:xfrm>
              <a:off x="9866421" y="2748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1CEE8314-9C93-199F-8C06-7E4B1C004991}"/>
                </a:ext>
              </a:extLst>
            </p:cNvPr>
            <p:cNvSpPr/>
            <p:nvPr>
              <p:custDataLst>
                <p:tags r:id="rId157"/>
              </p:custDataLst>
            </p:nvPr>
          </p:nvSpPr>
          <p:spPr bwMode="auto">
            <a:xfrm>
              <a:off x="10044221" y="2748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9C61FE47-892B-4280-90D9-9A67B85C7CAE}"/>
                </a:ext>
              </a:extLst>
            </p:cNvPr>
            <p:cNvSpPr/>
            <p:nvPr>
              <p:custDataLst>
                <p:tags r:id="rId158"/>
              </p:custDataLst>
            </p:nvPr>
          </p:nvSpPr>
          <p:spPr bwMode="auto">
            <a:xfrm>
              <a:off x="10133121" y="2748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C0F55453-998C-17C7-2F18-B281895E3C6D}"/>
                </a:ext>
              </a:extLst>
            </p:cNvPr>
            <p:cNvSpPr/>
            <p:nvPr>
              <p:custDataLst>
                <p:tags r:id="rId159"/>
              </p:custDataLst>
            </p:nvPr>
          </p:nvSpPr>
          <p:spPr bwMode="auto">
            <a:xfrm>
              <a:off x="10222021" y="2748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4FF8C68C-6B2A-991D-62E7-54A8E4F9F0D0}"/>
                </a:ext>
              </a:extLst>
            </p:cNvPr>
            <p:cNvSpPr/>
            <p:nvPr>
              <p:custDataLst>
                <p:tags r:id="rId160"/>
              </p:custDataLst>
            </p:nvPr>
          </p:nvSpPr>
          <p:spPr bwMode="auto">
            <a:xfrm>
              <a:off x="10310921" y="2748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112D190E-D0CA-5E36-2D72-B39D440BCCBE}"/>
                </a:ext>
              </a:extLst>
            </p:cNvPr>
            <p:cNvSpPr/>
            <p:nvPr>
              <p:custDataLst>
                <p:tags r:id="rId161"/>
              </p:custDataLst>
            </p:nvPr>
          </p:nvSpPr>
          <p:spPr bwMode="auto">
            <a:xfrm>
              <a:off x="10399821" y="2748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3BC8851E-3DCD-37A0-CD7F-80E36BE109D1}"/>
                </a:ext>
              </a:extLst>
            </p:cNvPr>
            <p:cNvSpPr/>
            <p:nvPr>
              <p:custDataLst>
                <p:tags r:id="rId162"/>
              </p:custDataLst>
            </p:nvPr>
          </p:nvSpPr>
          <p:spPr bwMode="auto">
            <a:xfrm>
              <a:off x="10488721" y="2748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88861220-96EF-CB29-F2A1-C2FE72832A57}"/>
                </a:ext>
              </a:extLst>
            </p:cNvPr>
            <p:cNvSpPr/>
            <p:nvPr>
              <p:custDataLst>
                <p:tags r:id="rId163"/>
              </p:custDataLst>
            </p:nvPr>
          </p:nvSpPr>
          <p:spPr bwMode="auto">
            <a:xfrm>
              <a:off x="10755421" y="2748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09A9B72D-75D6-D776-0C59-BE2D6BC98018}"/>
                </a:ext>
              </a:extLst>
            </p:cNvPr>
            <p:cNvSpPr/>
            <p:nvPr>
              <p:custDataLst>
                <p:tags r:id="rId164"/>
              </p:custDataLst>
            </p:nvPr>
          </p:nvSpPr>
          <p:spPr bwMode="auto">
            <a:xfrm>
              <a:off x="8266221" y="28371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39913E25-5327-04A5-42D1-FD49A627365E}"/>
                </a:ext>
              </a:extLst>
            </p:cNvPr>
            <p:cNvSpPr/>
            <p:nvPr>
              <p:custDataLst>
                <p:tags r:id="rId165"/>
              </p:custDataLst>
            </p:nvPr>
          </p:nvSpPr>
          <p:spPr bwMode="auto">
            <a:xfrm>
              <a:off x="8355121" y="28371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2FB795D2-DF35-2650-63C6-33B489CD3CE5}"/>
                </a:ext>
              </a:extLst>
            </p:cNvPr>
            <p:cNvSpPr/>
            <p:nvPr>
              <p:custDataLst>
                <p:tags r:id="rId166"/>
              </p:custDataLst>
            </p:nvPr>
          </p:nvSpPr>
          <p:spPr bwMode="auto">
            <a:xfrm>
              <a:off x="8532921" y="28371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C6D52BF3-D8B0-455A-E6C7-F0D18B497E12}"/>
                </a:ext>
              </a:extLst>
            </p:cNvPr>
            <p:cNvSpPr/>
            <p:nvPr>
              <p:custDataLst>
                <p:tags r:id="rId167"/>
              </p:custDataLst>
            </p:nvPr>
          </p:nvSpPr>
          <p:spPr bwMode="auto">
            <a:xfrm>
              <a:off x="8621821" y="28371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77231C26-3DBB-E002-0FB6-418526FF59B9}"/>
                </a:ext>
              </a:extLst>
            </p:cNvPr>
            <p:cNvSpPr/>
            <p:nvPr>
              <p:custDataLst>
                <p:tags r:id="rId168"/>
              </p:custDataLst>
            </p:nvPr>
          </p:nvSpPr>
          <p:spPr bwMode="auto">
            <a:xfrm>
              <a:off x="8888521" y="28371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0DDD550A-D13E-6290-EADE-8249B139AA5C}"/>
                </a:ext>
              </a:extLst>
            </p:cNvPr>
            <p:cNvSpPr/>
            <p:nvPr>
              <p:custDataLst>
                <p:tags r:id="rId169"/>
              </p:custDataLst>
            </p:nvPr>
          </p:nvSpPr>
          <p:spPr bwMode="auto">
            <a:xfrm>
              <a:off x="9333021" y="28371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DE8F8B07-7E19-CCD1-778B-E957A9C9F8F1}"/>
                </a:ext>
              </a:extLst>
            </p:cNvPr>
            <p:cNvSpPr/>
            <p:nvPr>
              <p:custDataLst>
                <p:tags r:id="rId170"/>
              </p:custDataLst>
            </p:nvPr>
          </p:nvSpPr>
          <p:spPr bwMode="auto">
            <a:xfrm>
              <a:off x="9777521" y="28371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A8FDE29E-078A-44FF-0E50-8973FDDB0E0A}"/>
                </a:ext>
              </a:extLst>
            </p:cNvPr>
            <p:cNvSpPr/>
            <p:nvPr>
              <p:custDataLst>
                <p:tags r:id="rId171"/>
              </p:custDataLst>
            </p:nvPr>
          </p:nvSpPr>
          <p:spPr bwMode="auto">
            <a:xfrm>
              <a:off x="10133121" y="28371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4E4ECDF4-B3EC-75CA-EB35-64691C26345B}"/>
                </a:ext>
              </a:extLst>
            </p:cNvPr>
            <p:cNvSpPr/>
            <p:nvPr>
              <p:custDataLst>
                <p:tags r:id="rId172"/>
              </p:custDataLst>
            </p:nvPr>
          </p:nvSpPr>
          <p:spPr bwMode="auto">
            <a:xfrm>
              <a:off x="10222021" y="28371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3C7AD8AD-143C-9007-53F7-EC7E24810E7F}"/>
                </a:ext>
              </a:extLst>
            </p:cNvPr>
            <p:cNvSpPr/>
            <p:nvPr>
              <p:custDataLst>
                <p:tags r:id="rId173"/>
              </p:custDataLst>
            </p:nvPr>
          </p:nvSpPr>
          <p:spPr bwMode="auto">
            <a:xfrm>
              <a:off x="10310921" y="28371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03BFF355-C568-319D-5B81-4D968B457DA4}"/>
                </a:ext>
              </a:extLst>
            </p:cNvPr>
            <p:cNvSpPr/>
            <p:nvPr>
              <p:custDataLst>
                <p:tags r:id="rId174"/>
              </p:custDataLst>
            </p:nvPr>
          </p:nvSpPr>
          <p:spPr bwMode="auto">
            <a:xfrm>
              <a:off x="10399821" y="28371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0D4590F1-EEA8-213A-7613-59A634D580FD}"/>
                </a:ext>
              </a:extLst>
            </p:cNvPr>
            <p:cNvSpPr/>
            <p:nvPr>
              <p:custDataLst>
                <p:tags r:id="rId175"/>
              </p:custDataLst>
            </p:nvPr>
          </p:nvSpPr>
          <p:spPr bwMode="auto">
            <a:xfrm>
              <a:off x="10488721" y="28371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5B6D764A-8ACE-7F40-39BC-D3B086ED3DA9}"/>
                </a:ext>
              </a:extLst>
            </p:cNvPr>
            <p:cNvSpPr/>
            <p:nvPr>
              <p:custDataLst>
                <p:tags r:id="rId176"/>
              </p:custDataLst>
            </p:nvPr>
          </p:nvSpPr>
          <p:spPr bwMode="auto">
            <a:xfrm>
              <a:off x="10577621" y="28371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033861CA-1D1B-E109-833E-623201FEF047}"/>
                </a:ext>
              </a:extLst>
            </p:cNvPr>
            <p:cNvSpPr/>
            <p:nvPr>
              <p:custDataLst>
                <p:tags r:id="rId177"/>
              </p:custDataLst>
            </p:nvPr>
          </p:nvSpPr>
          <p:spPr bwMode="auto">
            <a:xfrm>
              <a:off x="10666521" y="28371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E5D8B3E9-DAE5-FC8B-D4AD-6384747B314B}"/>
                </a:ext>
              </a:extLst>
            </p:cNvPr>
            <p:cNvSpPr/>
            <p:nvPr>
              <p:custDataLst>
                <p:tags r:id="rId178"/>
              </p:custDataLst>
            </p:nvPr>
          </p:nvSpPr>
          <p:spPr bwMode="auto">
            <a:xfrm>
              <a:off x="10755421" y="28371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9BD5C9AA-DCA1-8F03-207F-F810B6B77E76}"/>
                </a:ext>
              </a:extLst>
            </p:cNvPr>
            <p:cNvSpPr/>
            <p:nvPr>
              <p:custDataLst>
                <p:tags r:id="rId179"/>
              </p:custDataLst>
            </p:nvPr>
          </p:nvSpPr>
          <p:spPr bwMode="auto">
            <a:xfrm>
              <a:off x="8266221" y="29260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5B7FBA73-BA3F-0C93-D114-17E6EDC2AD0F}"/>
                </a:ext>
              </a:extLst>
            </p:cNvPr>
            <p:cNvSpPr/>
            <p:nvPr>
              <p:custDataLst>
                <p:tags r:id="rId180"/>
              </p:custDataLst>
            </p:nvPr>
          </p:nvSpPr>
          <p:spPr bwMode="auto">
            <a:xfrm>
              <a:off x="8355121" y="29260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C99DF139-8872-DD48-DE97-7AA8A3DE001D}"/>
                </a:ext>
              </a:extLst>
            </p:cNvPr>
            <p:cNvSpPr/>
            <p:nvPr>
              <p:custDataLst>
                <p:tags r:id="rId181"/>
              </p:custDataLst>
            </p:nvPr>
          </p:nvSpPr>
          <p:spPr bwMode="auto">
            <a:xfrm>
              <a:off x="8444021" y="29260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6DDD3BAB-DFEB-3A25-7C37-0F950106E1A7}"/>
                </a:ext>
              </a:extLst>
            </p:cNvPr>
            <p:cNvSpPr/>
            <p:nvPr>
              <p:custDataLst>
                <p:tags r:id="rId182"/>
              </p:custDataLst>
            </p:nvPr>
          </p:nvSpPr>
          <p:spPr bwMode="auto">
            <a:xfrm>
              <a:off x="8621821" y="29260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AA73FD2D-E8BD-94C2-7299-DC6E0F101CC4}"/>
                </a:ext>
              </a:extLst>
            </p:cNvPr>
            <p:cNvSpPr/>
            <p:nvPr>
              <p:custDataLst>
                <p:tags r:id="rId183"/>
              </p:custDataLst>
            </p:nvPr>
          </p:nvSpPr>
          <p:spPr bwMode="auto">
            <a:xfrm>
              <a:off x="8799621" y="29260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7322DD13-4B21-553B-B24E-5C073E539433}"/>
                </a:ext>
              </a:extLst>
            </p:cNvPr>
            <p:cNvSpPr/>
            <p:nvPr>
              <p:custDataLst>
                <p:tags r:id="rId184"/>
              </p:custDataLst>
            </p:nvPr>
          </p:nvSpPr>
          <p:spPr bwMode="auto">
            <a:xfrm>
              <a:off x="8977421" y="29260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7FF14899-0EE2-C623-7217-875EA80A9E19}"/>
                </a:ext>
              </a:extLst>
            </p:cNvPr>
            <p:cNvSpPr/>
            <p:nvPr>
              <p:custDataLst>
                <p:tags r:id="rId185"/>
              </p:custDataLst>
            </p:nvPr>
          </p:nvSpPr>
          <p:spPr bwMode="auto">
            <a:xfrm>
              <a:off x="9155221" y="29260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EC805698-6951-09A9-B4E4-625F6887D734}"/>
                </a:ext>
              </a:extLst>
            </p:cNvPr>
            <p:cNvSpPr/>
            <p:nvPr>
              <p:custDataLst>
                <p:tags r:id="rId186"/>
              </p:custDataLst>
            </p:nvPr>
          </p:nvSpPr>
          <p:spPr bwMode="auto">
            <a:xfrm>
              <a:off x="9244121" y="29260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474180FA-2412-FE6B-701D-03BE82303396}"/>
                </a:ext>
              </a:extLst>
            </p:cNvPr>
            <p:cNvSpPr/>
            <p:nvPr>
              <p:custDataLst>
                <p:tags r:id="rId187"/>
              </p:custDataLst>
            </p:nvPr>
          </p:nvSpPr>
          <p:spPr bwMode="auto">
            <a:xfrm>
              <a:off x="9421921" y="29260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BAC51FEC-4C7B-E9D7-290A-BDFAC0461570}"/>
                </a:ext>
              </a:extLst>
            </p:cNvPr>
            <p:cNvSpPr/>
            <p:nvPr>
              <p:custDataLst>
                <p:tags r:id="rId188"/>
              </p:custDataLst>
            </p:nvPr>
          </p:nvSpPr>
          <p:spPr bwMode="auto">
            <a:xfrm>
              <a:off x="9510821" y="29260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DDCE6F0B-3C8D-1CE7-77B0-BA85801AFFBD}"/>
                </a:ext>
              </a:extLst>
            </p:cNvPr>
            <p:cNvSpPr/>
            <p:nvPr>
              <p:custDataLst>
                <p:tags r:id="rId189"/>
              </p:custDataLst>
            </p:nvPr>
          </p:nvSpPr>
          <p:spPr bwMode="auto">
            <a:xfrm>
              <a:off x="9599721" y="29260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725879EE-5C9B-E0ED-75A5-55FE4DB18375}"/>
                </a:ext>
              </a:extLst>
            </p:cNvPr>
            <p:cNvSpPr/>
            <p:nvPr>
              <p:custDataLst>
                <p:tags r:id="rId190"/>
              </p:custDataLst>
            </p:nvPr>
          </p:nvSpPr>
          <p:spPr bwMode="auto">
            <a:xfrm>
              <a:off x="10044221" y="29260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D5622AD5-55BB-6D1F-0402-BA894D08F42E}"/>
                </a:ext>
              </a:extLst>
            </p:cNvPr>
            <p:cNvSpPr/>
            <p:nvPr>
              <p:custDataLst>
                <p:tags r:id="rId191"/>
              </p:custDataLst>
            </p:nvPr>
          </p:nvSpPr>
          <p:spPr bwMode="auto">
            <a:xfrm>
              <a:off x="10133121" y="29260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D6A09C63-AC50-F270-149B-E20FD70F5159}"/>
                </a:ext>
              </a:extLst>
            </p:cNvPr>
            <p:cNvSpPr/>
            <p:nvPr>
              <p:custDataLst>
                <p:tags r:id="rId192"/>
              </p:custDataLst>
            </p:nvPr>
          </p:nvSpPr>
          <p:spPr bwMode="auto">
            <a:xfrm>
              <a:off x="10399821" y="29260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DA052E79-880C-4FA5-85AA-2C9C6397A492}"/>
                </a:ext>
              </a:extLst>
            </p:cNvPr>
            <p:cNvSpPr/>
            <p:nvPr>
              <p:custDataLst>
                <p:tags r:id="rId193"/>
              </p:custDataLst>
            </p:nvPr>
          </p:nvSpPr>
          <p:spPr bwMode="auto">
            <a:xfrm>
              <a:off x="10755421" y="29260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2269F125-306B-5BE6-8435-A39F9AC6D046}"/>
                </a:ext>
              </a:extLst>
            </p:cNvPr>
            <p:cNvSpPr/>
            <p:nvPr>
              <p:custDataLst>
                <p:tags r:id="rId194"/>
              </p:custDataLst>
            </p:nvPr>
          </p:nvSpPr>
          <p:spPr bwMode="auto">
            <a:xfrm>
              <a:off x="8444021" y="30149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DB699D0C-3475-DBFF-73AD-433370D4231B}"/>
                </a:ext>
              </a:extLst>
            </p:cNvPr>
            <p:cNvSpPr/>
            <p:nvPr>
              <p:custDataLst>
                <p:tags r:id="rId195"/>
              </p:custDataLst>
            </p:nvPr>
          </p:nvSpPr>
          <p:spPr bwMode="auto">
            <a:xfrm>
              <a:off x="8532921" y="30149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D0A843DE-0934-372E-4620-CC40578AD5FC}"/>
                </a:ext>
              </a:extLst>
            </p:cNvPr>
            <p:cNvSpPr/>
            <p:nvPr>
              <p:custDataLst>
                <p:tags r:id="rId196"/>
              </p:custDataLst>
            </p:nvPr>
          </p:nvSpPr>
          <p:spPr bwMode="auto">
            <a:xfrm>
              <a:off x="8621821" y="30149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AAF2329E-A675-AA38-9EE3-470DA607E3D1}"/>
                </a:ext>
              </a:extLst>
            </p:cNvPr>
            <p:cNvSpPr/>
            <p:nvPr>
              <p:custDataLst>
                <p:tags r:id="rId197"/>
              </p:custDataLst>
            </p:nvPr>
          </p:nvSpPr>
          <p:spPr bwMode="auto">
            <a:xfrm>
              <a:off x="8888521" y="30149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87C7A49F-37AE-357C-6823-E83E4A7A2690}"/>
                </a:ext>
              </a:extLst>
            </p:cNvPr>
            <p:cNvSpPr/>
            <p:nvPr>
              <p:custDataLst>
                <p:tags r:id="rId198"/>
              </p:custDataLst>
            </p:nvPr>
          </p:nvSpPr>
          <p:spPr bwMode="auto">
            <a:xfrm>
              <a:off x="8977421" y="30149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39125331-798E-4C0D-02C1-E4896BA90673}"/>
                </a:ext>
              </a:extLst>
            </p:cNvPr>
            <p:cNvSpPr/>
            <p:nvPr>
              <p:custDataLst>
                <p:tags r:id="rId199"/>
              </p:custDataLst>
            </p:nvPr>
          </p:nvSpPr>
          <p:spPr bwMode="auto">
            <a:xfrm>
              <a:off x="9244121" y="30149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8E7381D9-C0FA-E810-41CC-530E16B804E8}"/>
                </a:ext>
              </a:extLst>
            </p:cNvPr>
            <p:cNvSpPr/>
            <p:nvPr>
              <p:custDataLst>
                <p:tags r:id="rId200"/>
              </p:custDataLst>
            </p:nvPr>
          </p:nvSpPr>
          <p:spPr bwMode="auto">
            <a:xfrm>
              <a:off x="9421921" y="30149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E0E822FB-D000-BD46-49DB-7B0B7350ECC9}"/>
                </a:ext>
              </a:extLst>
            </p:cNvPr>
            <p:cNvSpPr/>
            <p:nvPr>
              <p:custDataLst>
                <p:tags r:id="rId201"/>
              </p:custDataLst>
            </p:nvPr>
          </p:nvSpPr>
          <p:spPr bwMode="auto">
            <a:xfrm>
              <a:off x="9599721" y="30149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ED4C0F5F-F2E0-F6A3-0A41-CD6EF4B17E11}"/>
                </a:ext>
              </a:extLst>
            </p:cNvPr>
            <p:cNvSpPr/>
            <p:nvPr>
              <p:custDataLst>
                <p:tags r:id="rId202"/>
              </p:custDataLst>
            </p:nvPr>
          </p:nvSpPr>
          <p:spPr bwMode="auto">
            <a:xfrm>
              <a:off x="9688621" y="30149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E611B3F1-DC0D-7ADF-465D-FC9F864B3414}"/>
                </a:ext>
              </a:extLst>
            </p:cNvPr>
            <p:cNvSpPr/>
            <p:nvPr>
              <p:custDataLst>
                <p:tags r:id="rId203"/>
              </p:custDataLst>
            </p:nvPr>
          </p:nvSpPr>
          <p:spPr bwMode="auto">
            <a:xfrm>
              <a:off x="9777521" y="30149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4F72E367-43DA-EDD5-F2CE-E33188B871DC}"/>
                </a:ext>
              </a:extLst>
            </p:cNvPr>
            <p:cNvSpPr/>
            <p:nvPr>
              <p:custDataLst>
                <p:tags r:id="rId204"/>
              </p:custDataLst>
            </p:nvPr>
          </p:nvSpPr>
          <p:spPr bwMode="auto">
            <a:xfrm>
              <a:off x="9866421" y="30149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E950F2F0-4E79-B511-A868-7D0F137FCE88}"/>
                </a:ext>
              </a:extLst>
            </p:cNvPr>
            <p:cNvSpPr/>
            <p:nvPr>
              <p:custDataLst>
                <p:tags r:id="rId205"/>
              </p:custDataLst>
            </p:nvPr>
          </p:nvSpPr>
          <p:spPr bwMode="auto">
            <a:xfrm>
              <a:off x="9955321" y="30149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8B468906-5D5A-A1A3-E30D-57028A2E00C6}"/>
                </a:ext>
              </a:extLst>
            </p:cNvPr>
            <p:cNvSpPr/>
            <p:nvPr>
              <p:custDataLst>
                <p:tags r:id="rId206"/>
              </p:custDataLst>
            </p:nvPr>
          </p:nvSpPr>
          <p:spPr bwMode="auto">
            <a:xfrm>
              <a:off x="10044221" y="30149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43D60263-AEA4-FB7A-CAA5-C14C4070D307}"/>
                </a:ext>
              </a:extLst>
            </p:cNvPr>
            <p:cNvSpPr/>
            <p:nvPr>
              <p:custDataLst>
                <p:tags r:id="rId207"/>
              </p:custDataLst>
            </p:nvPr>
          </p:nvSpPr>
          <p:spPr bwMode="auto">
            <a:xfrm>
              <a:off x="10133121" y="30149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BE671D7B-6B06-0922-2E3F-7F41C0C39524}"/>
                </a:ext>
              </a:extLst>
            </p:cNvPr>
            <p:cNvSpPr/>
            <p:nvPr>
              <p:custDataLst>
                <p:tags r:id="rId208"/>
              </p:custDataLst>
            </p:nvPr>
          </p:nvSpPr>
          <p:spPr bwMode="auto">
            <a:xfrm>
              <a:off x="10222021" y="30149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6126B04B-3F68-412A-1633-4D9297DAAA4B}"/>
                </a:ext>
              </a:extLst>
            </p:cNvPr>
            <p:cNvSpPr/>
            <p:nvPr>
              <p:custDataLst>
                <p:tags r:id="rId209"/>
              </p:custDataLst>
            </p:nvPr>
          </p:nvSpPr>
          <p:spPr bwMode="auto">
            <a:xfrm>
              <a:off x="10399821" y="30149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3A9DFA82-D0C3-DEC1-7532-2EF6BE4ACE22}"/>
                </a:ext>
              </a:extLst>
            </p:cNvPr>
            <p:cNvSpPr/>
            <p:nvPr>
              <p:custDataLst>
                <p:tags r:id="rId210"/>
              </p:custDataLst>
            </p:nvPr>
          </p:nvSpPr>
          <p:spPr bwMode="auto">
            <a:xfrm>
              <a:off x="10488721" y="30149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592DD60D-6418-38D6-CB37-AFC80057DBBB}"/>
                </a:ext>
              </a:extLst>
            </p:cNvPr>
            <p:cNvSpPr/>
            <p:nvPr>
              <p:custDataLst>
                <p:tags r:id="rId211"/>
              </p:custDataLst>
            </p:nvPr>
          </p:nvSpPr>
          <p:spPr bwMode="auto">
            <a:xfrm>
              <a:off x="10666521" y="30149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D8963834-E1CF-D20E-DEB1-48DED0A339FF}"/>
                </a:ext>
              </a:extLst>
            </p:cNvPr>
            <p:cNvSpPr/>
            <p:nvPr>
              <p:custDataLst>
                <p:tags r:id="rId212"/>
              </p:custDataLst>
            </p:nvPr>
          </p:nvSpPr>
          <p:spPr bwMode="auto">
            <a:xfrm>
              <a:off x="10755421" y="30149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ECB54C61-C77C-9D8C-7B6F-B282F9460424}"/>
                </a:ext>
              </a:extLst>
            </p:cNvPr>
            <p:cNvSpPr/>
            <p:nvPr>
              <p:custDataLst>
                <p:tags r:id="rId213"/>
              </p:custDataLst>
            </p:nvPr>
          </p:nvSpPr>
          <p:spPr bwMode="auto">
            <a:xfrm>
              <a:off x="8355121" y="31038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DDC22F81-AD25-2319-2695-5AD17BE4AD89}"/>
                </a:ext>
              </a:extLst>
            </p:cNvPr>
            <p:cNvSpPr/>
            <p:nvPr>
              <p:custDataLst>
                <p:tags r:id="rId214"/>
              </p:custDataLst>
            </p:nvPr>
          </p:nvSpPr>
          <p:spPr bwMode="auto">
            <a:xfrm>
              <a:off x="8532921" y="31038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5100502C-D1C2-AD99-55CB-18FE7FE87127}"/>
                </a:ext>
              </a:extLst>
            </p:cNvPr>
            <p:cNvSpPr/>
            <p:nvPr>
              <p:custDataLst>
                <p:tags r:id="rId215"/>
              </p:custDataLst>
            </p:nvPr>
          </p:nvSpPr>
          <p:spPr bwMode="auto">
            <a:xfrm>
              <a:off x="8799621" y="31038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368D52BB-597C-848F-17D5-CA19888285C8}"/>
                </a:ext>
              </a:extLst>
            </p:cNvPr>
            <p:cNvSpPr/>
            <p:nvPr>
              <p:custDataLst>
                <p:tags r:id="rId216"/>
              </p:custDataLst>
            </p:nvPr>
          </p:nvSpPr>
          <p:spPr bwMode="auto">
            <a:xfrm>
              <a:off x="9066321" y="31038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44066CD2-BB87-2669-27C4-62E7CFEA3B2A}"/>
                </a:ext>
              </a:extLst>
            </p:cNvPr>
            <p:cNvSpPr/>
            <p:nvPr>
              <p:custDataLst>
                <p:tags r:id="rId217"/>
              </p:custDataLst>
            </p:nvPr>
          </p:nvSpPr>
          <p:spPr bwMode="auto">
            <a:xfrm>
              <a:off x="9244121" y="31038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07BE6E98-09D3-1F2E-2A24-FC99D9A25BE2}"/>
                </a:ext>
              </a:extLst>
            </p:cNvPr>
            <p:cNvSpPr/>
            <p:nvPr>
              <p:custDataLst>
                <p:tags r:id="rId218"/>
              </p:custDataLst>
            </p:nvPr>
          </p:nvSpPr>
          <p:spPr bwMode="auto">
            <a:xfrm>
              <a:off x="9333021" y="31038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B207334B-C906-46A8-EAF2-DF4930D185FB}"/>
                </a:ext>
              </a:extLst>
            </p:cNvPr>
            <p:cNvSpPr/>
            <p:nvPr>
              <p:custDataLst>
                <p:tags r:id="rId219"/>
              </p:custDataLst>
            </p:nvPr>
          </p:nvSpPr>
          <p:spPr bwMode="auto">
            <a:xfrm>
              <a:off x="9421921" y="31038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95035D0D-E9F2-622D-BD72-DEF654D97F9D}"/>
                </a:ext>
              </a:extLst>
            </p:cNvPr>
            <p:cNvSpPr/>
            <p:nvPr>
              <p:custDataLst>
                <p:tags r:id="rId220"/>
              </p:custDataLst>
            </p:nvPr>
          </p:nvSpPr>
          <p:spPr bwMode="auto">
            <a:xfrm>
              <a:off x="9866421" y="31038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6D3FE358-0707-6FCE-E171-A7B18C015A57}"/>
                </a:ext>
              </a:extLst>
            </p:cNvPr>
            <p:cNvSpPr/>
            <p:nvPr>
              <p:custDataLst>
                <p:tags r:id="rId221"/>
              </p:custDataLst>
            </p:nvPr>
          </p:nvSpPr>
          <p:spPr bwMode="auto">
            <a:xfrm>
              <a:off x="10044221" y="31038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35681B08-D702-C0D8-60FB-ABBC6A54080E}"/>
                </a:ext>
              </a:extLst>
            </p:cNvPr>
            <p:cNvSpPr/>
            <p:nvPr>
              <p:custDataLst>
                <p:tags r:id="rId222"/>
              </p:custDataLst>
            </p:nvPr>
          </p:nvSpPr>
          <p:spPr bwMode="auto">
            <a:xfrm>
              <a:off x="10666521" y="31038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C1CB0971-422B-CFCA-30A5-ADFB9AB9FA09}"/>
                </a:ext>
              </a:extLst>
            </p:cNvPr>
            <p:cNvSpPr/>
            <p:nvPr>
              <p:custDataLst>
                <p:tags r:id="rId223"/>
              </p:custDataLst>
            </p:nvPr>
          </p:nvSpPr>
          <p:spPr bwMode="auto">
            <a:xfrm>
              <a:off x="8444021" y="3192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9BD30D8B-DF01-F2D4-12EF-775DC0C24A77}"/>
                </a:ext>
              </a:extLst>
            </p:cNvPr>
            <p:cNvSpPr/>
            <p:nvPr>
              <p:custDataLst>
                <p:tags r:id="rId224"/>
              </p:custDataLst>
            </p:nvPr>
          </p:nvSpPr>
          <p:spPr bwMode="auto">
            <a:xfrm>
              <a:off x="8532921" y="3192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A9979650-C552-F582-C807-FF18C1E723A7}"/>
                </a:ext>
              </a:extLst>
            </p:cNvPr>
            <p:cNvSpPr/>
            <p:nvPr>
              <p:custDataLst>
                <p:tags r:id="rId225"/>
              </p:custDataLst>
            </p:nvPr>
          </p:nvSpPr>
          <p:spPr bwMode="auto">
            <a:xfrm>
              <a:off x="8710721" y="3192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4636B8EF-3FE3-AA70-41E9-71B4B80BF3E4}"/>
                </a:ext>
              </a:extLst>
            </p:cNvPr>
            <p:cNvSpPr/>
            <p:nvPr>
              <p:custDataLst>
                <p:tags r:id="rId226"/>
              </p:custDataLst>
            </p:nvPr>
          </p:nvSpPr>
          <p:spPr bwMode="auto">
            <a:xfrm>
              <a:off x="8888521" y="3192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BD9D8B7F-D11B-A216-DE67-B92044E5867C}"/>
                </a:ext>
              </a:extLst>
            </p:cNvPr>
            <p:cNvSpPr/>
            <p:nvPr>
              <p:custDataLst>
                <p:tags r:id="rId227"/>
              </p:custDataLst>
            </p:nvPr>
          </p:nvSpPr>
          <p:spPr bwMode="auto">
            <a:xfrm>
              <a:off x="8977421" y="3192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F753FB95-1E18-F98B-0830-16ED66D87B47}"/>
                </a:ext>
              </a:extLst>
            </p:cNvPr>
            <p:cNvSpPr/>
            <p:nvPr>
              <p:custDataLst>
                <p:tags r:id="rId228"/>
              </p:custDataLst>
            </p:nvPr>
          </p:nvSpPr>
          <p:spPr bwMode="auto">
            <a:xfrm>
              <a:off x="9155221" y="3192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EC41CEF8-2362-E2EE-AB97-C38E09FF3E8E}"/>
                </a:ext>
              </a:extLst>
            </p:cNvPr>
            <p:cNvSpPr/>
            <p:nvPr>
              <p:custDataLst>
                <p:tags r:id="rId229"/>
              </p:custDataLst>
            </p:nvPr>
          </p:nvSpPr>
          <p:spPr bwMode="auto">
            <a:xfrm>
              <a:off x="9421921" y="3192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6556CF5A-2B44-C80F-311C-D7F0589DFD95}"/>
                </a:ext>
              </a:extLst>
            </p:cNvPr>
            <p:cNvSpPr/>
            <p:nvPr>
              <p:custDataLst>
                <p:tags r:id="rId230"/>
              </p:custDataLst>
            </p:nvPr>
          </p:nvSpPr>
          <p:spPr bwMode="auto">
            <a:xfrm>
              <a:off x="9510821" y="3192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D924C7D3-7325-95EA-5908-0C8D45F5F3AA}"/>
                </a:ext>
              </a:extLst>
            </p:cNvPr>
            <p:cNvSpPr/>
            <p:nvPr>
              <p:custDataLst>
                <p:tags r:id="rId231"/>
              </p:custDataLst>
            </p:nvPr>
          </p:nvSpPr>
          <p:spPr bwMode="auto">
            <a:xfrm>
              <a:off x="9688621" y="3192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103CA2E5-795F-8623-485D-7C826FDC45DF}"/>
                </a:ext>
              </a:extLst>
            </p:cNvPr>
            <p:cNvSpPr/>
            <p:nvPr>
              <p:custDataLst>
                <p:tags r:id="rId232"/>
              </p:custDataLst>
            </p:nvPr>
          </p:nvSpPr>
          <p:spPr bwMode="auto">
            <a:xfrm>
              <a:off x="9777521" y="3192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B88F9E59-BB25-F001-53C1-61AD5029E0A5}"/>
                </a:ext>
              </a:extLst>
            </p:cNvPr>
            <p:cNvSpPr/>
            <p:nvPr>
              <p:custDataLst>
                <p:tags r:id="rId233"/>
              </p:custDataLst>
            </p:nvPr>
          </p:nvSpPr>
          <p:spPr bwMode="auto">
            <a:xfrm>
              <a:off x="9866421" y="3192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C87D0559-76A2-13CD-641A-ED7DFD6AB615}"/>
                </a:ext>
              </a:extLst>
            </p:cNvPr>
            <p:cNvSpPr/>
            <p:nvPr>
              <p:custDataLst>
                <p:tags r:id="rId234"/>
              </p:custDataLst>
            </p:nvPr>
          </p:nvSpPr>
          <p:spPr bwMode="auto">
            <a:xfrm>
              <a:off x="10044221" y="3192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D95491B2-638D-9288-D6D6-9ADF602DF750}"/>
                </a:ext>
              </a:extLst>
            </p:cNvPr>
            <p:cNvSpPr/>
            <p:nvPr>
              <p:custDataLst>
                <p:tags r:id="rId235"/>
              </p:custDataLst>
            </p:nvPr>
          </p:nvSpPr>
          <p:spPr bwMode="auto">
            <a:xfrm>
              <a:off x="10222021" y="3192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09922536-CDA0-1B6E-C7FB-352E89D82194}"/>
                </a:ext>
              </a:extLst>
            </p:cNvPr>
            <p:cNvSpPr/>
            <p:nvPr>
              <p:custDataLst>
                <p:tags r:id="rId236"/>
              </p:custDataLst>
            </p:nvPr>
          </p:nvSpPr>
          <p:spPr bwMode="auto">
            <a:xfrm>
              <a:off x="10310921" y="3192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A02FEBBA-7D90-50A7-DBBA-45AD9E915626}"/>
                </a:ext>
              </a:extLst>
            </p:cNvPr>
            <p:cNvSpPr/>
            <p:nvPr>
              <p:custDataLst>
                <p:tags r:id="rId237"/>
              </p:custDataLst>
            </p:nvPr>
          </p:nvSpPr>
          <p:spPr bwMode="auto">
            <a:xfrm>
              <a:off x="10399821" y="3192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42" name="Rectangle 241">
              <a:extLst>
                <a:ext uri="{FF2B5EF4-FFF2-40B4-BE49-F238E27FC236}">
                  <a16:creationId xmlns:a16="http://schemas.microsoft.com/office/drawing/2014/main" id="{C84A5565-41F4-A7B6-194B-CCF53F45AA07}"/>
                </a:ext>
              </a:extLst>
            </p:cNvPr>
            <p:cNvSpPr/>
            <p:nvPr>
              <p:custDataLst>
                <p:tags r:id="rId238"/>
              </p:custDataLst>
            </p:nvPr>
          </p:nvSpPr>
          <p:spPr bwMode="auto">
            <a:xfrm>
              <a:off x="10488721" y="3192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6CCBC4C1-BCB1-147A-E9E8-45681F626F1E}"/>
                </a:ext>
              </a:extLst>
            </p:cNvPr>
            <p:cNvSpPr/>
            <p:nvPr>
              <p:custDataLst>
                <p:tags r:id="rId239"/>
              </p:custDataLst>
            </p:nvPr>
          </p:nvSpPr>
          <p:spPr bwMode="auto">
            <a:xfrm>
              <a:off x="10577621" y="3192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B0A06950-F44D-BC45-366F-CE49D2E64B3A}"/>
                </a:ext>
              </a:extLst>
            </p:cNvPr>
            <p:cNvSpPr/>
            <p:nvPr>
              <p:custDataLst>
                <p:tags r:id="rId240"/>
              </p:custDataLst>
            </p:nvPr>
          </p:nvSpPr>
          <p:spPr bwMode="auto">
            <a:xfrm>
              <a:off x="10666521" y="3192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45" name="Rectangle 244">
              <a:extLst>
                <a:ext uri="{FF2B5EF4-FFF2-40B4-BE49-F238E27FC236}">
                  <a16:creationId xmlns:a16="http://schemas.microsoft.com/office/drawing/2014/main" id="{94D00E46-DF94-9825-DB42-613169177ADE}"/>
                </a:ext>
              </a:extLst>
            </p:cNvPr>
            <p:cNvSpPr/>
            <p:nvPr>
              <p:custDataLst>
                <p:tags r:id="rId241"/>
              </p:custDataLst>
            </p:nvPr>
          </p:nvSpPr>
          <p:spPr bwMode="auto">
            <a:xfrm>
              <a:off x="10755421" y="31927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46" name="Rectangle 245">
              <a:extLst>
                <a:ext uri="{FF2B5EF4-FFF2-40B4-BE49-F238E27FC236}">
                  <a16:creationId xmlns:a16="http://schemas.microsoft.com/office/drawing/2014/main" id="{D8D9D891-28A3-6153-D5EC-A58DBF430720}"/>
                </a:ext>
              </a:extLst>
            </p:cNvPr>
            <p:cNvSpPr/>
            <p:nvPr>
              <p:custDataLst>
                <p:tags r:id="rId242"/>
              </p:custDataLst>
            </p:nvPr>
          </p:nvSpPr>
          <p:spPr bwMode="auto">
            <a:xfrm>
              <a:off x="8266221" y="3281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47" name="Rectangle 246">
              <a:extLst>
                <a:ext uri="{FF2B5EF4-FFF2-40B4-BE49-F238E27FC236}">
                  <a16:creationId xmlns:a16="http://schemas.microsoft.com/office/drawing/2014/main" id="{9CA4E62E-E06F-0666-FCA5-BBBFC02A8FCD}"/>
                </a:ext>
              </a:extLst>
            </p:cNvPr>
            <p:cNvSpPr/>
            <p:nvPr>
              <p:custDataLst>
                <p:tags r:id="rId243"/>
              </p:custDataLst>
            </p:nvPr>
          </p:nvSpPr>
          <p:spPr bwMode="auto">
            <a:xfrm>
              <a:off x="8621821" y="3281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292CD880-E809-C082-2D63-3B5B87F9F41B}"/>
                </a:ext>
              </a:extLst>
            </p:cNvPr>
            <p:cNvSpPr/>
            <p:nvPr>
              <p:custDataLst>
                <p:tags r:id="rId244"/>
              </p:custDataLst>
            </p:nvPr>
          </p:nvSpPr>
          <p:spPr bwMode="auto">
            <a:xfrm>
              <a:off x="8799621" y="3281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84FB1BFA-946B-CE87-3999-43C2C9E85D5E}"/>
                </a:ext>
              </a:extLst>
            </p:cNvPr>
            <p:cNvSpPr/>
            <p:nvPr>
              <p:custDataLst>
                <p:tags r:id="rId245"/>
              </p:custDataLst>
            </p:nvPr>
          </p:nvSpPr>
          <p:spPr bwMode="auto">
            <a:xfrm>
              <a:off x="8977421" y="3281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C4AFDAAB-C7D1-2E33-8614-1ED6B4CEFD13}"/>
                </a:ext>
              </a:extLst>
            </p:cNvPr>
            <p:cNvSpPr/>
            <p:nvPr>
              <p:custDataLst>
                <p:tags r:id="rId246"/>
              </p:custDataLst>
            </p:nvPr>
          </p:nvSpPr>
          <p:spPr bwMode="auto">
            <a:xfrm>
              <a:off x="9244121" y="3281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A5E039E5-4341-2E17-567F-F19CC39B4F88}"/>
                </a:ext>
              </a:extLst>
            </p:cNvPr>
            <p:cNvSpPr/>
            <p:nvPr>
              <p:custDataLst>
                <p:tags r:id="rId247"/>
              </p:custDataLst>
            </p:nvPr>
          </p:nvSpPr>
          <p:spPr bwMode="auto">
            <a:xfrm>
              <a:off x="9688621" y="3281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BCF8D6E0-B122-AE85-7A6B-31B27A4B8C67}"/>
                </a:ext>
              </a:extLst>
            </p:cNvPr>
            <p:cNvSpPr/>
            <p:nvPr>
              <p:custDataLst>
                <p:tags r:id="rId248"/>
              </p:custDataLst>
            </p:nvPr>
          </p:nvSpPr>
          <p:spPr bwMode="auto">
            <a:xfrm>
              <a:off x="10044221" y="3281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EC0ECE0A-FFB0-48B1-6203-178CDB5042DE}"/>
                </a:ext>
              </a:extLst>
            </p:cNvPr>
            <p:cNvSpPr/>
            <p:nvPr>
              <p:custDataLst>
                <p:tags r:id="rId249"/>
              </p:custDataLst>
            </p:nvPr>
          </p:nvSpPr>
          <p:spPr bwMode="auto">
            <a:xfrm>
              <a:off x="10310921" y="3281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54" name="Rectangle 253">
              <a:extLst>
                <a:ext uri="{FF2B5EF4-FFF2-40B4-BE49-F238E27FC236}">
                  <a16:creationId xmlns:a16="http://schemas.microsoft.com/office/drawing/2014/main" id="{06F5F346-0B4D-7BA4-A527-A88689BBE123}"/>
                </a:ext>
              </a:extLst>
            </p:cNvPr>
            <p:cNvSpPr/>
            <p:nvPr>
              <p:custDataLst>
                <p:tags r:id="rId250"/>
              </p:custDataLst>
            </p:nvPr>
          </p:nvSpPr>
          <p:spPr bwMode="auto">
            <a:xfrm>
              <a:off x="10399821" y="3281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55" name="Rectangle 254">
              <a:extLst>
                <a:ext uri="{FF2B5EF4-FFF2-40B4-BE49-F238E27FC236}">
                  <a16:creationId xmlns:a16="http://schemas.microsoft.com/office/drawing/2014/main" id="{8061F9D9-AA5A-5B2F-5B28-DE5BE97B7CF9}"/>
                </a:ext>
              </a:extLst>
            </p:cNvPr>
            <p:cNvSpPr/>
            <p:nvPr>
              <p:custDataLst>
                <p:tags r:id="rId251"/>
              </p:custDataLst>
            </p:nvPr>
          </p:nvSpPr>
          <p:spPr bwMode="auto">
            <a:xfrm>
              <a:off x="10488721" y="3281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483D95AC-02A3-056A-F043-59E7500FFE44}"/>
                </a:ext>
              </a:extLst>
            </p:cNvPr>
            <p:cNvSpPr/>
            <p:nvPr>
              <p:custDataLst>
                <p:tags r:id="rId252"/>
              </p:custDataLst>
            </p:nvPr>
          </p:nvSpPr>
          <p:spPr bwMode="auto">
            <a:xfrm>
              <a:off x="10577621" y="3281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57" name="Rectangle 256">
              <a:extLst>
                <a:ext uri="{FF2B5EF4-FFF2-40B4-BE49-F238E27FC236}">
                  <a16:creationId xmlns:a16="http://schemas.microsoft.com/office/drawing/2014/main" id="{078BEB72-E287-A6F6-F51E-65E8A86C27F9}"/>
                </a:ext>
              </a:extLst>
            </p:cNvPr>
            <p:cNvSpPr/>
            <p:nvPr>
              <p:custDataLst>
                <p:tags r:id="rId253"/>
              </p:custDataLst>
            </p:nvPr>
          </p:nvSpPr>
          <p:spPr bwMode="auto">
            <a:xfrm>
              <a:off x="10755421" y="3281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58" name="Rectangle 257">
              <a:extLst>
                <a:ext uri="{FF2B5EF4-FFF2-40B4-BE49-F238E27FC236}">
                  <a16:creationId xmlns:a16="http://schemas.microsoft.com/office/drawing/2014/main" id="{D3988213-6A56-8DCA-72EC-33AE1C202F37}"/>
                </a:ext>
              </a:extLst>
            </p:cNvPr>
            <p:cNvSpPr/>
            <p:nvPr>
              <p:custDataLst>
                <p:tags r:id="rId254"/>
              </p:custDataLst>
            </p:nvPr>
          </p:nvSpPr>
          <p:spPr bwMode="auto">
            <a:xfrm>
              <a:off x="8266221" y="33705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id="{C3D1B07D-5B4F-99A7-930A-080FEE627C9F}"/>
                </a:ext>
              </a:extLst>
            </p:cNvPr>
            <p:cNvSpPr/>
            <p:nvPr>
              <p:custDataLst>
                <p:tags r:id="rId255"/>
              </p:custDataLst>
            </p:nvPr>
          </p:nvSpPr>
          <p:spPr bwMode="auto">
            <a:xfrm>
              <a:off x="8444021" y="33705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511B86AA-A33E-EBD2-7F43-4D58AF896E66}"/>
                </a:ext>
              </a:extLst>
            </p:cNvPr>
            <p:cNvSpPr/>
            <p:nvPr>
              <p:custDataLst>
                <p:tags r:id="rId256"/>
              </p:custDataLst>
            </p:nvPr>
          </p:nvSpPr>
          <p:spPr bwMode="auto">
            <a:xfrm>
              <a:off x="8532921" y="33705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F6EF3DF7-F47F-C43E-5C88-F165BE9C3521}"/>
                </a:ext>
              </a:extLst>
            </p:cNvPr>
            <p:cNvSpPr/>
            <p:nvPr>
              <p:custDataLst>
                <p:tags r:id="rId257"/>
              </p:custDataLst>
            </p:nvPr>
          </p:nvSpPr>
          <p:spPr bwMode="auto">
            <a:xfrm>
              <a:off x="8710721" y="33705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62" name="Rectangle 261">
              <a:extLst>
                <a:ext uri="{FF2B5EF4-FFF2-40B4-BE49-F238E27FC236}">
                  <a16:creationId xmlns:a16="http://schemas.microsoft.com/office/drawing/2014/main" id="{7553808B-B68E-FB4A-999B-61DEA920570D}"/>
                </a:ext>
              </a:extLst>
            </p:cNvPr>
            <p:cNvSpPr/>
            <p:nvPr>
              <p:custDataLst>
                <p:tags r:id="rId258"/>
              </p:custDataLst>
            </p:nvPr>
          </p:nvSpPr>
          <p:spPr bwMode="auto">
            <a:xfrm>
              <a:off x="8888521" y="33705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ACB99AFF-5C82-75B3-18DE-33807497F196}"/>
                </a:ext>
              </a:extLst>
            </p:cNvPr>
            <p:cNvSpPr/>
            <p:nvPr>
              <p:custDataLst>
                <p:tags r:id="rId259"/>
              </p:custDataLst>
            </p:nvPr>
          </p:nvSpPr>
          <p:spPr bwMode="auto">
            <a:xfrm>
              <a:off x="8977421" y="33705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64" name="Rectangle 263">
              <a:extLst>
                <a:ext uri="{FF2B5EF4-FFF2-40B4-BE49-F238E27FC236}">
                  <a16:creationId xmlns:a16="http://schemas.microsoft.com/office/drawing/2014/main" id="{2772DDF2-697D-76D7-BF2A-600B8A87F5FC}"/>
                </a:ext>
              </a:extLst>
            </p:cNvPr>
            <p:cNvSpPr/>
            <p:nvPr>
              <p:custDataLst>
                <p:tags r:id="rId260"/>
              </p:custDataLst>
            </p:nvPr>
          </p:nvSpPr>
          <p:spPr bwMode="auto">
            <a:xfrm>
              <a:off x="9066321" y="33705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65" name="Rectangle 264">
              <a:extLst>
                <a:ext uri="{FF2B5EF4-FFF2-40B4-BE49-F238E27FC236}">
                  <a16:creationId xmlns:a16="http://schemas.microsoft.com/office/drawing/2014/main" id="{EE2AB18C-9F36-1C45-D20E-B4101F53FDE5}"/>
                </a:ext>
              </a:extLst>
            </p:cNvPr>
            <p:cNvSpPr/>
            <p:nvPr>
              <p:custDataLst>
                <p:tags r:id="rId261"/>
              </p:custDataLst>
            </p:nvPr>
          </p:nvSpPr>
          <p:spPr bwMode="auto">
            <a:xfrm>
              <a:off x="9510821" y="33705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66" name="Rectangle 265">
              <a:extLst>
                <a:ext uri="{FF2B5EF4-FFF2-40B4-BE49-F238E27FC236}">
                  <a16:creationId xmlns:a16="http://schemas.microsoft.com/office/drawing/2014/main" id="{17E34474-8F76-D45C-A068-E916607753B2}"/>
                </a:ext>
              </a:extLst>
            </p:cNvPr>
            <p:cNvSpPr/>
            <p:nvPr>
              <p:custDataLst>
                <p:tags r:id="rId262"/>
              </p:custDataLst>
            </p:nvPr>
          </p:nvSpPr>
          <p:spPr bwMode="auto">
            <a:xfrm>
              <a:off x="9955321" y="33705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5FF5034C-FE74-CA2A-83F3-4E968E155945}"/>
                </a:ext>
              </a:extLst>
            </p:cNvPr>
            <p:cNvSpPr/>
            <p:nvPr>
              <p:custDataLst>
                <p:tags r:id="rId263"/>
              </p:custDataLst>
            </p:nvPr>
          </p:nvSpPr>
          <p:spPr bwMode="auto">
            <a:xfrm>
              <a:off x="10133121" y="33705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C3C715EA-436C-516B-6FF9-B8A8D2795281}"/>
                </a:ext>
              </a:extLst>
            </p:cNvPr>
            <p:cNvSpPr/>
            <p:nvPr>
              <p:custDataLst>
                <p:tags r:id="rId264"/>
              </p:custDataLst>
            </p:nvPr>
          </p:nvSpPr>
          <p:spPr bwMode="auto">
            <a:xfrm>
              <a:off x="10666521" y="33705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9E636870-1B28-D121-74EA-F2893DC14FDA}"/>
                </a:ext>
              </a:extLst>
            </p:cNvPr>
            <p:cNvSpPr/>
            <p:nvPr>
              <p:custDataLst>
                <p:tags r:id="rId265"/>
              </p:custDataLst>
            </p:nvPr>
          </p:nvSpPr>
          <p:spPr bwMode="auto">
            <a:xfrm>
              <a:off x="10755421" y="33705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26C550F2-4150-EBB8-28F4-BC99A97F29B4}"/>
                </a:ext>
              </a:extLst>
            </p:cNvPr>
            <p:cNvSpPr/>
            <p:nvPr>
              <p:custDataLst>
                <p:tags r:id="rId266"/>
              </p:custDataLst>
            </p:nvPr>
          </p:nvSpPr>
          <p:spPr bwMode="auto">
            <a:xfrm>
              <a:off x="8266221" y="34594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3FC19CBB-D937-1B66-F521-43B4AE1FAF8E}"/>
                </a:ext>
              </a:extLst>
            </p:cNvPr>
            <p:cNvSpPr/>
            <p:nvPr>
              <p:custDataLst>
                <p:tags r:id="rId267"/>
              </p:custDataLst>
            </p:nvPr>
          </p:nvSpPr>
          <p:spPr bwMode="auto">
            <a:xfrm>
              <a:off x="8444021" y="34594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72" name="Rectangle 271">
              <a:extLst>
                <a:ext uri="{FF2B5EF4-FFF2-40B4-BE49-F238E27FC236}">
                  <a16:creationId xmlns:a16="http://schemas.microsoft.com/office/drawing/2014/main" id="{3ECB0F53-F6CD-8249-AD5B-47C4F43E356F}"/>
                </a:ext>
              </a:extLst>
            </p:cNvPr>
            <p:cNvSpPr/>
            <p:nvPr>
              <p:custDataLst>
                <p:tags r:id="rId268"/>
              </p:custDataLst>
            </p:nvPr>
          </p:nvSpPr>
          <p:spPr bwMode="auto">
            <a:xfrm>
              <a:off x="8621821" y="34594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73" name="Rectangle 272">
              <a:extLst>
                <a:ext uri="{FF2B5EF4-FFF2-40B4-BE49-F238E27FC236}">
                  <a16:creationId xmlns:a16="http://schemas.microsoft.com/office/drawing/2014/main" id="{B1F24EA6-E9A7-9A34-8A9F-D979ADE1CE02}"/>
                </a:ext>
              </a:extLst>
            </p:cNvPr>
            <p:cNvSpPr/>
            <p:nvPr>
              <p:custDataLst>
                <p:tags r:id="rId269"/>
              </p:custDataLst>
            </p:nvPr>
          </p:nvSpPr>
          <p:spPr bwMode="auto">
            <a:xfrm>
              <a:off x="8710721" y="34594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74" name="Rectangle 273">
              <a:extLst>
                <a:ext uri="{FF2B5EF4-FFF2-40B4-BE49-F238E27FC236}">
                  <a16:creationId xmlns:a16="http://schemas.microsoft.com/office/drawing/2014/main" id="{7D5AAE98-7F39-3D50-525C-8C683AA67144}"/>
                </a:ext>
              </a:extLst>
            </p:cNvPr>
            <p:cNvSpPr/>
            <p:nvPr>
              <p:custDataLst>
                <p:tags r:id="rId270"/>
              </p:custDataLst>
            </p:nvPr>
          </p:nvSpPr>
          <p:spPr bwMode="auto">
            <a:xfrm>
              <a:off x="8799621" y="34594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75" name="Rectangle 274">
              <a:extLst>
                <a:ext uri="{FF2B5EF4-FFF2-40B4-BE49-F238E27FC236}">
                  <a16:creationId xmlns:a16="http://schemas.microsoft.com/office/drawing/2014/main" id="{B335B4F7-A93C-F8B9-92CD-75BA5C030D24}"/>
                </a:ext>
              </a:extLst>
            </p:cNvPr>
            <p:cNvSpPr/>
            <p:nvPr>
              <p:custDataLst>
                <p:tags r:id="rId271"/>
              </p:custDataLst>
            </p:nvPr>
          </p:nvSpPr>
          <p:spPr bwMode="auto">
            <a:xfrm>
              <a:off x="8888521" y="34594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76" name="Rectangle 275">
              <a:extLst>
                <a:ext uri="{FF2B5EF4-FFF2-40B4-BE49-F238E27FC236}">
                  <a16:creationId xmlns:a16="http://schemas.microsoft.com/office/drawing/2014/main" id="{3C92FB2E-9492-7840-8877-C33414CAD8E2}"/>
                </a:ext>
              </a:extLst>
            </p:cNvPr>
            <p:cNvSpPr/>
            <p:nvPr>
              <p:custDataLst>
                <p:tags r:id="rId272"/>
              </p:custDataLst>
            </p:nvPr>
          </p:nvSpPr>
          <p:spPr bwMode="auto">
            <a:xfrm>
              <a:off x="8977421" y="34594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B8EFBA67-50E9-1CD1-803B-077C6A7C50FA}"/>
                </a:ext>
              </a:extLst>
            </p:cNvPr>
            <p:cNvSpPr/>
            <p:nvPr>
              <p:custDataLst>
                <p:tags r:id="rId273"/>
              </p:custDataLst>
            </p:nvPr>
          </p:nvSpPr>
          <p:spPr bwMode="auto">
            <a:xfrm>
              <a:off x="9066321" y="34594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CA22DC81-FD98-6940-482E-60AB6530AE45}"/>
                </a:ext>
              </a:extLst>
            </p:cNvPr>
            <p:cNvSpPr/>
            <p:nvPr>
              <p:custDataLst>
                <p:tags r:id="rId274"/>
              </p:custDataLst>
            </p:nvPr>
          </p:nvSpPr>
          <p:spPr bwMode="auto">
            <a:xfrm>
              <a:off x="9333021" y="34594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001819CA-46AF-69DC-F2AD-7F82BEAEF7E6}"/>
                </a:ext>
              </a:extLst>
            </p:cNvPr>
            <p:cNvSpPr/>
            <p:nvPr>
              <p:custDataLst>
                <p:tags r:id="rId275"/>
              </p:custDataLst>
            </p:nvPr>
          </p:nvSpPr>
          <p:spPr bwMode="auto">
            <a:xfrm>
              <a:off x="9421921" y="34594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80" name="Rectangle 279">
              <a:extLst>
                <a:ext uri="{FF2B5EF4-FFF2-40B4-BE49-F238E27FC236}">
                  <a16:creationId xmlns:a16="http://schemas.microsoft.com/office/drawing/2014/main" id="{AFA2E9F3-51DB-85B8-78DA-20531D9DFD20}"/>
                </a:ext>
              </a:extLst>
            </p:cNvPr>
            <p:cNvSpPr/>
            <p:nvPr>
              <p:custDataLst>
                <p:tags r:id="rId276"/>
              </p:custDataLst>
            </p:nvPr>
          </p:nvSpPr>
          <p:spPr bwMode="auto">
            <a:xfrm>
              <a:off x="9510821" y="34594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81" name="Rectangle 280">
              <a:extLst>
                <a:ext uri="{FF2B5EF4-FFF2-40B4-BE49-F238E27FC236}">
                  <a16:creationId xmlns:a16="http://schemas.microsoft.com/office/drawing/2014/main" id="{7578DC59-EAB9-0089-21E5-6C76E4933607}"/>
                </a:ext>
              </a:extLst>
            </p:cNvPr>
            <p:cNvSpPr/>
            <p:nvPr>
              <p:custDataLst>
                <p:tags r:id="rId277"/>
              </p:custDataLst>
            </p:nvPr>
          </p:nvSpPr>
          <p:spPr bwMode="auto">
            <a:xfrm>
              <a:off x="9599721" y="34594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82" name="Rectangle 281">
              <a:extLst>
                <a:ext uri="{FF2B5EF4-FFF2-40B4-BE49-F238E27FC236}">
                  <a16:creationId xmlns:a16="http://schemas.microsoft.com/office/drawing/2014/main" id="{8C3CF04E-D1B3-D40F-BE6F-ECA6D14B311C}"/>
                </a:ext>
              </a:extLst>
            </p:cNvPr>
            <p:cNvSpPr/>
            <p:nvPr>
              <p:custDataLst>
                <p:tags r:id="rId278"/>
              </p:custDataLst>
            </p:nvPr>
          </p:nvSpPr>
          <p:spPr bwMode="auto">
            <a:xfrm>
              <a:off x="9688621" y="34594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83" name="Rectangle 282">
              <a:extLst>
                <a:ext uri="{FF2B5EF4-FFF2-40B4-BE49-F238E27FC236}">
                  <a16:creationId xmlns:a16="http://schemas.microsoft.com/office/drawing/2014/main" id="{24118271-21EE-A7A2-FCE5-ABAAFC967C6F}"/>
                </a:ext>
              </a:extLst>
            </p:cNvPr>
            <p:cNvSpPr/>
            <p:nvPr>
              <p:custDataLst>
                <p:tags r:id="rId279"/>
              </p:custDataLst>
            </p:nvPr>
          </p:nvSpPr>
          <p:spPr bwMode="auto">
            <a:xfrm>
              <a:off x="9955321" y="34594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84" name="Rectangle 283">
              <a:extLst>
                <a:ext uri="{FF2B5EF4-FFF2-40B4-BE49-F238E27FC236}">
                  <a16:creationId xmlns:a16="http://schemas.microsoft.com/office/drawing/2014/main" id="{B3FDF2E8-8935-869B-B38C-D5ACE416E432}"/>
                </a:ext>
              </a:extLst>
            </p:cNvPr>
            <p:cNvSpPr/>
            <p:nvPr>
              <p:custDataLst>
                <p:tags r:id="rId280"/>
              </p:custDataLst>
            </p:nvPr>
          </p:nvSpPr>
          <p:spPr bwMode="auto">
            <a:xfrm>
              <a:off x="10044221" y="34594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85" name="Rectangle 284">
              <a:extLst>
                <a:ext uri="{FF2B5EF4-FFF2-40B4-BE49-F238E27FC236}">
                  <a16:creationId xmlns:a16="http://schemas.microsoft.com/office/drawing/2014/main" id="{FB6DEF0D-5BCC-D084-EDC7-0AF8BD36D246}"/>
                </a:ext>
              </a:extLst>
            </p:cNvPr>
            <p:cNvSpPr/>
            <p:nvPr>
              <p:custDataLst>
                <p:tags r:id="rId281"/>
              </p:custDataLst>
            </p:nvPr>
          </p:nvSpPr>
          <p:spPr bwMode="auto">
            <a:xfrm>
              <a:off x="10133121" y="34594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86" name="Rectangle 285">
              <a:extLst>
                <a:ext uri="{FF2B5EF4-FFF2-40B4-BE49-F238E27FC236}">
                  <a16:creationId xmlns:a16="http://schemas.microsoft.com/office/drawing/2014/main" id="{3766019B-57C0-466A-EA92-D47268F197D3}"/>
                </a:ext>
              </a:extLst>
            </p:cNvPr>
            <p:cNvSpPr/>
            <p:nvPr>
              <p:custDataLst>
                <p:tags r:id="rId282"/>
              </p:custDataLst>
            </p:nvPr>
          </p:nvSpPr>
          <p:spPr bwMode="auto">
            <a:xfrm>
              <a:off x="10310921" y="34594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87" name="Rectangle 286">
              <a:extLst>
                <a:ext uri="{FF2B5EF4-FFF2-40B4-BE49-F238E27FC236}">
                  <a16:creationId xmlns:a16="http://schemas.microsoft.com/office/drawing/2014/main" id="{D4BBCA04-99DA-6477-0992-7408BD122A36}"/>
                </a:ext>
              </a:extLst>
            </p:cNvPr>
            <p:cNvSpPr/>
            <p:nvPr>
              <p:custDataLst>
                <p:tags r:id="rId283"/>
              </p:custDataLst>
            </p:nvPr>
          </p:nvSpPr>
          <p:spPr bwMode="auto">
            <a:xfrm>
              <a:off x="10666521" y="34594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88" name="Rectangle 287">
              <a:extLst>
                <a:ext uri="{FF2B5EF4-FFF2-40B4-BE49-F238E27FC236}">
                  <a16:creationId xmlns:a16="http://schemas.microsoft.com/office/drawing/2014/main" id="{FCA9BB76-A292-DAB0-9D54-E171EB043872}"/>
                </a:ext>
              </a:extLst>
            </p:cNvPr>
            <p:cNvSpPr/>
            <p:nvPr>
              <p:custDataLst>
                <p:tags r:id="rId284"/>
              </p:custDataLst>
            </p:nvPr>
          </p:nvSpPr>
          <p:spPr bwMode="auto">
            <a:xfrm>
              <a:off x="8266221" y="35483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89" name="Rectangle 288">
              <a:extLst>
                <a:ext uri="{FF2B5EF4-FFF2-40B4-BE49-F238E27FC236}">
                  <a16:creationId xmlns:a16="http://schemas.microsoft.com/office/drawing/2014/main" id="{AA967877-A08A-BC25-F719-2D76D5FED4F6}"/>
                </a:ext>
              </a:extLst>
            </p:cNvPr>
            <p:cNvSpPr/>
            <p:nvPr>
              <p:custDataLst>
                <p:tags r:id="rId285"/>
              </p:custDataLst>
            </p:nvPr>
          </p:nvSpPr>
          <p:spPr bwMode="auto">
            <a:xfrm>
              <a:off x="8355121" y="35483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90" name="Rectangle 289">
              <a:extLst>
                <a:ext uri="{FF2B5EF4-FFF2-40B4-BE49-F238E27FC236}">
                  <a16:creationId xmlns:a16="http://schemas.microsoft.com/office/drawing/2014/main" id="{467A674B-5BD4-3B3B-0C24-237B52D29946}"/>
                </a:ext>
              </a:extLst>
            </p:cNvPr>
            <p:cNvSpPr/>
            <p:nvPr>
              <p:custDataLst>
                <p:tags r:id="rId286"/>
              </p:custDataLst>
            </p:nvPr>
          </p:nvSpPr>
          <p:spPr bwMode="auto">
            <a:xfrm>
              <a:off x="8621821" y="35483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1B98A03F-EFAF-B059-2CC7-2C8A9EEE3362}"/>
                </a:ext>
              </a:extLst>
            </p:cNvPr>
            <p:cNvSpPr/>
            <p:nvPr>
              <p:custDataLst>
                <p:tags r:id="rId287"/>
              </p:custDataLst>
            </p:nvPr>
          </p:nvSpPr>
          <p:spPr bwMode="auto">
            <a:xfrm>
              <a:off x="8710721" y="35483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92" name="Rectangle 291">
              <a:extLst>
                <a:ext uri="{FF2B5EF4-FFF2-40B4-BE49-F238E27FC236}">
                  <a16:creationId xmlns:a16="http://schemas.microsoft.com/office/drawing/2014/main" id="{3B451009-635E-96CA-9E18-8A84E9DC94D4}"/>
                </a:ext>
              </a:extLst>
            </p:cNvPr>
            <p:cNvSpPr/>
            <p:nvPr>
              <p:custDataLst>
                <p:tags r:id="rId288"/>
              </p:custDataLst>
            </p:nvPr>
          </p:nvSpPr>
          <p:spPr bwMode="auto">
            <a:xfrm>
              <a:off x="8888521" y="35483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93" name="Rectangle 292">
              <a:extLst>
                <a:ext uri="{FF2B5EF4-FFF2-40B4-BE49-F238E27FC236}">
                  <a16:creationId xmlns:a16="http://schemas.microsoft.com/office/drawing/2014/main" id="{E80CDAC4-2762-A656-3D48-DFA635374175}"/>
                </a:ext>
              </a:extLst>
            </p:cNvPr>
            <p:cNvSpPr/>
            <p:nvPr>
              <p:custDataLst>
                <p:tags r:id="rId289"/>
              </p:custDataLst>
            </p:nvPr>
          </p:nvSpPr>
          <p:spPr bwMode="auto">
            <a:xfrm>
              <a:off x="8977421" y="35483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94" name="Rectangle 293">
              <a:extLst>
                <a:ext uri="{FF2B5EF4-FFF2-40B4-BE49-F238E27FC236}">
                  <a16:creationId xmlns:a16="http://schemas.microsoft.com/office/drawing/2014/main" id="{0BFEBE9B-9612-6916-06B9-7B949C200724}"/>
                </a:ext>
              </a:extLst>
            </p:cNvPr>
            <p:cNvSpPr/>
            <p:nvPr>
              <p:custDataLst>
                <p:tags r:id="rId290"/>
              </p:custDataLst>
            </p:nvPr>
          </p:nvSpPr>
          <p:spPr bwMode="auto">
            <a:xfrm>
              <a:off x="9066321" y="35483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95" name="Rectangle 294">
              <a:extLst>
                <a:ext uri="{FF2B5EF4-FFF2-40B4-BE49-F238E27FC236}">
                  <a16:creationId xmlns:a16="http://schemas.microsoft.com/office/drawing/2014/main" id="{88B38EE0-CA22-913A-0110-E0255F2DA3FC}"/>
                </a:ext>
              </a:extLst>
            </p:cNvPr>
            <p:cNvSpPr/>
            <p:nvPr>
              <p:custDataLst>
                <p:tags r:id="rId291"/>
              </p:custDataLst>
            </p:nvPr>
          </p:nvSpPr>
          <p:spPr bwMode="auto">
            <a:xfrm>
              <a:off x="9244121" y="35483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7E630258-AA6B-6459-4F79-943200B5CB77}"/>
                </a:ext>
              </a:extLst>
            </p:cNvPr>
            <p:cNvSpPr/>
            <p:nvPr>
              <p:custDataLst>
                <p:tags r:id="rId292"/>
              </p:custDataLst>
            </p:nvPr>
          </p:nvSpPr>
          <p:spPr bwMode="auto">
            <a:xfrm>
              <a:off x="9777521" y="35483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97" name="Rectangle 296">
              <a:extLst>
                <a:ext uri="{FF2B5EF4-FFF2-40B4-BE49-F238E27FC236}">
                  <a16:creationId xmlns:a16="http://schemas.microsoft.com/office/drawing/2014/main" id="{C084AC79-B712-0FF2-DF81-BB56C15ADCDF}"/>
                </a:ext>
              </a:extLst>
            </p:cNvPr>
            <p:cNvSpPr/>
            <p:nvPr>
              <p:custDataLst>
                <p:tags r:id="rId293"/>
              </p:custDataLst>
            </p:nvPr>
          </p:nvSpPr>
          <p:spPr bwMode="auto">
            <a:xfrm>
              <a:off x="10044221" y="35483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98" name="Rectangle 297">
              <a:extLst>
                <a:ext uri="{FF2B5EF4-FFF2-40B4-BE49-F238E27FC236}">
                  <a16:creationId xmlns:a16="http://schemas.microsoft.com/office/drawing/2014/main" id="{4A66A398-D967-960F-5475-BBAE01336A64}"/>
                </a:ext>
              </a:extLst>
            </p:cNvPr>
            <p:cNvSpPr/>
            <p:nvPr>
              <p:custDataLst>
                <p:tags r:id="rId294"/>
              </p:custDataLst>
            </p:nvPr>
          </p:nvSpPr>
          <p:spPr bwMode="auto">
            <a:xfrm>
              <a:off x="10222021" y="35483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99" name="Rectangle 298">
              <a:extLst>
                <a:ext uri="{FF2B5EF4-FFF2-40B4-BE49-F238E27FC236}">
                  <a16:creationId xmlns:a16="http://schemas.microsoft.com/office/drawing/2014/main" id="{832C6611-BF1B-E6BC-D2A2-FBB80FDE542A}"/>
                </a:ext>
              </a:extLst>
            </p:cNvPr>
            <p:cNvSpPr/>
            <p:nvPr>
              <p:custDataLst>
                <p:tags r:id="rId295"/>
              </p:custDataLst>
            </p:nvPr>
          </p:nvSpPr>
          <p:spPr bwMode="auto">
            <a:xfrm>
              <a:off x="10310921" y="35483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00" name="Rectangle 299">
              <a:extLst>
                <a:ext uri="{FF2B5EF4-FFF2-40B4-BE49-F238E27FC236}">
                  <a16:creationId xmlns:a16="http://schemas.microsoft.com/office/drawing/2014/main" id="{7311A86F-B920-9A5D-2D3E-9398BDC7CC31}"/>
                </a:ext>
              </a:extLst>
            </p:cNvPr>
            <p:cNvSpPr/>
            <p:nvPr>
              <p:custDataLst>
                <p:tags r:id="rId296"/>
              </p:custDataLst>
            </p:nvPr>
          </p:nvSpPr>
          <p:spPr bwMode="auto">
            <a:xfrm>
              <a:off x="10399821" y="35483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01" name="Rectangle 300">
              <a:extLst>
                <a:ext uri="{FF2B5EF4-FFF2-40B4-BE49-F238E27FC236}">
                  <a16:creationId xmlns:a16="http://schemas.microsoft.com/office/drawing/2014/main" id="{374636EA-3176-5DDE-704B-BBD5CE23D03A}"/>
                </a:ext>
              </a:extLst>
            </p:cNvPr>
            <p:cNvSpPr/>
            <p:nvPr>
              <p:custDataLst>
                <p:tags r:id="rId297"/>
              </p:custDataLst>
            </p:nvPr>
          </p:nvSpPr>
          <p:spPr bwMode="auto">
            <a:xfrm>
              <a:off x="10488721" y="35483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DCF3A5ED-65AD-E1A8-125C-9C9A4C56040A}"/>
                </a:ext>
              </a:extLst>
            </p:cNvPr>
            <p:cNvSpPr/>
            <p:nvPr>
              <p:custDataLst>
                <p:tags r:id="rId298"/>
              </p:custDataLst>
            </p:nvPr>
          </p:nvSpPr>
          <p:spPr bwMode="auto">
            <a:xfrm>
              <a:off x="10666521" y="35483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03" name="Rectangle 302">
              <a:extLst>
                <a:ext uri="{FF2B5EF4-FFF2-40B4-BE49-F238E27FC236}">
                  <a16:creationId xmlns:a16="http://schemas.microsoft.com/office/drawing/2014/main" id="{0FC1A2CB-DE6F-0974-19C7-C88B20C3264D}"/>
                </a:ext>
              </a:extLst>
            </p:cNvPr>
            <p:cNvSpPr/>
            <p:nvPr>
              <p:custDataLst>
                <p:tags r:id="rId299"/>
              </p:custDataLst>
            </p:nvPr>
          </p:nvSpPr>
          <p:spPr bwMode="auto">
            <a:xfrm>
              <a:off x="10755421" y="35483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04" name="Rectangle 303">
              <a:extLst>
                <a:ext uri="{FF2B5EF4-FFF2-40B4-BE49-F238E27FC236}">
                  <a16:creationId xmlns:a16="http://schemas.microsoft.com/office/drawing/2014/main" id="{850973DA-8BA5-C5DD-8F94-3A703E823EF8}"/>
                </a:ext>
              </a:extLst>
            </p:cNvPr>
            <p:cNvSpPr/>
            <p:nvPr>
              <p:custDataLst>
                <p:tags r:id="rId300"/>
              </p:custDataLst>
            </p:nvPr>
          </p:nvSpPr>
          <p:spPr bwMode="auto">
            <a:xfrm>
              <a:off x="8621821" y="36372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05" name="Rectangle 304">
              <a:extLst>
                <a:ext uri="{FF2B5EF4-FFF2-40B4-BE49-F238E27FC236}">
                  <a16:creationId xmlns:a16="http://schemas.microsoft.com/office/drawing/2014/main" id="{A38FCB52-7AB0-C316-E450-C6FEFA5C3ABD}"/>
                </a:ext>
              </a:extLst>
            </p:cNvPr>
            <p:cNvSpPr/>
            <p:nvPr>
              <p:custDataLst>
                <p:tags r:id="rId301"/>
              </p:custDataLst>
            </p:nvPr>
          </p:nvSpPr>
          <p:spPr bwMode="auto">
            <a:xfrm>
              <a:off x="8710721" y="36372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06" name="Rectangle 305">
              <a:extLst>
                <a:ext uri="{FF2B5EF4-FFF2-40B4-BE49-F238E27FC236}">
                  <a16:creationId xmlns:a16="http://schemas.microsoft.com/office/drawing/2014/main" id="{93949188-2989-6544-AA10-9828B0DEEAAC}"/>
                </a:ext>
              </a:extLst>
            </p:cNvPr>
            <p:cNvSpPr/>
            <p:nvPr>
              <p:custDataLst>
                <p:tags r:id="rId302"/>
              </p:custDataLst>
            </p:nvPr>
          </p:nvSpPr>
          <p:spPr bwMode="auto">
            <a:xfrm>
              <a:off x="8799621" y="36372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07" name="Rectangle 306">
              <a:extLst>
                <a:ext uri="{FF2B5EF4-FFF2-40B4-BE49-F238E27FC236}">
                  <a16:creationId xmlns:a16="http://schemas.microsoft.com/office/drawing/2014/main" id="{7BA89AD6-3708-F702-B981-E18FA80DC335}"/>
                </a:ext>
              </a:extLst>
            </p:cNvPr>
            <p:cNvSpPr/>
            <p:nvPr>
              <p:custDataLst>
                <p:tags r:id="rId303"/>
              </p:custDataLst>
            </p:nvPr>
          </p:nvSpPr>
          <p:spPr bwMode="auto">
            <a:xfrm>
              <a:off x="8888521" y="36372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08" name="Rectangle 307">
              <a:extLst>
                <a:ext uri="{FF2B5EF4-FFF2-40B4-BE49-F238E27FC236}">
                  <a16:creationId xmlns:a16="http://schemas.microsoft.com/office/drawing/2014/main" id="{91376424-1E8B-345C-2F67-96D3F839B92D}"/>
                </a:ext>
              </a:extLst>
            </p:cNvPr>
            <p:cNvSpPr/>
            <p:nvPr>
              <p:custDataLst>
                <p:tags r:id="rId304"/>
              </p:custDataLst>
            </p:nvPr>
          </p:nvSpPr>
          <p:spPr bwMode="auto">
            <a:xfrm>
              <a:off x="9066321" y="36372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C760586E-0880-5E34-FD54-AD518453D8A3}"/>
                </a:ext>
              </a:extLst>
            </p:cNvPr>
            <p:cNvSpPr/>
            <p:nvPr>
              <p:custDataLst>
                <p:tags r:id="rId305"/>
              </p:custDataLst>
            </p:nvPr>
          </p:nvSpPr>
          <p:spPr bwMode="auto">
            <a:xfrm>
              <a:off x="9155221" y="36372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10" name="Rectangle 309">
              <a:extLst>
                <a:ext uri="{FF2B5EF4-FFF2-40B4-BE49-F238E27FC236}">
                  <a16:creationId xmlns:a16="http://schemas.microsoft.com/office/drawing/2014/main" id="{0BE86883-162E-71FE-09AC-69C082F5441C}"/>
                </a:ext>
              </a:extLst>
            </p:cNvPr>
            <p:cNvSpPr/>
            <p:nvPr>
              <p:custDataLst>
                <p:tags r:id="rId306"/>
              </p:custDataLst>
            </p:nvPr>
          </p:nvSpPr>
          <p:spPr bwMode="auto">
            <a:xfrm>
              <a:off x="9333021" y="36372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11" name="Rectangle 310">
              <a:extLst>
                <a:ext uri="{FF2B5EF4-FFF2-40B4-BE49-F238E27FC236}">
                  <a16:creationId xmlns:a16="http://schemas.microsoft.com/office/drawing/2014/main" id="{4C5CF062-9E15-ED96-3D64-E39C639CDE1C}"/>
                </a:ext>
              </a:extLst>
            </p:cNvPr>
            <p:cNvSpPr/>
            <p:nvPr>
              <p:custDataLst>
                <p:tags r:id="rId307"/>
              </p:custDataLst>
            </p:nvPr>
          </p:nvSpPr>
          <p:spPr bwMode="auto">
            <a:xfrm>
              <a:off x="9421921" y="36372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11E902E0-C0A5-CCA0-A88A-E09A05133A3E}"/>
                </a:ext>
              </a:extLst>
            </p:cNvPr>
            <p:cNvSpPr/>
            <p:nvPr>
              <p:custDataLst>
                <p:tags r:id="rId308"/>
              </p:custDataLst>
            </p:nvPr>
          </p:nvSpPr>
          <p:spPr bwMode="auto">
            <a:xfrm>
              <a:off x="9510821" y="36372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13" name="Rectangle 312">
              <a:extLst>
                <a:ext uri="{FF2B5EF4-FFF2-40B4-BE49-F238E27FC236}">
                  <a16:creationId xmlns:a16="http://schemas.microsoft.com/office/drawing/2014/main" id="{EF3A9B00-7E5B-86E1-8298-EDF6E9D3900F}"/>
                </a:ext>
              </a:extLst>
            </p:cNvPr>
            <p:cNvSpPr/>
            <p:nvPr>
              <p:custDataLst>
                <p:tags r:id="rId309"/>
              </p:custDataLst>
            </p:nvPr>
          </p:nvSpPr>
          <p:spPr bwMode="auto">
            <a:xfrm>
              <a:off x="9599721" y="36372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14" name="Rectangle 313">
              <a:extLst>
                <a:ext uri="{FF2B5EF4-FFF2-40B4-BE49-F238E27FC236}">
                  <a16:creationId xmlns:a16="http://schemas.microsoft.com/office/drawing/2014/main" id="{6FD464BD-7E72-2BD3-1EF0-CFE0BCF8A866}"/>
                </a:ext>
              </a:extLst>
            </p:cNvPr>
            <p:cNvSpPr/>
            <p:nvPr>
              <p:custDataLst>
                <p:tags r:id="rId310"/>
              </p:custDataLst>
            </p:nvPr>
          </p:nvSpPr>
          <p:spPr bwMode="auto">
            <a:xfrm>
              <a:off x="9777521" y="36372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15" name="Rectangle 314">
              <a:extLst>
                <a:ext uri="{FF2B5EF4-FFF2-40B4-BE49-F238E27FC236}">
                  <a16:creationId xmlns:a16="http://schemas.microsoft.com/office/drawing/2014/main" id="{324A6D63-3884-E521-1994-5807E73F3042}"/>
                </a:ext>
              </a:extLst>
            </p:cNvPr>
            <p:cNvSpPr/>
            <p:nvPr>
              <p:custDataLst>
                <p:tags r:id="rId311"/>
              </p:custDataLst>
            </p:nvPr>
          </p:nvSpPr>
          <p:spPr bwMode="auto">
            <a:xfrm>
              <a:off x="10044221" y="36372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16" name="Rectangle 315">
              <a:extLst>
                <a:ext uri="{FF2B5EF4-FFF2-40B4-BE49-F238E27FC236}">
                  <a16:creationId xmlns:a16="http://schemas.microsoft.com/office/drawing/2014/main" id="{97A91D09-16F4-9C2D-71CE-1660418E4038}"/>
                </a:ext>
              </a:extLst>
            </p:cNvPr>
            <p:cNvSpPr/>
            <p:nvPr>
              <p:custDataLst>
                <p:tags r:id="rId312"/>
              </p:custDataLst>
            </p:nvPr>
          </p:nvSpPr>
          <p:spPr bwMode="auto">
            <a:xfrm>
              <a:off x="10133121" y="36372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FE0B544A-9842-E76A-7058-0BF078A1D5A6}"/>
                </a:ext>
              </a:extLst>
            </p:cNvPr>
            <p:cNvSpPr/>
            <p:nvPr>
              <p:custDataLst>
                <p:tags r:id="rId313"/>
              </p:custDataLst>
            </p:nvPr>
          </p:nvSpPr>
          <p:spPr bwMode="auto">
            <a:xfrm>
              <a:off x="10222021" y="36372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18" name="Rectangle 317">
              <a:extLst>
                <a:ext uri="{FF2B5EF4-FFF2-40B4-BE49-F238E27FC236}">
                  <a16:creationId xmlns:a16="http://schemas.microsoft.com/office/drawing/2014/main" id="{2231C652-1E74-AE3B-3CCE-4BB6EFB9DA94}"/>
                </a:ext>
              </a:extLst>
            </p:cNvPr>
            <p:cNvSpPr/>
            <p:nvPr>
              <p:custDataLst>
                <p:tags r:id="rId314"/>
              </p:custDataLst>
            </p:nvPr>
          </p:nvSpPr>
          <p:spPr bwMode="auto">
            <a:xfrm>
              <a:off x="10577621" y="36372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19" name="Rectangle 318">
              <a:extLst>
                <a:ext uri="{FF2B5EF4-FFF2-40B4-BE49-F238E27FC236}">
                  <a16:creationId xmlns:a16="http://schemas.microsoft.com/office/drawing/2014/main" id="{42812B6A-A2A4-AA49-2311-6774219899F6}"/>
                </a:ext>
              </a:extLst>
            </p:cNvPr>
            <p:cNvSpPr/>
            <p:nvPr>
              <p:custDataLst>
                <p:tags r:id="rId315"/>
              </p:custDataLst>
            </p:nvPr>
          </p:nvSpPr>
          <p:spPr bwMode="auto">
            <a:xfrm>
              <a:off x="10755421" y="36372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20" name="Rectangle 319">
              <a:extLst>
                <a:ext uri="{FF2B5EF4-FFF2-40B4-BE49-F238E27FC236}">
                  <a16:creationId xmlns:a16="http://schemas.microsoft.com/office/drawing/2014/main" id="{9C0DFFE8-FE40-555E-B5BD-6CB3C876E426}"/>
                </a:ext>
              </a:extLst>
            </p:cNvPr>
            <p:cNvSpPr/>
            <p:nvPr>
              <p:custDataLst>
                <p:tags r:id="rId316"/>
              </p:custDataLst>
            </p:nvPr>
          </p:nvSpPr>
          <p:spPr bwMode="auto">
            <a:xfrm>
              <a:off x="8532921" y="37261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21" name="Rectangle 320">
              <a:extLst>
                <a:ext uri="{FF2B5EF4-FFF2-40B4-BE49-F238E27FC236}">
                  <a16:creationId xmlns:a16="http://schemas.microsoft.com/office/drawing/2014/main" id="{0332DB8F-717A-6034-54FA-D25B18662AFC}"/>
                </a:ext>
              </a:extLst>
            </p:cNvPr>
            <p:cNvSpPr/>
            <p:nvPr>
              <p:custDataLst>
                <p:tags r:id="rId317"/>
              </p:custDataLst>
            </p:nvPr>
          </p:nvSpPr>
          <p:spPr bwMode="auto">
            <a:xfrm>
              <a:off x="8977421" y="37261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22" name="Rectangle 321">
              <a:extLst>
                <a:ext uri="{FF2B5EF4-FFF2-40B4-BE49-F238E27FC236}">
                  <a16:creationId xmlns:a16="http://schemas.microsoft.com/office/drawing/2014/main" id="{67103995-AB2E-F026-091E-752DD44AED4F}"/>
                </a:ext>
              </a:extLst>
            </p:cNvPr>
            <p:cNvSpPr/>
            <p:nvPr>
              <p:custDataLst>
                <p:tags r:id="rId318"/>
              </p:custDataLst>
            </p:nvPr>
          </p:nvSpPr>
          <p:spPr bwMode="auto">
            <a:xfrm>
              <a:off x="9066321" y="37261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23" name="Rectangle 322">
              <a:extLst>
                <a:ext uri="{FF2B5EF4-FFF2-40B4-BE49-F238E27FC236}">
                  <a16:creationId xmlns:a16="http://schemas.microsoft.com/office/drawing/2014/main" id="{77FE57E2-4D18-ED22-FEF6-0F1EA6611580}"/>
                </a:ext>
              </a:extLst>
            </p:cNvPr>
            <p:cNvSpPr/>
            <p:nvPr>
              <p:custDataLst>
                <p:tags r:id="rId319"/>
              </p:custDataLst>
            </p:nvPr>
          </p:nvSpPr>
          <p:spPr bwMode="auto">
            <a:xfrm>
              <a:off x="9155221" y="37261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24" name="Rectangle 323">
              <a:extLst>
                <a:ext uri="{FF2B5EF4-FFF2-40B4-BE49-F238E27FC236}">
                  <a16:creationId xmlns:a16="http://schemas.microsoft.com/office/drawing/2014/main" id="{81ABF771-56D0-EABB-8FF7-8239825C1322}"/>
                </a:ext>
              </a:extLst>
            </p:cNvPr>
            <p:cNvSpPr/>
            <p:nvPr>
              <p:custDataLst>
                <p:tags r:id="rId320"/>
              </p:custDataLst>
            </p:nvPr>
          </p:nvSpPr>
          <p:spPr bwMode="auto">
            <a:xfrm>
              <a:off x="9244121" y="37261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25" name="Rectangle 324">
              <a:extLst>
                <a:ext uri="{FF2B5EF4-FFF2-40B4-BE49-F238E27FC236}">
                  <a16:creationId xmlns:a16="http://schemas.microsoft.com/office/drawing/2014/main" id="{D9B9B2B1-E75D-6F61-D9F3-EB3A32517542}"/>
                </a:ext>
              </a:extLst>
            </p:cNvPr>
            <p:cNvSpPr/>
            <p:nvPr>
              <p:custDataLst>
                <p:tags r:id="rId321"/>
              </p:custDataLst>
            </p:nvPr>
          </p:nvSpPr>
          <p:spPr bwMode="auto">
            <a:xfrm>
              <a:off x="9333021" y="37261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26" name="Rectangle 325">
              <a:extLst>
                <a:ext uri="{FF2B5EF4-FFF2-40B4-BE49-F238E27FC236}">
                  <a16:creationId xmlns:a16="http://schemas.microsoft.com/office/drawing/2014/main" id="{4C1B8A28-2045-B9C7-914E-736BE9585C55}"/>
                </a:ext>
              </a:extLst>
            </p:cNvPr>
            <p:cNvSpPr/>
            <p:nvPr>
              <p:custDataLst>
                <p:tags r:id="rId322"/>
              </p:custDataLst>
            </p:nvPr>
          </p:nvSpPr>
          <p:spPr bwMode="auto">
            <a:xfrm>
              <a:off x="9421921" y="37261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27" name="Rectangle 326">
              <a:extLst>
                <a:ext uri="{FF2B5EF4-FFF2-40B4-BE49-F238E27FC236}">
                  <a16:creationId xmlns:a16="http://schemas.microsoft.com/office/drawing/2014/main" id="{ED75EDF5-E82A-5F77-17F0-B0E9BC61292B}"/>
                </a:ext>
              </a:extLst>
            </p:cNvPr>
            <p:cNvSpPr/>
            <p:nvPr>
              <p:custDataLst>
                <p:tags r:id="rId323"/>
              </p:custDataLst>
            </p:nvPr>
          </p:nvSpPr>
          <p:spPr bwMode="auto">
            <a:xfrm>
              <a:off x="9599721" y="37261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28" name="Rectangle 327">
              <a:extLst>
                <a:ext uri="{FF2B5EF4-FFF2-40B4-BE49-F238E27FC236}">
                  <a16:creationId xmlns:a16="http://schemas.microsoft.com/office/drawing/2014/main" id="{639D39FB-8090-3BE9-AD43-C6BDBE49690C}"/>
                </a:ext>
              </a:extLst>
            </p:cNvPr>
            <p:cNvSpPr/>
            <p:nvPr>
              <p:custDataLst>
                <p:tags r:id="rId324"/>
              </p:custDataLst>
            </p:nvPr>
          </p:nvSpPr>
          <p:spPr bwMode="auto">
            <a:xfrm>
              <a:off x="9688621" y="37261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29" name="Rectangle 328">
              <a:extLst>
                <a:ext uri="{FF2B5EF4-FFF2-40B4-BE49-F238E27FC236}">
                  <a16:creationId xmlns:a16="http://schemas.microsoft.com/office/drawing/2014/main" id="{441ADB38-E82D-E277-845D-2A5921EE6FC4}"/>
                </a:ext>
              </a:extLst>
            </p:cNvPr>
            <p:cNvSpPr/>
            <p:nvPr>
              <p:custDataLst>
                <p:tags r:id="rId325"/>
              </p:custDataLst>
            </p:nvPr>
          </p:nvSpPr>
          <p:spPr bwMode="auto">
            <a:xfrm>
              <a:off x="9777521" y="37261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30" name="Rectangle 329">
              <a:extLst>
                <a:ext uri="{FF2B5EF4-FFF2-40B4-BE49-F238E27FC236}">
                  <a16:creationId xmlns:a16="http://schemas.microsoft.com/office/drawing/2014/main" id="{5FF62593-0D55-7283-A1C7-35A7C1986533}"/>
                </a:ext>
              </a:extLst>
            </p:cNvPr>
            <p:cNvSpPr/>
            <p:nvPr>
              <p:custDataLst>
                <p:tags r:id="rId326"/>
              </p:custDataLst>
            </p:nvPr>
          </p:nvSpPr>
          <p:spPr bwMode="auto">
            <a:xfrm>
              <a:off x="9866421" y="37261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B7A3552C-3334-4F11-4E32-2B9F8CA4B899}"/>
                </a:ext>
              </a:extLst>
            </p:cNvPr>
            <p:cNvSpPr/>
            <p:nvPr>
              <p:custDataLst>
                <p:tags r:id="rId327"/>
              </p:custDataLst>
            </p:nvPr>
          </p:nvSpPr>
          <p:spPr bwMode="auto">
            <a:xfrm>
              <a:off x="9955321" y="37261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32" name="Rectangle 331">
              <a:extLst>
                <a:ext uri="{FF2B5EF4-FFF2-40B4-BE49-F238E27FC236}">
                  <a16:creationId xmlns:a16="http://schemas.microsoft.com/office/drawing/2014/main" id="{157F0149-CDDB-E85A-20EB-7566DF0BA919}"/>
                </a:ext>
              </a:extLst>
            </p:cNvPr>
            <p:cNvSpPr/>
            <p:nvPr>
              <p:custDataLst>
                <p:tags r:id="rId328"/>
              </p:custDataLst>
            </p:nvPr>
          </p:nvSpPr>
          <p:spPr bwMode="auto">
            <a:xfrm>
              <a:off x="10044221" y="37261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33" name="Rectangle 332">
              <a:extLst>
                <a:ext uri="{FF2B5EF4-FFF2-40B4-BE49-F238E27FC236}">
                  <a16:creationId xmlns:a16="http://schemas.microsoft.com/office/drawing/2014/main" id="{ACFB5262-D54B-90DF-9FC3-88204FFAB544}"/>
                </a:ext>
              </a:extLst>
            </p:cNvPr>
            <p:cNvSpPr/>
            <p:nvPr>
              <p:custDataLst>
                <p:tags r:id="rId329"/>
              </p:custDataLst>
            </p:nvPr>
          </p:nvSpPr>
          <p:spPr bwMode="auto">
            <a:xfrm>
              <a:off x="10222021" y="37261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34" name="Rectangle 333">
              <a:extLst>
                <a:ext uri="{FF2B5EF4-FFF2-40B4-BE49-F238E27FC236}">
                  <a16:creationId xmlns:a16="http://schemas.microsoft.com/office/drawing/2014/main" id="{F4AEF4E4-18E9-9A08-699D-320BD5977AAA}"/>
                </a:ext>
              </a:extLst>
            </p:cNvPr>
            <p:cNvSpPr/>
            <p:nvPr>
              <p:custDataLst>
                <p:tags r:id="rId330"/>
              </p:custDataLst>
            </p:nvPr>
          </p:nvSpPr>
          <p:spPr bwMode="auto">
            <a:xfrm>
              <a:off x="10666521" y="37261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35" name="Rectangle 334">
              <a:extLst>
                <a:ext uri="{FF2B5EF4-FFF2-40B4-BE49-F238E27FC236}">
                  <a16:creationId xmlns:a16="http://schemas.microsoft.com/office/drawing/2014/main" id="{29DBF3B5-7507-FF55-83BC-0BF153454528}"/>
                </a:ext>
              </a:extLst>
            </p:cNvPr>
            <p:cNvSpPr/>
            <p:nvPr>
              <p:custDataLst>
                <p:tags r:id="rId331"/>
              </p:custDataLst>
            </p:nvPr>
          </p:nvSpPr>
          <p:spPr bwMode="auto">
            <a:xfrm>
              <a:off x="10755421" y="37261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36" name="Rectangle 335">
              <a:extLst>
                <a:ext uri="{FF2B5EF4-FFF2-40B4-BE49-F238E27FC236}">
                  <a16:creationId xmlns:a16="http://schemas.microsoft.com/office/drawing/2014/main" id="{D69F0913-6678-7D59-C517-EC2F106A45AA}"/>
                </a:ext>
              </a:extLst>
            </p:cNvPr>
            <p:cNvSpPr/>
            <p:nvPr>
              <p:custDataLst>
                <p:tags r:id="rId332"/>
              </p:custDataLst>
            </p:nvPr>
          </p:nvSpPr>
          <p:spPr bwMode="auto">
            <a:xfrm>
              <a:off x="82662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37" name="Rectangle 336">
              <a:extLst>
                <a:ext uri="{FF2B5EF4-FFF2-40B4-BE49-F238E27FC236}">
                  <a16:creationId xmlns:a16="http://schemas.microsoft.com/office/drawing/2014/main" id="{1E6ED46F-2D34-7F4D-D04C-16EB869D73C6}"/>
                </a:ext>
              </a:extLst>
            </p:cNvPr>
            <p:cNvSpPr/>
            <p:nvPr>
              <p:custDataLst>
                <p:tags r:id="rId333"/>
              </p:custDataLst>
            </p:nvPr>
          </p:nvSpPr>
          <p:spPr bwMode="auto">
            <a:xfrm>
              <a:off x="83551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38" name="Rectangle 337">
              <a:extLst>
                <a:ext uri="{FF2B5EF4-FFF2-40B4-BE49-F238E27FC236}">
                  <a16:creationId xmlns:a16="http://schemas.microsoft.com/office/drawing/2014/main" id="{E146A6CF-2ABE-AFFB-1E02-12BB386877C1}"/>
                </a:ext>
              </a:extLst>
            </p:cNvPr>
            <p:cNvSpPr/>
            <p:nvPr>
              <p:custDataLst>
                <p:tags r:id="rId334"/>
              </p:custDataLst>
            </p:nvPr>
          </p:nvSpPr>
          <p:spPr bwMode="auto">
            <a:xfrm>
              <a:off x="84440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39" name="Rectangle 338">
              <a:extLst>
                <a:ext uri="{FF2B5EF4-FFF2-40B4-BE49-F238E27FC236}">
                  <a16:creationId xmlns:a16="http://schemas.microsoft.com/office/drawing/2014/main" id="{00ED88D1-26B1-2FFF-A23D-149BB84E0F10}"/>
                </a:ext>
              </a:extLst>
            </p:cNvPr>
            <p:cNvSpPr/>
            <p:nvPr>
              <p:custDataLst>
                <p:tags r:id="rId335"/>
              </p:custDataLst>
            </p:nvPr>
          </p:nvSpPr>
          <p:spPr bwMode="auto">
            <a:xfrm>
              <a:off x="85329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40" name="Rectangle 339">
              <a:extLst>
                <a:ext uri="{FF2B5EF4-FFF2-40B4-BE49-F238E27FC236}">
                  <a16:creationId xmlns:a16="http://schemas.microsoft.com/office/drawing/2014/main" id="{D14B9EC7-DE01-5192-B00A-A6B933AB2DB1}"/>
                </a:ext>
              </a:extLst>
            </p:cNvPr>
            <p:cNvSpPr/>
            <p:nvPr>
              <p:custDataLst>
                <p:tags r:id="rId336"/>
              </p:custDataLst>
            </p:nvPr>
          </p:nvSpPr>
          <p:spPr bwMode="auto">
            <a:xfrm>
              <a:off x="87996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41" name="Rectangle 340">
              <a:extLst>
                <a:ext uri="{FF2B5EF4-FFF2-40B4-BE49-F238E27FC236}">
                  <a16:creationId xmlns:a16="http://schemas.microsoft.com/office/drawing/2014/main" id="{7CC1990D-4491-7E38-F9F6-00A69E88969E}"/>
                </a:ext>
              </a:extLst>
            </p:cNvPr>
            <p:cNvSpPr/>
            <p:nvPr>
              <p:custDataLst>
                <p:tags r:id="rId337"/>
              </p:custDataLst>
            </p:nvPr>
          </p:nvSpPr>
          <p:spPr bwMode="auto">
            <a:xfrm>
              <a:off x="88885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42" name="Rectangle 341">
              <a:extLst>
                <a:ext uri="{FF2B5EF4-FFF2-40B4-BE49-F238E27FC236}">
                  <a16:creationId xmlns:a16="http://schemas.microsoft.com/office/drawing/2014/main" id="{0DBCA038-B866-1DC9-9DBB-E1B6BDA085A5}"/>
                </a:ext>
              </a:extLst>
            </p:cNvPr>
            <p:cNvSpPr/>
            <p:nvPr>
              <p:custDataLst>
                <p:tags r:id="rId338"/>
              </p:custDataLst>
            </p:nvPr>
          </p:nvSpPr>
          <p:spPr bwMode="auto">
            <a:xfrm>
              <a:off x="89774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43" name="Rectangle 342">
              <a:extLst>
                <a:ext uri="{FF2B5EF4-FFF2-40B4-BE49-F238E27FC236}">
                  <a16:creationId xmlns:a16="http://schemas.microsoft.com/office/drawing/2014/main" id="{882C7F42-102D-6F78-7C65-6023CD625253}"/>
                </a:ext>
              </a:extLst>
            </p:cNvPr>
            <p:cNvSpPr/>
            <p:nvPr>
              <p:custDataLst>
                <p:tags r:id="rId339"/>
              </p:custDataLst>
            </p:nvPr>
          </p:nvSpPr>
          <p:spPr bwMode="auto">
            <a:xfrm>
              <a:off x="90663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DA0EEE6C-8772-6C76-9B90-D09D7EF7D646}"/>
                </a:ext>
              </a:extLst>
            </p:cNvPr>
            <p:cNvSpPr/>
            <p:nvPr>
              <p:custDataLst>
                <p:tags r:id="rId340"/>
              </p:custDataLst>
            </p:nvPr>
          </p:nvSpPr>
          <p:spPr bwMode="auto">
            <a:xfrm>
              <a:off x="91552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45" name="Rectangle 344">
              <a:extLst>
                <a:ext uri="{FF2B5EF4-FFF2-40B4-BE49-F238E27FC236}">
                  <a16:creationId xmlns:a16="http://schemas.microsoft.com/office/drawing/2014/main" id="{4A438C6B-3696-6939-CE1E-968D3A30C1DF}"/>
                </a:ext>
              </a:extLst>
            </p:cNvPr>
            <p:cNvSpPr/>
            <p:nvPr>
              <p:custDataLst>
                <p:tags r:id="rId341"/>
              </p:custDataLst>
            </p:nvPr>
          </p:nvSpPr>
          <p:spPr bwMode="auto">
            <a:xfrm>
              <a:off x="93330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46" name="Rectangle 345">
              <a:extLst>
                <a:ext uri="{FF2B5EF4-FFF2-40B4-BE49-F238E27FC236}">
                  <a16:creationId xmlns:a16="http://schemas.microsoft.com/office/drawing/2014/main" id="{FC287143-F9ED-E731-02FE-A900682BC67C}"/>
                </a:ext>
              </a:extLst>
            </p:cNvPr>
            <p:cNvSpPr/>
            <p:nvPr>
              <p:custDataLst>
                <p:tags r:id="rId342"/>
              </p:custDataLst>
            </p:nvPr>
          </p:nvSpPr>
          <p:spPr bwMode="auto">
            <a:xfrm>
              <a:off x="94219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47" name="Rectangle 346">
              <a:extLst>
                <a:ext uri="{FF2B5EF4-FFF2-40B4-BE49-F238E27FC236}">
                  <a16:creationId xmlns:a16="http://schemas.microsoft.com/office/drawing/2014/main" id="{CB627A0A-7108-20E8-24DB-CFB1F528B99D}"/>
                </a:ext>
              </a:extLst>
            </p:cNvPr>
            <p:cNvSpPr/>
            <p:nvPr>
              <p:custDataLst>
                <p:tags r:id="rId343"/>
              </p:custDataLst>
            </p:nvPr>
          </p:nvSpPr>
          <p:spPr bwMode="auto">
            <a:xfrm>
              <a:off x="97775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48" name="Rectangle 347">
              <a:extLst>
                <a:ext uri="{FF2B5EF4-FFF2-40B4-BE49-F238E27FC236}">
                  <a16:creationId xmlns:a16="http://schemas.microsoft.com/office/drawing/2014/main" id="{4A491EA3-F31B-E7B4-43E0-5DB3A2E2A21D}"/>
                </a:ext>
              </a:extLst>
            </p:cNvPr>
            <p:cNvSpPr/>
            <p:nvPr>
              <p:custDataLst>
                <p:tags r:id="rId344"/>
              </p:custDataLst>
            </p:nvPr>
          </p:nvSpPr>
          <p:spPr bwMode="auto">
            <a:xfrm>
              <a:off x="98664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49" name="Rectangle 348">
              <a:extLst>
                <a:ext uri="{FF2B5EF4-FFF2-40B4-BE49-F238E27FC236}">
                  <a16:creationId xmlns:a16="http://schemas.microsoft.com/office/drawing/2014/main" id="{F465DE67-F48D-6110-E3BF-2DFB55AF33A5}"/>
                </a:ext>
              </a:extLst>
            </p:cNvPr>
            <p:cNvSpPr/>
            <p:nvPr>
              <p:custDataLst>
                <p:tags r:id="rId345"/>
              </p:custDataLst>
            </p:nvPr>
          </p:nvSpPr>
          <p:spPr bwMode="auto">
            <a:xfrm>
              <a:off x="100442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50" name="Rectangle 349">
              <a:extLst>
                <a:ext uri="{FF2B5EF4-FFF2-40B4-BE49-F238E27FC236}">
                  <a16:creationId xmlns:a16="http://schemas.microsoft.com/office/drawing/2014/main" id="{6784561C-B12B-8FC3-6B34-8B8548275F0C}"/>
                </a:ext>
              </a:extLst>
            </p:cNvPr>
            <p:cNvSpPr/>
            <p:nvPr>
              <p:custDataLst>
                <p:tags r:id="rId346"/>
              </p:custDataLst>
            </p:nvPr>
          </p:nvSpPr>
          <p:spPr bwMode="auto">
            <a:xfrm>
              <a:off x="101331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51" name="Rectangle 350">
              <a:extLst>
                <a:ext uri="{FF2B5EF4-FFF2-40B4-BE49-F238E27FC236}">
                  <a16:creationId xmlns:a16="http://schemas.microsoft.com/office/drawing/2014/main" id="{1BD55E0E-2918-D73B-BA6C-31E8E7022DFE}"/>
                </a:ext>
              </a:extLst>
            </p:cNvPr>
            <p:cNvSpPr/>
            <p:nvPr>
              <p:custDataLst>
                <p:tags r:id="rId347"/>
              </p:custDataLst>
            </p:nvPr>
          </p:nvSpPr>
          <p:spPr bwMode="auto">
            <a:xfrm>
              <a:off x="102220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52" name="Rectangle 351">
              <a:extLst>
                <a:ext uri="{FF2B5EF4-FFF2-40B4-BE49-F238E27FC236}">
                  <a16:creationId xmlns:a16="http://schemas.microsoft.com/office/drawing/2014/main" id="{EDE9ECB1-D17E-CF0D-94CD-E9D979918112}"/>
                </a:ext>
              </a:extLst>
            </p:cNvPr>
            <p:cNvSpPr/>
            <p:nvPr>
              <p:custDataLst>
                <p:tags r:id="rId348"/>
              </p:custDataLst>
            </p:nvPr>
          </p:nvSpPr>
          <p:spPr bwMode="auto">
            <a:xfrm>
              <a:off x="103109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53" name="Rectangle 352">
              <a:extLst>
                <a:ext uri="{FF2B5EF4-FFF2-40B4-BE49-F238E27FC236}">
                  <a16:creationId xmlns:a16="http://schemas.microsoft.com/office/drawing/2014/main" id="{21775079-58F9-7536-6B3A-2FA4F719F2A1}"/>
                </a:ext>
              </a:extLst>
            </p:cNvPr>
            <p:cNvSpPr/>
            <p:nvPr>
              <p:custDataLst>
                <p:tags r:id="rId349"/>
              </p:custDataLst>
            </p:nvPr>
          </p:nvSpPr>
          <p:spPr bwMode="auto">
            <a:xfrm>
              <a:off x="103998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54" name="Rectangle 353">
              <a:extLst>
                <a:ext uri="{FF2B5EF4-FFF2-40B4-BE49-F238E27FC236}">
                  <a16:creationId xmlns:a16="http://schemas.microsoft.com/office/drawing/2014/main" id="{7D693BC5-0B53-B115-1636-662B59990A7B}"/>
                </a:ext>
              </a:extLst>
            </p:cNvPr>
            <p:cNvSpPr/>
            <p:nvPr>
              <p:custDataLst>
                <p:tags r:id="rId350"/>
              </p:custDataLst>
            </p:nvPr>
          </p:nvSpPr>
          <p:spPr bwMode="auto">
            <a:xfrm>
              <a:off x="104887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FF1001A4-B029-67AF-58C6-DFD77A3F62C1}"/>
                </a:ext>
              </a:extLst>
            </p:cNvPr>
            <p:cNvSpPr/>
            <p:nvPr>
              <p:custDataLst>
                <p:tags r:id="rId351"/>
              </p:custDataLst>
            </p:nvPr>
          </p:nvSpPr>
          <p:spPr bwMode="auto">
            <a:xfrm>
              <a:off x="10755421" y="38150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56" name="Rectangle 355">
              <a:extLst>
                <a:ext uri="{FF2B5EF4-FFF2-40B4-BE49-F238E27FC236}">
                  <a16:creationId xmlns:a16="http://schemas.microsoft.com/office/drawing/2014/main" id="{C8948DA9-8109-49E5-9D56-E770872E8AA1}"/>
                </a:ext>
              </a:extLst>
            </p:cNvPr>
            <p:cNvSpPr/>
            <p:nvPr>
              <p:custDataLst>
                <p:tags r:id="rId352"/>
              </p:custDataLst>
            </p:nvPr>
          </p:nvSpPr>
          <p:spPr bwMode="auto">
            <a:xfrm>
              <a:off x="8977421" y="3903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57" name="Rectangle 356">
              <a:extLst>
                <a:ext uri="{FF2B5EF4-FFF2-40B4-BE49-F238E27FC236}">
                  <a16:creationId xmlns:a16="http://schemas.microsoft.com/office/drawing/2014/main" id="{49D8FCF5-29EE-3FBA-1AC8-01F98FC97DEF}"/>
                </a:ext>
              </a:extLst>
            </p:cNvPr>
            <p:cNvSpPr/>
            <p:nvPr>
              <p:custDataLst>
                <p:tags r:id="rId353"/>
              </p:custDataLst>
            </p:nvPr>
          </p:nvSpPr>
          <p:spPr bwMode="auto">
            <a:xfrm>
              <a:off x="9066321" y="3903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58" name="Rectangle 357">
              <a:extLst>
                <a:ext uri="{FF2B5EF4-FFF2-40B4-BE49-F238E27FC236}">
                  <a16:creationId xmlns:a16="http://schemas.microsoft.com/office/drawing/2014/main" id="{22F89C53-AE4A-15AA-C629-7E741E43BF62}"/>
                </a:ext>
              </a:extLst>
            </p:cNvPr>
            <p:cNvSpPr/>
            <p:nvPr>
              <p:custDataLst>
                <p:tags r:id="rId354"/>
              </p:custDataLst>
            </p:nvPr>
          </p:nvSpPr>
          <p:spPr bwMode="auto">
            <a:xfrm>
              <a:off x="9244121" y="3903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59" name="Rectangle 358">
              <a:extLst>
                <a:ext uri="{FF2B5EF4-FFF2-40B4-BE49-F238E27FC236}">
                  <a16:creationId xmlns:a16="http://schemas.microsoft.com/office/drawing/2014/main" id="{1D290F83-538C-342F-989C-053F7C756711}"/>
                </a:ext>
              </a:extLst>
            </p:cNvPr>
            <p:cNvSpPr/>
            <p:nvPr>
              <p:custDataLst>
                <p:tags r:id="rId355"/>
              </p:custDataLst>
            </p:nvPr>
          </p:nvSpPr>
          <p:spPr bwMode="auto">
            <a:xfrm>
              <a:off x="9333021" y="3903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A2AF6C55-7E04-C5B2-846C-E9FDBD123EE5}"/>
                </a:ext>
              </a:extLst>
            </p:cNvPr>
            <p:cNvSpPr/>
            <p:nvPr>
              <p:custDataLst>
                <p:tags r:id="rId356"/>
              </p:custDataLst>
            </p:nvPr>
          </p:nvSpPr>
          <p:spPr bwMode="auto">
            <a:xfrm>
              <a:off x="9421921" y="3903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3B5FC57F-C815-88BA-C2A3-1464949ECA32}"/>
                </a:ext>
              </a:extLst>
            </p:cNvPr>
            <p:cNvSpPr/>
            <p:nvPr>
              <p:custDataLst>
                <p:tags r:id="rId357"/>
              </p:custDataLst>
            </p:nvPr>
          </p:nvSpPr>
          <p:spPr bwMode="auto">
            <a:xfrm>
              <a:off x="9510821" y="3903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739BD7D3-8455-02BB-89FF-390F4F2202AF}"/>
                </a:ext>
              </a:extLst>
            </p:cNvPr>
            <p:cNvSpPr/>
            <p:nvPr>
              <p:custDataLst>
                <p:tags r:id="rId358"/>
              </p:custDataLst>
            </p:nvPr>
          </p:nvSpPr>
          <p:spPr bwMode="auto">
            <a:xfrm>
              <a:off x="9688621" y="3903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63" name="Rectangle 362">
              <a:extLst>
                <a:ext uri="{FF2B5EF4-FFF2-40B4-BE49-F238E27FC236}">
                  <a16:creationId xmlns:a16="http://schemas.microsoft.com/office/drawing/2014/main" id="{E9F653D0-4B1D-6717-920B-8191F46266BD}"/>
                </a:ext>
              </a:extLst>
            </p:cNvPr>
            <p:cNvSpPr/>
            <p:nvPr>
              <p:custDataLst>
                <p:tags r:id="rId359"/>
              </p:custDataLst>
            </p:nvPr>
          </p:nvSpPr>
          <p:spPr bwMode="auto">
            <a:xfrm>
              <a:off x="9866421" y="3903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6B351CE9-ACE7-8E7C-AB1D-CE31CDEB4800}"/>
                </a:ext>
              </a:extLst>
            </p:cNvPr>
            <p:cNvSpPr/>
            <p:nvPr>
              <p:custDataLst>
                <p:tags r:id="rId360"/>
              </p:custDataLst>
            </p:nvPr>
          </p:nvSpPr>
          <p:spPr bwMode="auto">
            <a:xfrm>
              <a:off x="9955321" y="3903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65" name="Rectangle 364">
              <a:extLst>
                <a:ext uri="{FF2B5EF4-FFF2-40B4-BE49-F238E27FC236}">
                  <a16:creationId xmlns:a16="http://schemas.microsoft.com/office/drawing/2014/main" id="{DEDD98BF-4B18-E344-850C-BEEFF7E27A31}"/>
                </a:ext>
              </a:extLst>
            </p:cNvPr>
            <p:cNvSpPr/>
            <p:nvPr>
              <p:custDataLst>
                <p:tags r:id="rId361"/>
              </p:custDataLst>
            </p:nvPr>
          </p:nvSpPr>
          <p:spPr bwMode="auto">
            <a:xfrm>
              <a:off x="10044221" y="3903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66" name="Rectangle 365">
              <a:extLst>
                <a:ext uri="{FF2B5EF4-FFF2-40B4-BE49-F238E27FC236}">
                  <a16:creationId xmlns:a16="http://schemas.microsoft.com/office/drawing/2014/main" id="{59030417-77B7-808B-480A-09E98BA4FB9D}"/>
                </a:ext>
              </a:extLst>
            </p:cNvPr>
            <p:cNvSpPr/>
            <p:nvPr>
              <p:custDataLst>
                <p:tags r:id="rId362"/>
              </p:custDataLst>
            </p:nvPr>
          </p:nvSpPr>
          <p:spPr bwMode="auto">
            <a:xfrm>
              <a:off x="10399821" y="3903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67" name="Rectangle 366">
              <a:extLst>
                <a:ext uri="{FF2B5EF4-FFF2-40B4-BE49-F238E27FC236}">
                  <a16:creationId xmlns:a16="http://schemas.microsoft.com/office/drawing/2014/main" id="{EC09BF47-2CF4-5E83-53DA-FE8F76A2BDF4}"/>
                </a:ext>
              </a:extLst>
            </p:cNvPr>
            <p:cNvSpPr/>
            <p:nvPr>
              <p:custDataLst>
                <p:tags r:id="rId363"/>
              </p:custDataLst>
            </p:nvPr>
          </p:nvSpPr>
          <p:spPr bwMode="auto">
            <a:xfrm>
              <a:off x="10755421" y="39039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68" name="Rectangle 367">
              <a:extLst>
                <a:ext uri="{FF2B5EF4-FFF2-40B4-BE49-F238E27FC236}">
                  <a16:creationId xmlns:a16="http://schemas.microsoft.com/office/drawing/2014/main" id="{54DC819D-2353-8213-04E7-646C32F38890}"/>
                </a:ext>
              </a:extLst>
            </p:cNvPr>
            <p:cNvSpPr/>
            <p:nvPr>
              <p:custDataLst>
                <p:tags r:id="rId364"/>
              </p:custDataLst>
            </p:nvPr>
          </p:nvSpPr>
          <p:spPr bwMode="auto">
            <a:xfrm>
              <a:off x="8266221" y="3992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69" name="Rectangle 368">
              <a:extLst>
                <a:ext uri="{FF2B5EF4-FFF2-40B4-BE49-F238E27FC236}">
                  <a16:creationId xmlns:a16="http://schemas.microsoft.com/office/drawing/2014/main" id="{49E83285-1466-FE68-4ED4-E2AC42D00CA4}"/>
                </a:ext>
              </a:extLst>
            </p:cNvPr>
            <p:cNvSpPr/>
            <p:nvPr>
              <p:custDataLst>
                <p:tags r:id="rId365"/>
              </p:custDataLst>
            </p:nvPr>
          </p:nvSpPr>
          <p:spPr bwMode="auto">
            <a:xfrm>
              <a:off x="8355121" y="3992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70" name="Rectangle 369">
              <a:extLst>
                <a:ext uri="{FF2B5EF4-FFF2-40B4-BE49-F238E27FC236}">
                  <a16:creationId xmlns:a16="http://schemas.microsoft.com/office/drawing/2014/main" id="{144CB1B2-476E-8B1E-33E1-3CF8E2C9A95A}"/>
                </a:ext>
              </a:extLst>
            </p:cNvPr>
            <p:cNvSpPr/>
            <p:nvPr>
              <p:custDataLst>
                <p:tags r:id="rId366"/>
              </p:custDataLst>
            </p:nvPr>
          </p:nvSpPr>
          <p:spPr bwMode="auto">
            <a:xfrm>
              <a:off x="8444021" y="3992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71" name="Rectangle 370">
              <a:extLst>
                <a:ext uri="{FF2B5EF4-FFF2-40B4-BE49-F238E27FC236}">
                  <a16:creationId xmlns:a16="http://schemas.microsoft.com/office/drawing/2014/main" id="{0986FB3B-9DEA-35AE-495B-D1E2362D87EE}"/>
                </a:ext>
              </a:extLst>
            </p:cNvPr>
            <p:cNvSpPr/>
            <p:nvPr>
              <p:custDataLst>
                <p:tags r:id="rId367"/>
              </p:custDataLst>
            </p:nvPr>
          </p:nvSpPr>
          <p:spPr bwMode="auto">
            <a:xfrm>
              <a:off x="8532921" y="3992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72" name="Rectangle 371">
              <a:extLst>
                <a:ext uri="{FF2B5EF4-FFF2-40B4-BE49-F238E27FC236}">
                  <a16:creationId xmlns:a16="http://schemas.microsoft.com/office/drawing/2014/main" id="{A7CFFEE8-9D4E-68DB-B351-82A9089AB8A2}"/>
                </a:ext>
              </a:extLst>
            </p:cNvPr>
            <p:cNvSpPr/>
            <p:nvPr>
              <p:custDataLst>
                <p:tags r:id="rId368"/>
              </p:custDataLst>
            </p:nvPr>
          </p:nvSpPr>
          <p:spPr bwMode="auto">
            <a:xfrm>
              <a:off x="8621821" y="3992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73" name="Rectangle 372">
              <a:extLst>
                <a:ext uri="{FF2B5EF4-FFF2-40B4-BE49-F238E27FC236}">
                  <a16:creationId xmlns:a16="http://schemas.microsoft.com/office/drawing/2014/main" id="{BB36BBDD-9C27-ED05-2DDC-A9179CB8A81A}"/>
                </a:ext>
              </a:extLst>
            </p:cNvPr>
            <p:cNvSpPr/>
            <p:nvPr>
              <p:custDataLst>
                <p:tags r:id="rId369"/>
              </p:custDataLst>
            </p:nvPr>
          </p:nvSpPr>
          <p:spPr bwMode="auto">
            <a:xfrm>
              <a:off x="8710721" y="3992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74" name="Rectangle 373">
              <a:extLst>
                <a:ext uri="{FF2B5EF4-FFF2-40B4-BE49-F238E27FC236}">
                  <a16:creationId xmlns:a16="http://schemas.microsoft.com/office/drawing/2014/main" id="{D2854BBC-0125-A566-ED4C-48D326647979}"/>
                </a:ext>
              </a:extLst>
            </p:cNvPr>
            <p:cNvSpPr/>
            <p:nvPr>
              <p:custDataLst>
                <p:tags r:id="rId370"/>
              </p:custDataLst>
            </p:nvPr>
          </p:nvSpPr>
          <p:spPr bwMode="auto">
            <a:xfrm>
              <a:off x="8799621" y="3992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75" name="Rectangle 374">
              <a:extLst>
                <a:ext uri="{FF2B5EF4-FFF2-40B4-BE49-F238E27FC236}">
                  <a16:creationId xmlns:a16="http://schemas.microsoft.com/office/drawing/2014/main" id="{AE796B4C-E198-5F5A-6466-44C46F5FF45E}"/>
                </a:ext>
              </a:extLst>
            </p:cNvPr>
            <p:cNvSpPr/>
            <p:nvPr>
              <p:custDataLst>
                <p:tags r:id="rId371"/>
              </p:custDataLst>
            </p:nvPr>
          </p:nvSpPr>
          <p:spPr bwMode="auto">
            <a:xfrm>
              <a:off x="8977421" y="3992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76" name="Rectangle 375">
              <a:extLst>
                <a:ext uri="{FF2B5EF4-FFF2-40B4-BE49-F238E27FC236}">
                  <a16:creationId xmlns:a16="http://schemas.microsoft.com/office/drawing/2014/main" id="{EE9F4EFE-2C68-96D5-2576-D5FDCA799BC9}"/>
                </a:ext>
              </a:extLst>
            </p:cNvPr>
            <p:cNvSpPr/>
            <p:nvPr>
              <p:custDataLst>
                <p:tags r:id="rId372"/>
              </p:custDataLst>
            </p:nvPr>
          </p:nvSpPr>
          <p:spPr bwMode="auto">
            <a:xfrm>
              <a:off x="9066321" y="3992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77" name="Rectangle 376">
              <a:extLst>
                <a:ext uri="{FF2B5EF4-FFF2-40B4-BE49-F238E27FC236}">
                  <a16:creationId xmlns:a16="http://schemas.microsoft.com/office/drawing/2014/main" id="{5266E6AC-EEAC-02D5-1889-4ABC14F3855B}"/>
                </a:ext>
              </a:extLst>
            </p:cNvPr>
            <p:cNvSpPr/>
            <p:nvPr>
              <p:custDataLst>
                <p:tags r:id="rId373"/>
              </p:custDataLst>
            </p:nvPr>
          </p:nvSpPr>
          <p:spPr bwMode="auto">
            <a:xfrm>
              <a:off x="9244121" y="3992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78" name="Rectangle 377">
              <a:extLst>
                <a:ext uri="{FF2B5EF4-FFF2-40B4-BE49-F238E27FC236}">
                  <a16:creationId xmlns:a16="http://schemas.microsoft.com/office/drawing/2014/main" id="{E6D5613B-F8A6-F4A7-D511-80CFD57E3044}"/>
                </a:ext>
              </a:extLst>
            </p:cNvPr>
            <p:cNvSpPr/>
            <p:nvPr>
              <p:custDataLst>
                <p:tags r:id="rId374"/>
              </p:custDataLst>
            </p:nvPr>
          </p:nvSpPr>
          <p:spPr bwMode="auto">
            <a:xfrm>
              <a:off x="9688621" y="3992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79" name="Rectangle 378">
              <a:extLst>
                <a:ext uri="{FF2B5EF4-FFF2-40B4-BE49-F238E27FC236}">
                  <a16:creationId xmlns:a16="http://schemas.microsoft.com/office/drawing/2014/main" id="{EDC1BC3D-1903-58EB-439B-5530EF16E2D9}"/>
                </a:ext>
              </a:extLst>
            </p:cNvPr>
            <p:cNvSpPr/>
            <p:nvPr>
              <p:custDataLst>
                <p:tags r:id="rId375"/>
              </p:custDataLst>
            </p:nvPr>
          </p:nvSpPr>
          <p:spPr bwMode="auto">
            <a:xfrm>
              <a:off x="9777521" y="3992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80" name="Rectangle 379">
              <a:extLst>
                <a:ext uri="{FF2B5EF4-FFF2-40B4-BE49-F238E27FC236}">
                  <a16:creationId xmlns:a16="http://schemas.microsoft.com/office/drawing/2014/main" id="{487331DB-7F64-0D8D-340D-5B1EDC919FC4}"/>
                </a:ext>
              </a:extLst>
            </p:cNvPr>
            <p:cNvSpPr/>
            <p:nvPr>
              <p:custDataLst>
                <p:tags r:id="rId376"/>
              </p:custDataLst>
            </p:nvPr>
          </p:nvSpPr>
          <p:spPr bwMode="auto">
            <a:xfrm>
              <a:off x="9955321" y="3992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81" name="Rectangle 380">
              <a:extLst>
                <a:ext uri="{FF2B5EF4-FFF2-40B4-BE49-F238E27FC236}">
                  <a16:creationId xmlns:a16="http://schemas.microsoft.com/office/drawing/2014/main" id="{6003255D-142C-BA5C-8E0D-4A8FF2B34639}"/>
                </a:ext>
              </a:extLst>
            </p:cNvPr>
            <p:cNvSpPr/>
            <p:nvPr>
              <p:custDataLst>
                <p:tags r:id="rId377"/>
              </p:custDataLst>
            </p:nvPr>
          </p:nvSpPr>
          <p:spPr bwMode="auto">
            <a:xfrm>
              <a:off x="10044221" y="3992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82" name="Rectangle 381">
              <a:extLst>
                <a:ext uri="{FF2B5EF4-FFF2-40B4-BE49-F238E27FC236}">
                  <a16:creationId xmlns:a16="http://schemas.microsoft.com/office/drawing/2014/main" id="{7D5BAAA6-FBEB-E1F8-9737-B480D3601AAE}"/>
                </a:ext>
              </a:extLst>
            </p:cNvPr>
            <p:cNvSpPr/>
            <p:nvPr>
              <p:custDataLst>
                <p:tags r:id="rId378"/>
              </p:custDataLst>
            </p:nvPr>
          </p:nvSpPr>
          <p:spPr bwMode="auto">
            <a:xfrm>
              <a:off x="10222021" y="3992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83" name="Rectangle 382">
              <a:extLst>
                <a:ext uri="{FF2B5EF4-FFF2-40B4-BE49-F238E27FC236}">
                  <a16:creationId xmlns:a16="http://schemas.microsoft.com/office/drawing/2014/main" id="{F6CA551B-4A32-8A58-4BD4-ED6991BCCAB0}"/>
                </a:ext>
              </a:extLst>
            </p:cNvPr>
            <p:cNvSpPr/>
            <p:nvPr>
              <p:custDataLst>
                <p:tags r:id="rId379"/>
              </p:custDataLst>
            </p:nvPr>
          </p:nvSpPr>
          <p:spPr bwMode="auto">
            <a:xfrm>
              <a:off x="10399821" y="3992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84" name="Rectangle 383">
              <a:extLst>
                <a:ext uri="{FF2B5EF4-FFF2-40B4-BE49-F238E27FC236}">
                  <a16:creationId xmlns:a16="http://schemas.microsoft.com/office/drawing/2014/main" id="{76C8A568-063E-C79D-8AD6-8541FF422BB4}"/>
                </a:ext>
              </a:extLst>
            </p:cNvPr>
            <p:cNvSpPr/>
            <p:nvPr>
              <p:custDataLst>
                <p:tags r:id="rId380"/>
              </p:custDataLst>
            </p:nvPr>
          </p:nvSpPr>
          <p:spPr bwMode="auto">
            <a:xfrm>
              <a:off x="10488721" y="3992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85" name="Rectangle 384">
              <a:extLst>
                <a:ext uri="{FF2B5EF4-FFF2-40B4-BE49-F238E27FC236}">
                  <a16:creationId xmlns:a16="http://schemas.microsoft.com/office/drawing/2014/main" id="{3CBB6DC4-110B-ACA1-67A5-AF681B94209C}"/>
                </a:ext>
              </a:extLst>
            </p:cNvPr>
            <p:cNvSpPr/>
            <p:nvPr>
              <p:custDataLst>
                <p:tags r:id="rId381"/>
              </p:custDataLst>
            </p:nvPr>
          </p:nvSpPr>
          <p:spPr bwMode="auto">
            <a:xfrm>
              <a:off x="10577621" y="3992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86" name="Rectangle 385">
              <a:extLst>
                <a:ext uri="{FF2B5EF4-FFF2-40B4-BE49-F238E27FC236}">
                  <a16:creationId xmlns:a16="http://schemas.microsoft.com/office/drawing/2014/main" id="{15DD34F2-F713-F225-C6DC-1EED30A68AEF}"/>
                </a:ext>
              </a:extLst>
            </p:cNvPr>
            <p:cNvSpPr/>
            <p:nvPr>
              <p:custDataLst>
                <p:tags r:id="rId382"/>
              </p:custDataLst>
            </p:nvPr>
          </p:nvSpPr>
          <p:spPr bwMode="auto">
            <a:xfrm>
              <a:off x="10755421" y="39928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87" name="Rectangle 386">
              <a:extLst>
                <a:ext uri="{FF2B5EF4-FFF2-40B4-BE49-F238E27FC236}">
                  <a16:creationId xmlns:a16="http://schemas.microsoft.com/office/drawing/2014/main" id="{D5F581F6-DA57-7199-97F4-04D330C71BC9}"/>
                </a:ext>
              </a:extLst>
            </p:cNvPr>
            <p:cNvSpPr/>
            <p:nvPr>
              <p:custDataLst>
                <p:tags r:id="rId383"/>
              </p:custDataLst>
            </p:nvPr>
          </p:nvSpPr>
          <p:spPr bwMode="auto">
            <a:xfrm>
              <a:off x="8266221" y="40817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88" name="Rectangle 387">
              <a:extLst>
                <a:ext uri="{FF2B5EF4-FFF2-40B4-BE49-F238E27FC236}">
                  <a16:creationId xmlns:a16="http://schemas.microsoft.com/office/drawing/2014/main" id="{23444FBC-FE4F-B001-8D92-B3B9066F22F3}"/>
                </a:ext>
              </a:extLst>
            </p:cNvPr>
            <p:cNvSpPr/>
            <p:nvPr>
              <p:custDataLst>
                <p:tags r:id="rId384"/>
              </p:custDataLst>
            </p:nvPr>
          </p:nvSpPr>
          <p:spPr bwMode="auto">
            <a:xfrm>
              <a:off x="8799621" y="40817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89" name="Rectangle 388">
              <a:extLst>
                <a:ext uri="{FF2B5EF4-FFF2-40B4-BE49-F238E27FC236}">
                  <a16:creationId xmlns:a16="http://schemas.microsoft.com/office/drawing/2014/main" id="{3337DDCC-0506-11EF-293F-BBAF3422A58D}"/>
                </a:ext>
              </a:extLst>
            </p:cNvPr>
            <p:cNvSpPr/>
            <p:nvPr>
              <p:custDataLst>
                <p:tags r:id="rId385"/>
              </p:custDataLst>
            </p:nvPr>
          </p:nvSpPr>
          <p:spPr bwMode="auto">
            <a:xfrm>
              <a:off x="9155221" y="40817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90" name="Rectangle 389">
              <a:extLst>
                <a:ext uri="{FF2B5EF4-FFF2-40B4-BE49-F238E27FC236}">
                  <a16:creationId xmlns:a16="http://schemas.microsoft.com/office/drawing/2014/main" id="{C6BF6646-4C1E-7214-C478-B554B6ADFB5F}"/>
                </a:ext>
              </a:extLst>
            </p:cNvPr>
            <p:cNvSpPr/>
            <p:nvPr>
              <p:custDataLst>
                <p:tags r:id="rId386"/>
              </p:custDataLst>
            </p:nvPr>
          </p:nvSpPr>
          <p:spPr bwMode="auto">
            <a:xfrm>
              <a:off x="9510821" y="40817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91" name="Rectangle 390">
              <a:extLst>
                <a:ext uri="{FF2B5EF4-FFF2-40B4-BE49-F238E27FC236}">
                  <a16:creationId xmlns:a16="http://schemas.microsoft.com/office/drawing/2014/main" id="{EA1E28C1-2873-835C-9448-BCF9252B69A4}"/>
                </a:ext>
              </a:extLst>
            </p:cNvPr>
            <p:cNvSpPr/>
            <p:nvPr>
              <p:custDataLst>
                <p:tags r:id="rId387"/>
              </p:custDataLst>
            </p:nvPr>
          </p:nvSpPr>
          <p:spPr bwMode="auto">
            <a:xfrm>
              <a:off x="9777521" y="40817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92" name="Rectangle 391">
              <a:extLst>
                <a:ext uri="{FF2B5EF4-FFF2-40B4-BE49-F238E27FC236}">
                  <a16:creationId xmlns:a16="http://schemas.microsoft.com/office/drawing/2014/main" id="{D34B3DB6-DAA3-37E9-A5C6-555F91830DB2}"/>
                </a:ext>
              </a:extLst>
            </p:cNvPr>
            <p:cNvSpPr/>
            <p:nvPr>
              <p:custDataLst>
                <p:tags r:id="rId388"/>
              </p:custDataLst>
            </p:nvPr>
          </p:nvSpPr>
          <p:spPr bwMode="auto">
            <a:xfrm>
              <a:off x="10044221" y="40817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93" name="Rectangle 392">
              <a:extLst>
                <a:ext uri="{FF2B5EF4-FFF2-40B4-BE49-F238E27FC236}">
                  <a16:creationId xmlns:a16="http://schemas.microsoft.com/office/drawing/2014/main" id="{56B3DA1A-EE7A-90A5-E562-99299BEAF129}"/>
                </a:ext>
              </a:extLst>
            </p:cNvPr>
            <p:cNvSpPr/>
            <p:nvPr>
              <p:custDataLst>
                <p:tags r:id="rId389"/>
              </p:custDataLst>
            </p:nvPr>
          </p:nvSpPr>
          <p:spPr bwMode="auto">
            <a:xfrm>
              <a:off x="10399821" y="40817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94" name="Rectangle 393">
              <a:extLst>
                <a:ext uri="{FF2B5EF4-FFF2-40B4-BE49-F238E27FC236}">
                  <a16:creationId xmlns:a16="http://schemas.microsoft.com/office/drawing/2014/main" id="{FA2B6DCE-BA38-B158-B45D-B8951CDFF4E6}"/>
                </a:ext>
              </a:extLst>
            </p:cNvPr>
            <p:cNvSpPr/>
            <p:nvPr>
              <p:custDataLst>
                <p:tags r:id="rId390"/>
              </p:custDataLst>
            </p:nvPr>
          </p:nvSpPr>
          <p:spPr bwMode="auto">
            <a:xfrm>
              <a:off x="10666521" y="40817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95" name="Rectangle 394">
              <a:extLst>
                <a:ext uri="{FF2B5EF4-FFF2-40B4-BE49-F238E27FC236}">
                  <a16:creationId xmlns:a16="http://schemas.microsoft.com/office/drawing/2014/main" id="{D1F16B85-AA27-B236-F63F-395068A11C4E}"/>
                </a:ext>
              </a:extLst>
            </p:cNvPr>
            <p:cNvSpPr/>
            <p:nvPr>
              <p:custDataLst>
                <p:tags r:id="rId391"/>
              </p:custDataLst>
            </p:nvPr>
          </p:nvSpPr>
          <p:spPr bwMode="auto">
            <a:xfrm>
              <a:off x="82662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96" name="Rectangle 395">
              <a:extLst>
                <a:ext uri="{FF2B5EF4-FFF2-40B4-BE49-F238E27FC236}">
                  <a16:creationId xmlns:a16="http://schemas.microsoft.com/office/drawing/2014/main" id="{63AA772F-425D-21A8-8D1C-4E7BAA7F44F7}"/>
                </a:ext>
              </a:extLst>
            </p:cNvPr>
            <p:cNvSpPr/>
            <p:nvPr>
              <p:custDataLst>
                <p:tags r:id="rId392"/>
              </p:custDataLst>
            </p:nvPr>
          </p:nvSpPr>
          <p:spPr bwMode="auto">
            <a:xfrm>
              <a:off x="84440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97" name="Rectangle 396">
              <a:extLst>
                <a:ext uri="{FF2B5EF4-FFF2-40B4-BE49-F238E27FC236}">
                  <a16:creationId xmlns:a16="http://schemas.microsoft.com/office/drawing/2014/main" id="{E8A35A16-372A-E741-92A8-67703686A327}"/>
                </a:ext>
              </a:extLst>
            </p:cNvPr>
            <p:cNvSpPr/>
            <p:nvPr>
              <p:custDataLst>
                <p:tags r:id="rId393"/>
              </p:custDataLst>
            </p:nvPr>
          </p:nvSpPr>
          <p:spPr bwMode="auto">
            <a:xfrm>
              <a:off x="85329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98" name="Rectangle 397">
              <a:extLst>
                <a:ext uri="{FF2B5EF4-FFF2-40B4-BE49-F238E27FC236}">
                  <a16:creationId xmlns:a16="http://schemas.microsoft.com/office/drawing/2014/main" id="{9A59C555-2C23-1B08-5260-B35376993847}"/>
                </a:ext>
              </a:extLst>
            </p:cNvPr>
            <p:cNvSpPr/>
            <p:nvPr>
              <p:custDataLst>
                <p:tags r:id="rId394"/>
              </p:custDataLst>
            </p:nvPr>
          </p:nvSpPr>
          <p:spPr bwMode="auto">
            <a:xfrm>
              <a:off x="86218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99" name="Rectangle 398">
              <a:extLst>
                <a:ext uri="{FF2B5EF4-FFF2-40B4-BE49-F238E27FC236}">
                  <a16:creationId xmlns:a16="http://schemas.microsoft.com/office/drawing/2014/main" id="{4FF1D38B-B3E5-A5A7-64E4-393A20BC85E2}"/>
                </a:ext>
              </a:extLst>
            </p:cNvPr>
            <p:cNvSpPr/>
            <p:nvPr>
              <p:custDataLst>
                <p:tags r:id="rId395"/>
              </p:custDataLst>
            </p:nvPr>
          </p:nvSpPr>
          <p:spPr bwMode="auto">
            <a:xfrm>
              <a:off x="87996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00" name="Rectangle 399">
              <a:extLst>
                <a:ext uri="{FF2B5EF4-FFF2-40B4-BE49-F238E27FC236}">
                  <a16:creationId xmlns:a16="http://schemas.microsoft.com/office/drawing/2014/main" id="{EC14CEA2-3A03-8480-9E5D-D899249C7733}"/>
                </a:ext>
              </a:extLst>
            </p:cNvPr>
            <p:cNvSpPr/>
            <p:nvPr>
              <p:custDataLst>
                <p:tags r:id="rId396"/>
              </p:custDataLst>
            </p:nvPr>
          </p:nvSpPr>
          <p:spPr bwMode="auto">
            <a:xfrm>
              <a:off x="89774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01" name="Rectangle 400">
              <a:extLst>
                <a:ext uri="{FF2B5EF4-FFF2-40B4-BE49-F238E27FC236}">
                  <a16:creationId xmlns:a16="http://schemas.microsoft.com/office/drawing/2014/main" id="{CDEC7C63-25CE-1638-4181-8630FD256B09}"/>
                </a:ext>
              </a:extLst>
            </p:cNvPr>
            <p:cNvSpPr/>
            <p:nvPr>
              <p:custDataLst>
                <p:tags r:id="rId397"/>
              </p:custDataLst>
            </p:nvPr>
          </p:nvSpPr>
          <p:spPr bwMode="auto">
            <a:xfrm>
              <a:off x="92441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02" name="Rectangle 401">
              <a:extLst>
                <a:ext uri="{FF2B5EF4-FFF2-40B4-BE49-F238E27FC236}">
                  <a16:creationId xmlns:a16="http://schemas.microsoft.com/office/drawing/2014/main" id="{74D1DDE6-2F1E-A0CF-2B1A-86501199140F}"/>
                </a:ext>
              </a:extLst>
            </p:cNvPr>
            <p:cNvSpPr/>
            <p:nvPr>
              <p:custDataLst>
                <p:tags r:id="rId398"/>
              </p:custDataLst>
            </p:nvPr>
          </p:nvSpPr>
          <p:spPr bwMode="auto">
            <a:xfrm>
              <a:off x="93330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03" name="Rectangle 402">
              <a:extLst>
                <a:ext uri="{FF2B5EF4-FFF2-40B4-BE49-F238E27FC236}">
                  <a16:creationId xmlns:a16="http://schemas.microsoft.com/office/drawing/2014/main" id="{6B58A269-8278-1868-B6ED-87BC2D2D1F6A}"/>
                </a:ext>
              </a:extLst>
            </p:cNvPr>
            <p:cNvSpPr/>
            <p:nvPr>
              <p:custDataLst>
                <p:tags r:id="rId399"/>
              </p:custDataLst>
            </p:nvPr>
          </p:nvSpPr>
          <p:spPr bwMode="auto">
            <a:xfrm>
              <a:off x="94219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04" name="Rectangle 403">
              <a:extLst>
                <a:ext uri="{FF2B5EF4-FFF2-40B4-BE49-F238E27FC236}">
                  <a16:creationId xmlns:a16="http://schemas.microsoft.com/office/drawing/2014/main" id="{FA2968DD-9CA5-1B7B-56B1-BCE354736007}"/>
                </a:ext>
              </a:extLst>
            </p:cNvPr>
            <p:cNvSpPr/>
            <p:nvPr>
              <p:custDataLst>
                <p:tags r:id="rId400"/>
              </p:custDataLst>
            </p:nvPr>
          </p:nvSpPr>
          <p:spPr bwMode="auto">
            <a:xfrm>
              <a:off x="95108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05" name="Rectangle 404">
              <a:extLst>
                <a:ext uri="{FF2B5EF4-FFF2-40B4-BE49-F238E27FC236}">
                  <a16:creationId xmlns:a16="http://schemas.microsoft.com/office/drawing/2014/main" id="{384AFF83-1B12-23A5-B044-7133BD34FADA}"/>
                </a:ext>
              </a:extLst>
            </p:cNvPr>
            <p:cNvSpPr/>
            <p:nvPr>
              <p:custDataLst>
                <p:tags r:id="rId401"/>
              </p:custDataLst>
            </p:nvPr>
          </p:nvSpPr>
          <p:spPr bwMode="auto">
            <a:xfrm>
              <a:off x="95997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06" name="Rectangle 405">
              <a:extLst>
                <a:ext uri="{FF2B5EF4-FFF2-40B4-BE49-F238E27FC236}">
                  <a16:creationId xmlns:a16="http://schemas.microsoft.com/office/drawing/2014/main" id="{5FCFD22E-5A99-4E71-9667-6E610B52E74F}"/>
                </a:ext>
              </a:extLst>
            </p:cNvPr>
            <p:cNvSpPr/>
            <p:nvPr>
              <p:custDataLst>
                <p:tags r:id="rId402"/>
              </p:custDataLst>
            </p:nvPr>
          </p:nvSpPr>
          <p:spPr bwMode="auto">
            <a:xfrm>
              <a:off x="96886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07" name="Rectangle 406">
              <a:extLst>
                <a:ext uri="{FF2B5EF4-FFF2-40B4-BE49-F238E27FC236}">
                  <a16:creationId xmlns:a16="http://schemas.microsoft.com/office/drawing/2014/main" id="{DD05E8CC-18D9-BE5E-F5BC-25A26E9FE233}"/>
                </a:ext>
              </a:extLst>
            </p:cNvPr>
            <p:cNvSpPr/>
            <p:nvPr>
              <p:custDataLst>
                <p:tags r:id="rId403"/>
              </p:custDataLst>
            </p:nvPr>
          </p:nvSpPr>
          <p:spPr bwMode="auto">
            <a:xfrm>
              <a:off x="98664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08" name="Rectangle 407">
              <a:extLst>
                <a:ext uri="{FF2B5EF4-FFF2-40B4-BE49-F238E27FC236}">
                  <a16:creationId xmlns:a16="http://schemas.microsoft.com/office/drawing/2014/main" id="{6290E8B8-48A4-0E9E-D913-D37E517F2C20}"/>
                </a:ext>
              </a:extLst>
            </p:cNvPr>
            <p:cNvSpPr/>
            <p:nvPr>
              <p:custDataLst>
                <p:tags r:id="rId404"/>
              </p:custDataLst>
            </p:nvPr>
          </p:nvSpPr>
          <p:spPr bwMode="auto">
            <a:xfrm>
              <a:off x="99553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09" name="Rectangle 408">
              <a:extLst>
                <a:ext uri="{FF2B5EF4-FFF2-40B4-BE49-F238E27FC236}">
                  <a16:creationId xmlns:a16="http://schemas.microsoft.com/office/drawing/2014/main" id="{6CE1F5BD-A610-12EE-BEDD-CF6BB46DD9D5}"/>
                </a:ext>
              </a:extLst>
            </p:cNvPr>
            <p:cNvSpPr/>
            <p:nvPr>
              <p:custDataLst>
                <p:tags r:id="rId405"/>
              </p:custDataLst>
            </p:nvPr>
          </p:nvSpPr>
          <p:spPr bwMode="auto">
            <a:xfrm>
              <a:off x="100442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10" name="Rectangle 409">
              <a:extLst>
                <a:ext uri="{FF2B5EF4-FFF2-40B4-BE49-F238E27FC236}">
                  <a16:creationId xmlns:a16="http://schemas.microsoft.com/office/drawing/2014/main" id="{9F1126E5-9D68-2F68-17C3-0974FC504A32}"/>
                </a:ext>
              </a:extLst>
            </p:cNvPr>
            <p:cNvSpPr/>
            <p:nvPr>
              <p:custDataLst>
                <p:tags r:id="rId406"/>
              </p:custDataLst>
            </p:nvPr>
          </p:nvSpPr>
          <p:spPr bwMode="auto">
            <a:xfrm>
              <a:off x="101331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11" name="Rectangle 410">
              <a:extLst>
                <a:ext uri="{FF2B5EF4-FFF2-40B4-BE49-F238E27FC236}">
                  <a16:creationId xmlns:a16="http://schemas.microsoft.com/office/drawing/2014/main" id="{9A2807C4-9749-7D2E-051B-50302D245EB1}"/>
                </a:ext>
              </a:extLst>
            </p:cNvPr>
            <p:cNvSpPr/>
            <p:nvPr>
              <p:custDataLst>
                <p:tags r:id="rId407"/>
              </p:custDataLst>
            </p:nvPr>
          </p:nvSpPr>
          <p:spPr bwMode="auto">
            <a:xfrm>
              <a:off x="102220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12" name="Rectangle 411">
              <a:extLst>
                <a:ext uri="{FF2B5EF4-FFF2-40B4-BE49-F238E27FC236}">
                  <a16:creationId xmlns:a16="http://schemas.microsoft.com/office/drawing/2014/main" id="{F7AED802-9AD9-CD72-4DA9-50DDD6B90A7F}"/>
                </a:ext>
              </a:extLst>
            </p:cNvPr>
            <p:cNvSpPr/>
            <p:nvPr>
              <p:custDataLst>
                <p:tags r:id="rId408"/>
              </p:custDataLst>
            </p:nvPr>
          </p:nvSpPr>
          <p:spPr bwMode="auto">
            <a:xfrm>
              <a:off x="103109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13" name="Rectangle 412">
              <a:extLst>
                <a:ext uri="{FF2B5EF4-FFF2-40B4-BE49-F238E27FC236}">
                  <a16:creationId xmlns:a16="http://schemas.microsoft.com/office/drawing/2014/main" id="{7021976E-2945-5D00-AAE8-051D1C701BFB}"/>
                </a:ext>
              </a:extLst>
            </p:cNvPr>
            <p:cNvSpPr/>
            <p:nvPr>
              <p:custDataLst>
                <p:tags r:id="rId409"/>
              </p:custDataLst>
            </p:nvPr>
          </p:nvSpPr>
          <p:spPr bwMode="auto">
            <a:xfrm>
              <a:off x="103998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14" name="Rectangle 413">
              <a:extLst>
                <a:ext uri="{FF2B5EF4-FFF2-40B4-BE49-F238E27FC236}">
                  <a16:creationId xmlns:a16="http://schemas.microsoft.com/office/drawing/2014/main" id="{EAC8CD7C-044A-0162-000D-CEF8F5908638}"/>
                </a:ext>
              </a:extLst>
            </p:cNvPr>
            <p:cNvSpPr/>
            <p:nvPr>
              <p:custDataLst>
                <p:tags r:id="rId410"/>
              </p:custDataLst>
            </p:nvPr>
          </p:nvSpPr>
          <p:spPr bwMode="auto">
            <a:xfrm>
              <a:off x="104887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15" name="Rectangle 414">
              <a:extLst>
                <a:ext uri="{FF2B5EF4-FFF2-40B4-BE49-F238E27FC236}">
                  <a16:creationId xmlns:a16="http://schemas.microsoft.com/office/drawing/2014/main" id="{E37C67B1-C752-C7D1-680C-EB4213CCA03A}"/>
                </a:ext>
              </a:extLst>
            </p:cNvPr>
            <p:cNvSpPr/>
            <p:nvPr>
              <p:custDataLst>
                <p:tags r:id="rId411"/>
              </p:custDataLst>
            </p:nvPr>
          </p:nvSpPr>
          <p:spPr bwMode="auto">
            <a:xfrm>
              <a:off x="10666521" y="4170679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16" name="Rectangle 415">
              <a:extLst>
                <a:ext uri="{FF2B5EF4-FFF2-40B4-BE49-F238E27FC236}">
                  <a16:creationId xmlns:a16="http://schemas.microsoft.com/office/drawing/2014/main" id="{E7EE8AD4-EC7C-7252-BCF2-15140B6E383C}"/>
                </a:ext>
              </a:extLst>
            </p:cNvPr>
            <p:cNvSpPr/>
            <p:nvPr>
              <p:custDataLst>
                <p:tags r:id="rId412"/>
              </p:custDataLst>
            </p:nvPr>
          </p:nvSpPr>
          <p:spPr bwMode="auto">
            <a:xfrm>
              <a:off x="8266221" y="4259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17" name="Rectangle 416">
              <a:extLst>
                <a:ext uri="{FF2B5EF4-FFF2-40B4-BE49-F238E27FC236}">
                  <a16:creationId xmlns:a16="http://schemas.microsoft.com/office/drawing/2014/main" id="{52EBD1DC-46D1-338F-DC74-C9A3659FA48C}"/>
                </a:ext>
              </a:extLst>
            </p:cNvPr>
            <p:cNvSpPr/>
            <p:nvPr>
              <p:custDataLst>
                <p:tags r:id="rId413"/>
              </p:custDataLst>
            </p:nvPr>
          </p:nvSpPr>
          <p:spPr bwMode="auto">
            <a:xfrm>
              <a:off x="8444021" y="4259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18" name="Rectangle 417">
              <a:extLst>
                <a:ext uri="{FF2B5EF4-FFF2-40B4-BE49-F238E27FC236}">
                  <a16:creationId xmlns:a16="http://schemas.microsoft.com/office/drawing/2014/main" id="{B4BE7A60-4A20-482A-D3BC-2A4124809490}"/>
                </a:ext>
              </a:extLst>
            </p:cNvPr>
            <p:cNvSpPr/>
            <p:nvPr>
              <p:custDataLst>
                <p:tags r:id="rId414"/>
              </p:custDataLst>
            </p:nvPr>
          </p:nvSpPr>
          <p:spPr bwMode="auto">
            <a:xfrm>
              <a:off x="8532921" y="4259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20F4DB9F-3427-6C9D-4159-D9AE9503B34C}"/>
                </a:ext>
              </a:extLst>
            </p:cNvPr>
            <p:cNvSpPr/>
            <p:nvPr>
              <p:custDataLst>
                <p:tags r:id="rId415"/>
              </p:custDataLst>
            </p:nvPr>
          </p:nvSpPr>
          <p:spPr bwMode="auto">
            <a:xfrm>
              <a:off x="8621821" y="4259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20" name="Rectangle 419">
              <a:extLst>
                <a:ext uri="{FF2B5EF4-FFF2-40B4-BE49-F238E27FC236}">
                  <a16:creationId xmlns:a16="http://schemas.microsoft.com/office/drawing/2014/main" id="{16E29726-45E1-95A0-E398-2BF43DE385CF}"/>
                </a:ext>
              </a:extLst>
            </p:cNvPr>
            <p:cNvSpPr/>
            <p:nvPr>
              <p:custDataLst>
                <p:tags r:id="rId416"/>
              </p:custDataLst>
            </p:nvPr>
          </p:nvSpPr>
          <p:spPr bwMode="auto">
            <a:xfrm>
              <a:off x="8799621" y="4259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21" name="Rectangle 420">
              <a:extLst>
                <a:ext uri="{FF2B5EF4-FFF2-40B4-BE49-F238E27FC236}">
                  <a16:creationId xmlns:a16="http://schemas.microsoft.com/office/drawing/2014/main" id="{576B120F-6005-7850-6B82-9A8F55ED8196}"/>
                </a:ext>
              </a:extLst>
            </p:cNvPr>
            <p:cNvSpPr/>
            <p:nvPr>
              <p:custDataLst>
                <p:tags r:id="rId417"/>
              </p:custDataLst>
            </p:nvPr>
          </p:nvSpPr>
          <p:spPr bwMode="auto">
            <a:xfrm>
              <a:off x="9066321" y="4259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22" name="Rectangle 421">
              <a:extLst>
                <a:ext uri="{FF2B5EF4-FFF2-40B4-BE49-F238E27FC236}">
                  <a16:creationId xmlns:a16="http://schemas.microsoft.com/office/drawing/2014/main" id="{D17F1804-1AD4-33D4-195A-D41328DA82AB}"/>
                </a:ext>
              </a:extLst>
            </p:cNvPr>
            <p:cNvSpPr/>
            <p:nvPr>
              <p:custDataLst>
                <p:tags r:id="rId418"/>
              </p:custDataLst>
            </p:nvPr>
          </p:nvSpPr>
          <p:spPr bwMode="auto">
            <a:xfrm>
              <a:off x="9155221" y="4259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23" name="Rectangle 422">
              <a:extLst>
                <a:ext uri="{FF2B5EF4-FFF2-40B4-BE49-F238E27FC236}">
                  <a16:creationId xmlns:a16="http://schemas.microsoft.com/office/drawing/2014/main" id="{E9C49DED-66B2-B02B-918D-56D9A5EBFD1B}"/>
                </a:ext>
              </a:extLst>
            </p:cNvPr>
            <p:cNvSpPr/>
            <p:nvPr>
              <p:custDataLst>
                <p:tags r:id="rId419"/>
              </p:custDataLst>
            </p:nvPr>
          </p:nvSpPr>
          <p:spPr bwMode="auto">
            <a:xfrm>
              <a:off x="9333021" y="4259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24" name="Rectangle 423">
              <a:extLst>
                <a:ext uri="{FF2B5EF4-FFF2-40B4-BE49-F238E27FC236}">
                  <a16:creationId xmlns:a16="http://schemas.microsoft.com/office/drawing/2014/main" id="{3C48DDCC-DACE-0EE9-885E-94299567D2BA}"/>
                </a:ext>
              </a:extLst>
            </p:cNvPr>
            <p:cNvSpPr/>
            <p:nvPr>
              <p:custDataLst>
                <p:tags r:id="rId420"/>
              </p:custDataLst>
            </p:nvPr>
          </p:nvSpPr>
          <p:spPr bwMode="auto">
            <a:xfrm>
              <a:off x="9777521" y="4259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25" name="Rectangle 424">
              <a:extLst>
                <a:ext uri="{FF2B5EF4-FFF2-40B4-BE49-F238E27FC236}">
                  <a16:creationId xmlns:a16="http://schemas.microsoft.com/office/drawing/2014/main" id="{B9013083-14CA-64DC-F2B4-27442293959D}"/>
                </a:ext>
              </a:extLst>
            </p:cNvPr>
            <p:cNvSpPr/>
            <p:nvPr>
              <p:custDataLst>
                <p:tags r:id="rId421"/>
              </p:custDataLst>
            </p:nvPr>
          </p:nvSpPr>
          <p:spPr bwMode="auto">
            <a:xfrm>
              <a:off x="9866421" y="4259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26" name="Rectangle 425">
              <a:extLst>
                <a:ext uri="{FF2B5EF4-FFF2-40B4-BE49-F238E27FC236}">
                  <a16:creationId xmlns:a16="http://schemas.microsoft.com/office/drawing/2014/main" id="{6F689D10-CCCD-16D0-B93F-9183F4489CB8}"/>
                </a:ext>
              </a:extLst>
            </p:cNvPr>
            <p:cNvSpPr/>
            <p:nvPr>
              <p:custDataLst>
                <p:tags r:id="rId422"/>
              </p:custDataLst>
            </p:nvPr>
          </p:nvSpPr>
          <p:spPr bwMode="auto">
            <a:xfrm>
              <a:off x="9955321" y="4259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27" name="Rectangle 426">
              <a:extLst>
                <a:ext uri="{FF2B5EF4-FFF2-40B4-BE49-F238E27FC236}">
                  <a16:creationId xmlns:a16="http://schemas.microsoft.com/office/drawing/2014/main" id="{FF4C31EF-38D7-9314-34CF-0AC821ECA1E7}"/>
                </a:ext>
              </a:extLst>
            </p:cNvPr>
            <p:cNvSpPr/>
            <p:nvPr>
              <p:custDataLst>
                <p:tags r:id="rId423"/>
              </p:custDataLst>
            </p:nvPr>
          </p:nvSpPr>
          <p:spPr bwMode="auto">
            <a:xfrm>
              <a:off x="10044221" y="4259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28" name="Rectangle 427">
              <a:extLst>
                <a:ext uri="{FF2B5EF4-FFF2-40B4-BE49-F238E27FC236}">
                  <a16:creationId xmlns:a16="http://schemas.microsoft.com/office/drawing/2014/main" id="{4F40CE9B-79E8-931A-FA9A-72FFD6404AA0}"/>
                </a:ext>
              </a:extLst>
            </p:cNvPr>
            <p:cNvSpPr/>
            <p:nvPr>
              <p:custDataLst>
                <p:tags r:id="rId424"/>
              </p:custDataLst>
            </p:nvPr>
          </p:nvSpPr>
          <p:spPr bwMode="auto">
            <a:xfrm>
              <a:off x="10133121" y="4259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29" name="Rectangle 428">
              <a:extLst>
                <a:ext uri="{FF2B5EF4-FFF2-40B4-BE49-F238E27FC236}">
                  <a16:creationId xmlns:a16="http://schemas.microsoft.com/office/drawing/2014/main" id="{45D21842-35E3-3188-03E8-F5296DB8AC9C}"/>
                </a:ext>
              </a:extLst>
            </p:cNvPr>
            <p:cNvSpPr/>
            <p:nvPr>
              <p:custDataLst>
                <p:tags r:id="rId425"/>
              </p:custDataLst>
            </p:nvPr>
          </p:nvSpPr>
          <p:spPr bwMode="auto">
            <a:xfrm>
              <a:off x="10666521" y="42595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30" name="Rectangle 429">
              <a:extLst>
                <a:ext uri="{FF2B5EF4-FFF2-40B4-BE49-F238E27FC236}">
                  <a16:creationId xmlns:a16="http://schemas.microsoft.com/office/drawing/2014/main" id="{CB6EC5E6-9297-101B-622A-11505699407C}"/>
                </a:ext>
              </a:extLst>
            </p:cNvPr>
            <p:cNvSpPr/>
            <p:nvPr>
              <p:custDataLst>
                <p:tags r:id="rId426"/>
              </p:custDataLst>
            </p:nvPr>
          </p:nvSpPr>
          <p:spPr bwMode="auto">
            <a:xfrm>
              <a:off x="8266221" y="4348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31" name="Rectangle 430">
              <a:extLst>
                <a:ext uri="{FF2B5EF4-FFF2-40B4-BE49-F238E27FC236}">
                  <a16:creationId xmlns:a16="http://schemas.microsoft.com/office/drawing/2014/main" id="{605D1B22-09C1-E063-0708-0FCA86C48906}"/>
                </a:ext>
              </a:extLst>
            </p:cNvPr>
            <p:cNvSpPr/>
            <p:nvPr>
              <p:custDataLst>
                <p:tags r:id="rId427"/>
              </p:custDataLst>
            </p:nvPr>
          </p:nvSpPr>
          <p:spPr bwMode="auto">
            <a:xfrm>
              <a:off x="8444021" y="4348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32" name="Rectangle 431">
              <a:extLst>
                <a:ext uri="{FF2B5EF4-FFF2-40B4-BE49-F238E27FC236}">
                  <a16:creationId xmlns:a16="http://schemas.microsoft.com/office/drawing/2014/main" id="{F05E9C1E-C627-AEFA-B684-03D3CA7D28C7}"/>
                </a:ext>
              </a:extLst>
            </p:cNvPr>
            <p:cNvSpPr/>
            <p:nvPr>
              <p:custDataLst>
                <p:tags r:id="rId428"/>
              </p:custDataLst>
            </p:nvPr>
          </p:nvSpPr>
          <p:spPr bwMode="auto">
            <a:xfrm>
              <a:off x="8532921" y="4348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33" name="Rectangle 432">
              <a:extLst>
                <a:ext uri="{FF2B5EF4-FFF2-40B4-BE49-F238E27FC236}">
                  <a16:creationId xmlns:a16="http://schemas.microsoft.com/office/drawing/2014/main" id="{A26D3663-5DDD-970B-6901-B337A58E7995}"/>
                </a:ext>
              </a:extLst>
            </p:cNvPr>
            <p:cNvSpPr/>
            <p:nvPr>
              <p:custDataLst>
                <p:tags r:id="rId429"/>
              </p:custDataLst>
            </p:nvPr>
          </p:nvSpPr>
          <p:spPr bwMode="auto">
            <a:xfrm>
              <a:off x="8621821" y="4348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34" name="Rectangle 433">
              <a:extLst>
                <a:ext uri="{FF2B5EF4-FFF2-40B4-BE49-F238E27FC236}">
                  <a16:creationId xmlns:a16="http://schemas.microsoft.com/office/drawing/2014/main" id="{F3CEE54E-E312-BC3B-ED5E-9A15265E48D5}"/>
                </a:ext>
              </a:extLst>
            </p:cNvPr>
            <p:cNvSpPr/>
            <p:nvPr>
              <p:custDataLst>
                <p:tags r:id="rId430"/>
              </p:custDataLst>
            </p:nvPr>
          </p:nvSpPr>
          <p:spPr bwMode="auto">
            <a:xfrm>
              <a:off x="8799621" y="4348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35" name="Rectangle 434">
              <a:extLst>
                <a:ext uri="{FF2B5EF4-FFF2-40B4-BE49-F238E27FC236}">
                  <a16:creationId xmlns:a16="http://schemas.microsoft.com/office/drawing/2014/main" id="{E4765874-4E40-383A-3B55-A784A20FC9DA}"/>
                </a:ext>
              </a:extLst>
            </p:cNvPr>
            <p:cNvSpPr/>
            <p:nvPr>
              <p:custDataLst>
                <p:tags r:id="rId431"/>
              </p:custDataLst>
            </p:nvPr>
          </p:nvSpPr>
          <p:spPr bwMode="auto">
            <a:xfrm>
              <a:off x="9066321" y="4348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36" name="Rectangle 435">
              <a:extLst>
                <a:ext uri="{FF2B5EF4-FFF2-40B4-BE49-F238E27FC236}">
                  <a16:creationId xmlns:a16="http://schemas.microsoft.com/office/drawing/2014/main" id="{DAD45F9D-B818-4D97-699E-B7C06E05DD13}"/>
                </a:ext>
              </a:extLst>
            </p:cNvPr>
            <p:cNvSpPr/>
            <p:nvPr>
              <p:custDataLst>
                <p:tags r:id="rId432"/>
              </p:custDataLst>
            </p:nvPr>
          </p:nvSpPr>
          <p:spPr bwMode="auto">
            <a:xfrm>
              <a:off x="9155221" y="4348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37" name="Rectangle 436">
              <a:extLst>
                <a:ext uri="{FF2B5EF4-FFF2-40B4-BE49-F238E27FC236}">
                  <a16:creationId xmlns:a16="http://schemas.microsoft.com/office/drawing/2014/main" id="{1AD00563-2958-362E-D8CB-E513D03C20AE}"/>
                </a:ext>
              </a:extLst>
            </p:cNvPr>
            <p:cNvSpPr/>
            <p:nvPr>
              <p:custDataLst>
                <p:tags r:id="rId433"/>
              </p:custDataLst>
            </p:nvPr>
          </p:nvSpPr>
          <p:spPr bwMode="auto">
            <a:xfrm>
              <a:off x="9333021" y="4348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38" name="Rectangle 437">
              <a:extLst>
                <a:ext uri="{FF2B5EF4-FFF2-40B4-BE49-F238E27FC236}">
                  <a16:creationId xmlns:a16="http://schemas.microsoft.com/office/drawing/2014/main" id="{271EC50E-E07F-0C89-1F50-96C474285646}"/>
                </a:ext>
              </a:extLst>
            </p:cNvPr>
            <p:cNvSpPr/>
            <p:nvPr>
              <p:custDataLst>
                <p:tags r:id="rId434"/>
              </p:custDataLst>
            </p:nvPr>
          </p:nvSpPr>
          <p:spPr bwMode="auto">
            <a:xfrm>
              <a:off x="9599721" y="4348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39" name="Rectangle 438">
              <a:extLst>
                <a:ext uri="{FF2B5EF4-FFF2-40B4-BE49-F238E27FC236}">
                  <a16:creationId xmlns:a16="http://schemas.microsoft.com/office/drawing/2014/main" id="{4B58F453-A87F-022C-F912-86BB0668A984}"/>
                </a:ext>
              </a:extLst>
            </p:cNvPr>
            <p:cNvSpPr/>
            <p:nvPr>
              <p:custDataLst>
                <p:tags r:id="rId435"/>
              </p:custDataLst>
            </p:nvPr>
          </p:nvSpPr>
          <p:spPr bwMode="auto">
            <a:xfrm>
              <a:off x="9866421" y="4348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40" name="Rectangle 439">
              <a:extLst>
                <a:ext uri="{FF2B5EF4-FFF2-40B4-BE49-F238E27FC236}">
                  <a16:creationId xmlns:a16="http://schemas.microsoft.com/office/drawing/2014/main" id="{6FE48E6C-04C2-46AC-AF90-200511A47D1E}"/>
                </a:ext>
              </a:extLst>
            </p:cNvPr>
            <p:cNvSpPr/>
            <p:nvPr>
              <p:custDataLst>
                <p:tags r:id="rId436"/>
              </p:custDataLst>
            </p:nvPr>
          </p:nvSpPr>
          <p:spPr bwMode="auto">
            <a:xfrm>
              <a:off x="10488721" y="4348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41" name="Rectangle 440">
              <a:extLst>
                <a:ext uri="{FF2B5EF4-FFF2-40B4-BE49-F238E27FC236}">
                  <a16:creationId xmlns:a16="http://schemas.microsoft.com/office/drawing/2014/main" id="{2F8664AF-9B0A-0F1C-22D1-096C98DC0831}"/>
                </a:ext>
              </a:extLst>
            </p:cNvPr>
            <p:cNvSpPr/>
            <p:nvPr>
              <p:custDataLst>
                <p:tags r:id="rId437"/>
              </p:custDataLst>
            </p:nvPr>
          </p:nvSpPr>
          <p:spPr bwMode="auto">
            <a:xfrm>
              <a:off x="10577621" y="4348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42" name="Rectangle 441">
              <a:extLst>
                <a:ext uri="{FF2B5EF4-FFF2-40B4-BE49-F238E27FC236}">
                  <a16:creationId xmlns:a16="http://schemas.microsoft.com/office/drawing/2014/main" id="{0D5CD052-3244-CF81-5D08-4650997A386C}"/>
                </a:ext>
              </a:extLst>
            </p:cNvPr>
            <p:cNvSpPr/>
            <p:nvPr>
              <p:custDataLst>
                <p:tags r:id="rId438"/>
              </p:custDataLst>
            </p:nvPr>
          </p:nvSpPr>
          <p:spPr bwMode="auto">
            <a:xfrm>
              <a:off x="10666521" y="4348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43" name="Rectangle 442">
              <a:extLst>
                <a:ext uri="{FF2B5EF4-FFF2-40B4-BE49-F238E27FC236}">
                  <a16:creationId xmlns:a16="http://schemas.microsoft.com/office/drawing/2014/main" id="{B91CBCF1-C35C-4DDC-14A7-BAB0AAB17B2A}"/>
                </a:ext>
              </a:extLst>
            </p:cNvPr>
            <p:cNvSpPr/>
            <p:nvPr>
              <p:custDataLst>
                <p:tags r:id="rId439"/>
              </p:custDataLst>
            </p:nvPr>
          </p:nvSpPr>
          <p:spPr bwMode="auto">
            <a:xfrm>
              <a:off x="10755421" y="43484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44" name="Rectangle 443">
              <a:extLst>
                <a:ext uri="{FF2B5EF4-FFF2-40B4-BE49-F238E27FC236}">
                  <a16:creationId xmlns:a16="http://schemas.microsoft.com/office/drawing/2014/main" id="{FD3C489D-E831-6931-0035-7CC375E5CF0B}"/>
                </a:ext>
              </a:extLst>
            </p:cNvPr>
            <p:cNvSpPr/>
            <p:nvPr>
              <p:custDataLst>
                <p:tags r:id="rId440"/>
              </p:custDataLst>
            </p:nvPr>
          </p:nvSpPr>
          <p:spPr bwMode="auto">
            <a:xfrm>
              <a:off x="8266221" y="4437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45" name="Rectangle 444">
              <a:extLst>
                <a:ext uri="{FF2B5EF4-FFF2-40B4-BE49-F238E27FC236}">
                  <a16:creationId xmlns:a16="http://schemas.microsoft.com/office/drawing/2014/main" id="{3BC8F78B-FBEF-237E-4CB5-6847364298FF}"/>
                </a:ext>
              </a:extLst>
            </p:cNvPr>
            <p:cNvSpPr/>
            <p:nvPr>
              <p:custDataLst>
                <p:tags r:id="rId441"/>
              </p:custDataLst>
            </p:nvPr>
          </p:nvSpPr>
          <p:spPr bwMode="auto">
            <a:xfrm>
              <a:off x="8799621" y="4437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46" name="Rectangle 445">
              <a:extLst>
                <a:ext uri="{FF2B5EF4-FFF2-40B4-BE49-F238E27FC236}">
                  <a16:creationId xmlns:a16="http://schemas.microsoft.com/office/drawing/2014/main" id="{4F48B1AE-7A42-B7A8-7ED5-09B286B9CB69}"/>
                </a:ext>
              </a:extLst>
            </p:cNvPr>
            <p:cNvSpPr/>
            <p:nvPr>
              <p:custDataLst>
                <p:tags r:id="rId442"/>
              </p:custDataLst>
            </p:nvPr>
          </p:nvSpPr>
          <p:spPr bwMode="auto">
            <a:xfrm>
              <a:off x="9155221" y="4437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47" name="Rectangle 446">
              <a:extLst>
                <a:ext uri="{FF2B5EF4-FFF2-40B4-BE49-F238E27FC236}">
                  <a16:creationId xmlns:a16="http://schemas.microsoft.com/office/drawing/2014/main" id="{BBAFC205-A888-3DD8-CD28-AC00867030F4}"/>
                </a:ext>
              </a:extLst>
            </p:cNvPr>
            <p:cNvSpPr/>
            <p:nvPr>
              <p:custDataLst>
                <p:tags r:id="rId443"/>
              </p:custDataLst>
            </p:nvPr>
          </p:nvSpPr>
          <p:spPr bwMode="auto">
            <a:xfrm>
              <a:off x="9333021" y="4437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48" name="Rectangle 447">
              <a:extLst>
                <a:ext uri="{FF2B5EF4-FFF2-40B4-BE49-F238E27FC236}">
                  <a16:creationId xmlns:a16="http://schemas.microsoft.com/office/drawing/2014/main" id="{F5C90A66-1C10-AA88-F360-E1E11B02E1EE}"/>
                </a:ext>
              </a:extLst>
            </p:cNvPr>
            <p:cNvSpPr/>
            <p:nvPr>
              <p:custDataLst>
                <p:tags r:id="rId444"/>
              </p:custDataLst>
            </p:nvPr>
          </p:nvSpPr>
          <p:spPr bwMode="auto">
            <a:xfrm>
              <a:off x="9510821" y="4437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49" name="Rectangle 448">
              <a:extLst>
                <a:ext uri="{FF2B5EF4-FFF2-40B4-BE49-F238E27FC236}">
                  <a16:creationId xmlns:a16="http://schemas.microsoft.com/office/drawing/2014/main" id="{4582F157-3A17-D72B-5923-181D82992A1B}"/>
                </a:ext>
              </a:extLst>
            </p:cNvPr>
            <p:cNvSpPr/>
            <p:nvPr>
              <p:custDataLst>
                <p:tags r:id="rId445"/>
              </p:custDataLst>
            </p:nvPr>
          </p:nvSpPr>
          <p:spPr bwMode="auto">
            <a:xfrm>
              <a:off x="9599721" y="4437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50" name="Rectangle 449">
              <a:extLst>
                <a:ext uri="{FF2B5EF4-FFF2-40B4-BE49-F238E27FC236}">
                  <a16:creationId xmlns:a16="http://schemas.microsoft.com/office/drawing/2014/main" id="{EDD210A6-61E9-3B9E-FAB3-DAC9C72F2B63}"/>
                </a:ext>
              </a:extLst>
            </p:cNvPr>
            <p:cNvSpPr/>
            <p:nvPr>
              <p:custDataLst>
                <p:tags r:id="rId446"/>
              </p:custDataLst>
            </p:nvPr>
          </p:nvSpPr>
          <p:spPr bwMode="auto">
            <a:xfrm>
              <a:off x="9688621" y="4437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51" name="Rectangle 450">
              <a:extLst>
                <a:ext uri="{FF2B5EF4-FFF2-40B4-BE49-F238E27FC236}">
                  <a16:creationId xmlns:a16="http://schemas.microsoft.com/office/drawing/2014/main" id="{E27E1130-3459-CF67-DC6D-DCBB82706FC3}"/>
                </a:ext>
              </a:extLst>
            </p:cNvPr>
            <p:cNvSpPr/>
            <p:nvPr>
              <p:custDataLst>
                <p:tags r:id="rId447"/>
              </p:custDataLst>
            </p:nvPr>
          </p:nvSpPr>
          <p:spPr bwMode="auto">
            <a:xfrm>
              <a:off x="9955321" y="4437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52" name="Rectangle 451">
              <a:extLst>
                <a:ext uri="{FF2B5EF4-FFF2-40B4-BE49-F238E27FC236}">
                  <a16:creationId xmlns:a16="http://schemas.microsoft.com/office/drawing/2014/main" id="{C5EDAEE9-B230-CA18-479E-CBACA9222AE5}"/>
                </a:ext>
              </a:extLst>
            </p:cNvPr>
            <p:cNvSpPr/>
            <p:nvPr>
              <p:custDataLst>
                <p:tags r:id="rId448"/>
              </p:custDataLst>
            </p:nvPr>
          </p:nvSpPr>
          <p:spPr bwMode="auto">
            <a:xfrm>
              <a:off x="10044221" y="4437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53" name="Rectangle 452">
              <a:extLst>
                <a:ext uri="{FF2B5EF4-FFF2-40B4-BE49-F238E27FC236}">
                  <a16:creationId xmlns:a16="http://schemas.microsoft.com/office/drawing/2014/main" id="{532D2B25-732F-BCEC-51DF-7108D7455D13}"/>
                </a:ext>
              </a:extLst>
            </p:cNvPr>
            <p:cNvSpPr/>
            <p:nvPr>
              <p:custDataLst>
                <p:tags r:id="rId449"/>
              </p:custDataLst>
            </p:nvPr>
          </p:nvSpPr>
          <p:spPr bwMode="auto">
            <a:xfrm>
              <a:off x="10133121" y="4437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54" name="Rectangle 453">
              <a:extLst>
                <a:ext uri="{FF2B5EF4-FFF2-40B4-BE49-F238E27FC236}">
                  <a16:creationId xmlns:a16="http://schemas.microsoft.com/office/drawing/2014/main" id="{370C64F2-CDAA-3989-E8DD-E0E8CD91B646}"/>
                </a:ext>
              </a:extLst>
            </p:cNvPr>
            <p:cNvSpPr/>
            <p:nvPr>
              <p:custDataLst>
                <p:tags r:id="rId450"/>
              </p:custDataLst>
            </p:nvPr>
          </p:nvSpPr>
          <p:spPr bwMode="auto">
            <a:xfrm>
              <a:off x="10222021" y="4437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55" name="Rectangle 454">
              <a:extLst>
                <a:ext uri="{FF2B5EF4-FFF2-40B4-BE49-F238E27FC236}">
                  <a16:creationId xmlns:a16="http://schemas.microsoft.com/office/drawing/2014/main" id="{AB2F695D-C5A4-34AA-134D-F2A3E35A28B3}"/>
                </a:ext>
              </a:extLst>
            </p:cNvPr>
            <p:cNvSpPr/>
            <p:nvPr>
              <p:custDataLst>
                <p:tags r:id="rId451"/>
              </p:custDataLst>
            </p:nvPr>
          </p:nvSpPr>
          <p:spPr bwMode="auto">
            <a:xfrm>
              <a:off x="10310921" y="4437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56" name="Rectangle 455">
              <a:extLst>
                <a:ext uri="{FF2B5EF4-FFF2-40B4-BE49-F238E27FC236}">
                  <a16:creationId xmlns:a16="http://schemas.microsoft.com/office/drawing/2014/main" id="{0A0429B9-CD5F-0D90-F16E-51B7CD05ECF9}"/>
                </a:ext>
              </a:extLst>
            </p:cNvPr>
            <p:cNvSpPr/>
            <p:nvPr>
              <p:custDataLst>
                <p:tags r:id="rId452"/>
              </p:custDataLst>
            </p:nvPr>
          </p:nvSpPr>
          <p:spPr bwMode="auto">
            <a:xfrm>
              <a:off x="10399821" y="4437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57" name="Rectangle 456">
              <a:extLst>
                <a:ext uri="{FF2B5EF4-FFF2-40B4-BE49-F238E27FC236}">
                  <a16:creationId xmlns:a16="http://schemas.microsoft.com/office/drawing/2014/main" id="{DC578A3C-6F9C-B05E-C874-B51906412BD7}"/>
                </a:ext>
              </a:extLst>
            </p:cNvPr>
            <p:cNvSpPr/>
            <p:nvPr>
              <p:custDataLst>
                <p:tags r:id="rId453"/>
              </p:custDataLst>
            </p:nvPr>
          </p:nvSpPr>
          <p:spPr bwMode="auto">
            <a:xfrm>
              <a:off x="10488721" y="4437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58" name="Rectangle 457">
              <a:extLst>
                <a:ext uri="{FF2B5EF4-FFF2-40B4-BE49-F238E27FC236}">
                  <a16:creationId xmlns:a16="http://schemas.microsoft.com/office/drawing/2014/main" id="{24797A42-0E7E-5EBD-7D49-33E1FE928CE2}"/>
                </a:ext>
              </a:extLst>
            </p:cNvPr>
            <p:cNvSpPr/>
            <p:nvPr>
              <p:custDataLst>
                <p:tags r:id="rId454"/>
              </p:custDataLst>
            </p:nvPr>
          </p:nvSpPr>
          <p:spPr bwMode="auto">
            <a:xfrm>
              <a:off x="10666521" y="4437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59" name="Rectangle 458">
              <a:extLst>
                <a:ext uri="{FF2B5EF4-FFF2-40B4-BE49-F238E27FC236}">
                  <a16:creationId xmlns:a16="http://schemas.microsoft.com/office/drawing/2014/main" id="{3BF9AEF3-D028-9F08-429F-E093E8A026BD}"/>
                </a:ext>
              </a:extLst>
            </p:cNvPr>
            <p:cNvSpPr/>
            <p:nvPr>
              <p:custDataLst>
                <p:tags r:id="rId455"/>
              </p:custDataLst>
            </p:nvPr>
          </p:nvSpPr>
          <p:spPr bwMode="auto">
            <a:xfrm>
              <a:off x="10755421" y="44373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60" name="Rectangle 459">
              <a:extLst>
                <a:ext uri="{FF2B5EF4-FFF2-40B4-BE49-F238E27FC236}">
                  <a16:creationId xmlns:a16="http://schemas.microsoft.com/office/drawing/2014/main" id="{3E35C093-339E-3C7A-28F2-A8ECC3D12B42}"/>
                </a:ext>
              </a:extLst>
            </p:cNvPr>
            <p:cNvSpPr/>
            <p:nvPr>
              <p:custDataLst>
                <p:tags r:id="rId456"/>
              </p:custDataLst>
            </p:nvPr>
          </p:nvSpPr>
          <p:spPr bwMode="auto">
            <a:xfrm>
              <a:off x="8266221" y="4526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61" name="Rectangle 460">
              <a:extLst>
                <a:ext uri="{FF2B5EF4-FFF2-40B4-BE49-F238E27FC236}">
                  <a16:creationId xmlns:a16="http://schemas.microsoft.com/office/drawing/2014/main" id="{F9122FA6-A2BA-8653-F0D8-416803ACF788}"/>
                </a:ext>
              </a:extLst>
            </p:cNvPr>
            <p:cNvSpPr/>
            <p:nvPr>
              <p:custDataLst>
                <p:tags r:id="rId457"/>
              </p:custDataLst>
            </p:nvPr>
          </p:nvSpPr>
          <p:spPr bwMode="auto">
            <a:xfrm>
              <a:off x="8355121" y="4526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62" name="Rectangle 461">
              <a:extLst>
                <a:ext uri="{FF2B5EF4-FFF2-40B4-BE49-F238E27FC236}">
                  <a16:creationId xmlns:a16="http://schemas.microsoft.com/office/drawing/2014/main" id="{2124088A-7535-7BA4-76A4-DAEFDF9D05D9}"/>
                </a:ext>
              </a:extLst>
            </p:cNvPr>
            <p:cNvSpPr/>
            <p:nvPr>
              <p:custDataLst>
                <p:tags r:id="rId458"/>
              </p:custDataLst>
            </p:nvPr>
          </p:nvSpPr>
          <p:spPr bwMode="auto">
            <a:xfrm>
              <a:off x="8444021" y="4526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63" name="Rectangle 462">
              <a:extLst>
                <a:ext uri="{FF2B5EF4-FFF2-40B4-BE49-F238E27FC236}">
                  <a16:creationId xmlns:a16="http://schemas.microsoft.com/office/drawing/2014/main" id="{9B518D0F-FB03-692A-793F-CF4FCD324D34}"/>
                </a:ext>
              </a:extLst>
            </p:cNvPr>
            <p:cNvSpPr/>
            <p:nvPr>
              <p:custDataLst>
                <p:tags r:id="rId459"/>
              </p:custDataLst>
            </p:nvPr>
          </p:nvSpPr>
          <p:spPr bwMode="auto">
            <a:xfrm>
              <a:off x="8532921" y="4526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64" name="Rectangle 463">
              <a:extLst>
                <a:ext uri="{FF2B5EF4-FFF2-40B4-BE49-F238E27FC236}">
                  <a16:creationId xmlns:a16="http://schemas.microsoft.com/office/drawing/2014/main" id="{FDA86AF9-0998-C7C7-723E-0C62568F3A72}"/>
                </a:ext>
              </a:extLst>
            </p:cNvPr>
            <p:cNvSpPr/>
            <p:nvPr>
              <p:custDataLst>
                <p:tags r:id="rId460"/>
              </p:custDataLst>
            </p:nvPr>
          </p:nvSpPr>
          <p:spPr bwMode="auto">
            <a:xfrm>
              <a:off x="8621821" y="4526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65" name="Rectangle 464">
              <a:extLst>
                <a:ext uri="{FF2B5EF4-FFF2-40B4-BE49-F238E27FC236}">
                  <a16:creationId xmlns:a16="http://schemas.microsoft.com/office/drawing/2014/main" id="{40536A6C-8B1A-8AB8-8EA0-E9D101E74D29}"/>
                </a:ext>
              </a:extLst>
            </p:cNvPr>
            <p:cNvSpPr/>
            <p:nvPr>
              <p:custDataLst>
                <p:tags r:id="rId461"/>
              </p:custDataLst>
            </p:nvPr>
          </p:nvSpPr>
          <p:spPr bwMode="auto">
            <a:xfrm>
              <a:off x="8710721" y="4526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66" name="Rectangle 465">
              <a:extLst>
                <a:ext uri="{FF2B5EF4-FFF2-40B4-BE49-F238E27FC236}">
                  <a16:creationId xmlns:a16="http://schemas.microsoft.com/office/drawing/2014/main" id="{2137ED18-AD2C-8481-2D15-4DB8466BFBB5}"/>
                </a:ext>
              </a:extLst>
            </p:cNvPr>
            <p:cNvSpPr/>
            <p:nvPr>
              <p:custDataLst>
                <p:tags r:id="rId462"/>
              </p:custDataLst>
            </p:nvPr>
          </p:nvSpPr>
          <p:spPr bwMode="auto">
            <a:xfrm>
              <a:off x="8799621" y="4526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67" name="Rectangle 466">
              <a:extLst>
                <a:ext uri="{FF2B5EF4-FFF2-40B4-BE49-F238E27FC236}">
                  <a16:creationId xmlns:a16="http://schemas.microsoft.com/office/drawing/2014/main" id="{872BFE6F-A305-9375-C1D5-A46106067B2E}"/>
                </a:ext>
              </a:extLst>
            </p:cNvPr>
            <p:cNvSpPr/>
            <p:nvPr>
              <p:custDataLst>
                <p:tags r:id="rId463"/>
              </p:custDataLst>
            </p:nvPr>
          </p:nvSpPr>
          <p:spPr bwMode="auto">
            <a:xfrm>
              <a:off x="8977421" y="4526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68" name="Rectangle 467">
              <a:extLst>
                <a:ext uri="{FF2B5EF4-FFF2-40B4-BE49-F238E27FC236}">
                  <a16:creationId xmlns:a16="http://schemas.microsoft.com/office/drawing/2014/main" id="{3704E3DA-F318-23E3-6B43-60D5B9B7118A}"/>
                </a:ext>
              </a:extLst>
            </p:cNvPr>
            <p:cNvSpPr/>
            <p:nvPr>
              <p:custDataLst>
                <p:tags r:id="rId464"/>
              </p:custDataLst>
            </p:nvPr>
          </p:nvSpPr>
          <p:spPr bwMode="auto">
            <a:xfrm>
              <a:off x="9155221" y="4526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69" name="Rectangle 468">
              <a:extLst>
                <a:ext uri="{FF2B5EF4-FFF2-40B4-BE49-F238E27FC236}">
                  <a16:creationId xmlns:a16="http://schemas.microsoft.com/office/drawing/2014/main" id="{B5C73F1D-C390-D449-4804-FEC7408C282D}"/>
                </a:ext>
              </a:extLst>
            </p:cNvPr>
            <p:cNvSpPr/>
            <p:nvPr>
              <p:custDataLst>
                <p:tags r:id="rId465"/>
              </p:custDataLst>
            </p:nvPr>
          </p:nvSpPr>
          <p:spPr bwMode="auto">
            <a:xfrm>
              <a:off x="9244121" y="4526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70" name="Rectangle 469">
              <a:extLst>
                <a:ext uri="{FF2B5EF4-FFF2-40B4-BE49-F238E27FC236}">
                  <a16:creationId xmlns:a16="http://schemas.microsoft.com/office/drawing/2014/main" id="{B6DA6070-003E-2AA9-62DC-5ACC364AF198}"/>
                </a:ext>
              </a:extLst>
            </p:cNvPr>
            <p:cNvSpPr/>
            <p:nvPr>
              <p:custDataLst>
                <p:tags r:id="rId466"/>
              </p:custDataLst>
            </p:nvPr>
          </p:nvSpPr>
          <p:spPr bwMode="auto">
            <a:xfrm>
              <a:off x="10044221" y="4526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71" name="Rectangle 470">
              <a:extLst>
                <a:ext uri="{FF2B5EF4-FFF2-40B4-BE49-F238E27FC236}">
                  <a16:creationId xmlns:a16="http://schemas.microsoft.com/office/drawing/2014/main" id="{23151B6E-8071-0182-4DBA-03D38F7D2D0C}"/>
                </a:ext>
              </a:extLst>
            </p:cNvPr>
            <p:cNvSpPr/>
            <p:nvPr>
              <p:custDataLst>
                <p:tags r:id="rId467"/>
              </p:custDataLst>
            </p:nvPr>
          </p:nvSpPr>
          <p:spPr bwMode="auto">
            <a:xfrm>
              <a:off x="10310921" y="4526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72" name="Rectangle 471">
              <a:extLst>
                <a:ext uri="{FF2B5EF4-FFF2-40B4-BE49-F238E27FC236}">
                  <a16:creationId xmlns:a16="http://schemas.microsoft.com/office/drawing/2014/main" id="{0C3932FA-3652-58A9-EE5F-7EF1D916E3A1}"/>
                </a:ext>
              </a:extLst>
            </p:cNvPr>
            <p:cNvSpPr/>
            <p:nvPr>
              <p:custDataLst>
                <p:tags r:id="rId468"/>
              </p:custDataLst>
            </p:nvPr>
          </p:nvSpPr>
          <p:spPr bwMode="auto">
            <a:xfrm>
              <a:off x="10399821" y="4526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473" name="Rectangle 472">
              <a:extLst>
                <a:ext uri="{FF2B5EF4-FFF2-40B4-BE49-F238E27FC236}">
                  <a16:creationId xmlns:a16="http://schemas.microsoft.com/office/drawing/2014/main" id="{1EE10C1E-8DE5-FA0B-483D-12FEA8AE395F}"/>
                </a:ext>
              </a:extLst>
            </p:cNvPr>
            <p:cNvSpPr/>
            <p:nvPr>
              <p:custDataLst>
                <p:tags r:id="rId469"/>
              </p:custDataLst>
            </p:nvPr>
          </p:nvSpPr>
          <p:spPr bwMode="auto">
            <a:xfrm>
              <a:off x="10666521" y="4526280"/>
              <a:ext cx="88900" cy="88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</p:grp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15225618-1EF6-64B3-44A8-8EEC603E57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2000" y="6541200"/>
            <a:ext cx="1105200" cy="316800"/>
          </a:xfrm>
        </p:spPr>
        <p:txBody>
          <a:bodyPr/>
          <a:lstStyle/>
          <a:p>
            <a:r>
              <a:rPr lang="da-DK" dirty="0"/>
              <a:t>E25 06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28356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AA1A2F8-5ACA-4C54-BB52-D443EC003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Hvad skal jeg lære i dag?</a:t>
            </a:r>
            <a:endParaRPr lang="uk-UA" dirty="0"/>
          </a:p>
        </p:txBody>
      </p:sp>
      <p:sp>
        <p:nvSpPr>
          <p:cNvPr id="17" name="Slide Number Placeholder 2">
            <a:extLst>
              <a:ext uri="{FF2B5EF4-FFF2-40B4-BE49-F238E27FC236}">
                <a16:creationId xmlns:a16="http://schemas.microsoft.com/office/drawing/2014/main" id="{892D6E3B-9D2C-3371-5BA0-DE0BDE11E337}"/>
              </a:ext>
            </a:extLst>
          </p:cNvPr>
          <p:cNvSpPr txBox="1">
            <a:spLocks/>
          </p:cNvSpPr>
          <p:nvPr/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a-DK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fld id="{24C8C45C-947F-4981-8B3F-4F32E973C901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19" name="Footer Placeholder 7">
            <a:extLst>
              <a:ext uri="{FF2B5EF4-FFF2-40B4-BE49-F238E27FC236}">
                <a16:creationId xmlns:a16="http://schemas.microsoft.com/office/drawing/2014/main" id="{5E7F44E8-FF67-83D5-B005-7D0D12438618}"/>
              </a:ext>
            </a:extLst>
          </p:cNvPr>
          <p:cNvSpPr txBox="1">
            <a:spLocks/>
          </p:cNvSpPr>
          <p:nvPr/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ＭＳ Ｐゴシック" pitchFamily="-80" charset="-128"/>
                <a:cs typeface="+mn-cs"/>
              </a:rPr>
              <a:t>10060 Fysik (PG) | gravitation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C3CAA8C-4921-E08A-9F30-955543474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4726" y="1706328"/>
            <a:ext cx="9312374" cy="4545578"/>
          </a:xfrm>
        </p:spPr>
        <p:txBody>
          <a:bodyPr/>
          <a:lstStyle/>
          <a:p>
            <a:pPr marL="0" indent="0">
              <a:buNone/>
            </a:pPr>
            <a:r>
              <a:rPr lang="da-DK" dirty="0"/>
              <a:t>Bruge Newtons gravitationslov til at beregne tyngdekraften mellem to objekter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Vurdere hvornår den eksakte og den approksimerede potentielle </a:t>
            </a:r>
            <a:r>
              <a:rPr lang="da-DK" dirty="0" err="1"/>
              <a:t>gravitationelle</a:t>
            </a:r>
            <a:r>
              <a:rPr lang="da-DK" dirty="0"/>
              <a:t> energi kan bruges og anvende potentiel energi i beregninger med energibevarelse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Regne på objekters kredsløbsfart og omløbstid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Kende til </a:t>
            </a:r>
            <a:r>
              <a:rPr lang="da-DK" dirty="0" err="1"/>
              <a:t>keplers</a:t>
            </a:r>
            <a:r>
              <a:rPr lang="da-DK" dirty="0"/>
              <a:t> love og begrænsningerne ved klassisk gravitationsteori</a:t>
            </a:r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017D61A1-1210-743B-F3D7-D319F5795068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/>
              <a:t>E25 06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928819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167B9F-3A06-6F96-1D96-CBB8A4350C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85157">
            <a:off x="4452840" y="2306836"/>
            <a:ext cx="4121362" cy="3359323"/>
          </a:xfrm>
          <a:prstGeom prst="rect">
            <a:avLst/>
          </a:prstGeom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2AA1A2F8-5ACA-4C54-BB52-D443EC003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Newtons gravitationslov</a:t>
            </a:r>
            <a:endParaRPr lang="uk-UA" dirty="0"/>
          </a:p>
        </p:txBody>
      </p:sp>
      <p:sp>
        <p:nvSpPr>
          <p:cNvPr id="17" name="Slide Number Placeholder 2">
            <a:extLst>
              <a:ext uri="{FF2B5EF4-FFF2-40B4-BE49-F238E27FC236}">
                <a16:creationId xmlns:a16="http://schemas.microsoft.com/office/drawing/2014/main" id="{892D6E3B-9D2C-3371-5BA0-DE0BDE11E337}"/>
              </a:ext>
            </a:extLst>
          </p:cNvPr>
          <p:cNvSpPr txBox="1">
            <a:spLocks/>
          </p:cNvSpPr>
          <p:nvPr/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a-DK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fld id="{24C8C45C-947F-4981-8B3F-4F32E973C901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19" name="Footer Placeholder 7">
            <a:extLst>
              <a:ext uri="{FF2B5EF4-FFF2-40B4-BE49-F238E27FC236}">
                <a16:creationId xmlns:a16="http://schemas.microsoft.com/office/drawing/2014/main" id="{5E7F44E8-FF67-83D5-B005-7D0D12438618}"/>
              </a:ext>
            </a:extLst>
          </p:cNvPr>
          <p:cNvSpPr txBox="1">
            <a:spLocks/>
          </p:cNvSpPr>
          <p:nvPr/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ＭＳ Ｐゴシック" pitchFamily="-80" charset="-128"/>
                <a:cs typeface="+mn-cs"/>
              </a:rPr>
              <a:t>10060 Fysik (PG) | gravitation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C3CAA8C-4921-E08A-9F30-955543474A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74726" y="1706328"/>
                <a:ext cx="9312374" cy="454557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da-DK" dirty="0"/>
                  <a:t>Gravitationskraften på et objekt med masse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da-DK" dirty="0"/>
                  <a:t> fra et andet objekt med masse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da-DK" dirty="0"/>
                  <a:t>, hvor massemidtpunkterne er i en afstand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da-DK" dirty="0"/>
                  <a:t> er</a:t>
                </a:r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1" i="1" smtClean="0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a-DK" b="0" i="0" smtClean="0">
                              <a:latin typeface="Cambria Math" panose="02040503050406030204" pitchFamily="18" charset="0"/>
                            </a:rPr>
                            <m:t>g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𝐺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𝑚𝑀</m:t>
                          </m:r>
                        </m:num>
                        <m:den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acc>
                        <m:accPr>
                          <m:chr m:val="̂"/>
                          <m:ctrlPr>
                            <a:rPr lang="da-DK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acc>
                    </m:oMath>
                  </m:oMathPara>
                </a14:m>
                <a:endParaRPr lang="da-DK" b="1" dirty="0"/>
              </a:p>
              <a:p>
                <a:pPr marL="0" indent="0">
                  <a:buNone/>
                </a:pPr>
                <a:endParaRPr lang="da-DK" b="1" dirty="0"/>
              </a:p>
              <a:p>
                <a:pPr marL="0" indent="0">
                  <a:buNone/>
                </a:pPr>
                <a:endParaRPr lang="da-DK" b="1" dirty="0"/>
              </a:p>
              <a:p>
                <a:pPr marL="0" indent="0">
                  <a:buNone/>
                </a:pPr>
                <a:endParaRPr lang="da-DK" b="1" dirty="0"/>
              </a:p>
              <a:p>
                <a:pPr marL="0" indent="0">
                  <a:buNone/>
                </a:pPr>
                <a:endParaRPr lang="da-DK" b="1" dirty="0"/>
              </a:p>
              <a:p>
                <a:pPr marL="0" indent="0">
                  <a:buNone/>
                </a:pPr>
                <a:endParaRPr lang="da-DK" b="1" dirty="0"/>
              </a:p>
              <a:p>
                <a:pPr marL="0" indent="0">
                  <a:buNone/>
                </a:pPr>
                <a:endParaRPr lang="da-DK" b="1" dirty="0"/>
              </a:p>
              <a:p>
                <a:pPr marL="0" indent="0">
                  <a:buNone/>
                </a:pPr>
                <a:r>
                  <a:rPr lang="da-DK" dirty="0"/>
                  <a:t>hvor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da-DK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</m:oMath>
                </a14:m>
                <a:r>
                  <a:rPr lang="da-DK" dirty="0"/>
                  <a:t> er retningsvektoren fra </a:t>
                </a:r>
                <a14:m>
                  <m:oMath xmlns:m="http://schemas.openxmlformats.org/officeDocument/2006/math">
                    <m:r>
                      <a:rPr lang="da-DK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da-DK" dirty="0"/>
                  <a:t> til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da-DK" dirty="0"/>
                  <a:t> og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=6.67⋅</m:t>
                      </m:r>
                      <m:sSup>
                        <m:sSup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−11</m:t>
                          </m:r>
                        </m:sup>
                      </m:sSup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a-DK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da-DK" b="0" i="0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e>
                            <m:sup>
                              <m:r>
                                <a:rPr lang="da-DK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da-DK" b="0" i="0" smtClean="0">
                              <a:latin typeface="Cambria Math" panose="02040503050406030204" pitchFamily="18" charset="0"/>
                            </a:rPr>
                            <m:t>k</m:t>
                          </m:r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da-DK" b="0" i="0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e>
                            <m:sup>
                              <m:r>
                                <a:rPr lang="da-DK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C3CAA8C-4921-E08A-9F30-955543474A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74726" y="1706328"/>
                <a:ext cx="9312374" cy="4545578"/>
              </a:xfrm>
              <a:blipFill>
                <a:blip r:embed="rId5"/>
                <a:stretch>
                  <a:fillRect l="-1505" t="-17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BF609F7B-4204-825A-B462-16DAF74C8078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/>
              <a:t>E25 06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679452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AA1A2F8-5ACA-4C54-BB52-D443EC003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Tyngdeaccelerationen på Jordens overflade</a:t>
            </a:r>
            <a:endParaRPr lang="uk-UA" dirty="0"/>
          </a:p>
        </p:txBody>
      </p:sp>
      <p:sp>
        <p:nvSpPr>
          <p:cNvPr id="17" name="Slide Number Placeholder 2">
            <a:extLst>
              <a:ext uri="{FF2B5EF4-FFF2-40B4-BE49-F238E27FC236}">
                <a16:creationId xmlns:a16="http://schemas.microsoft.com/office/drawing/2014/main" id="{892D6E3B-9D2C-3371-5BA0-DE0BDE11E337}"/>
              </a:ext>
            </a:extLst>
          </p:cNvPr>
          <p:cNvSpPr txBox="1">
            <a:spLocks/>
          </p:cNvSpPr>
          <p:nvPr/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a-DK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fld id="{24C8C45C-947F-4981-8B3F-4F32E973C901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19" name="Footer Placeholder 7">
            <a:extLst>
              <a:ext uri="{FF2B5EF4-FFF2-40B4-BE49-F238E27FC236}">
                <a16:creationId xmlns:a16="http://schemas.microsoft.com/office/drawing/2014/main" id="{5E7F44E8-FF67-83D5-B005-7D0D12438618}"/>
              </a:ext>
            </a:extLst>
          </p:cNvPr>
          <p:cNvSpPr txBox="1">
            <a:spLocks/>
          </p:cNvSpPr>
          <p:nvPr/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ＭＳ Ｐゴシック" pitchFamily="-80" charset="-128"/>
                <a:cs typeface="+mn-cs"/>
              </a:rPr>
              <a:t>10060 Fysik (PG) | gravitation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C3CAA8C-4921-E08A-9F30-955543474A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74726" y="1706328"/>
                <a:ext cx="9312374" cy="454557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da-DK" dirty="0"/>
                  <a:t>For et objekt med masse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da-DK" dirty="0"/>
                  <a:t> er tyngdeaccelerationen fra Jorden med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⊕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=5.97⋅</m:t>
                    </m:r>
                    <m:sSup>
                      <m:sSup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24</m:t>
                        </m:r>
                      </m:sup>
                    </m:sSup>
                    <m:r>
                      <a:rPr lang="da-DK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a-DK" b="0" i="0" smtClean="0">
                        <a:latin typeface="Cambria Math" panose="02040503050406030204" pitchFamily="18" charset="0"/>
                      </a:rPr>
                      <m:t>kg</m:t>
                    </m:r>
                  </m:oMath>
                </a14:m>
                <a:r>
                  <a:rPr lang="da-DK" dirty="0"/>
                  <a:t>, ved Jordens overflade i radius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⊕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=6370 </m:t>
                    </m:r>
                    <m:r>
                      <m:rPr>
                        <m:sty m:val="p"/>
                      </m:rPr>
                      <a:rPr lang="da-DK" b="0" i="0" smtClean="0">
                        <a:latin typeface="Cambria Math" panose="02040503050406030204" pitchFamily="18" charset="0"/>
                      </a:rPr>
                      <m:t>km</m:t>
                    </m:r>
                  </m:oMath>
                </a14:m>
                <a:r>
                  <a:rPr lang="da-DK" dirty="0"/>
                  <a:t> er størrelsen af accelerationen</a:t>
                </a:r>
              </a:p>
              <a:p>
                <a:pPr marL="0" indent="0">
                  <a:buNone/>
                </a:pPr>
                <a:endParaRPr lang="da-DK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a-DK" b="0" i="0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𝐺</m:t>
                          </m:r>
                          <m:f>
                            <m:f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sSub>
                                <m:sSub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⊕</m:t>
                                  </m:r>
                                </m:sub>
                              </m:sSub>
                            </m:num>
                            <m:den>
                              <m:sSubSup>
                                <m:sSubSup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⊕</m:t>
                                  </m:r>
                                </m:sub>
                                <m:sup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i="1">
                          <a:latin typeface="Cambria Math" panose="02040503050406030204" pitchFamily="18" charset="0"/>
                        </a:rPr>
                        <m:t>𝐺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⊕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⊕</m:t>
                              </m:r>
                            </m:sub>
                            <m:sup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i="1">
                          <a:latin typeface="Cambria Math" panose="02040503050406030204" pitchFamily="18" charset="0"/>
                        </a:rPr>
                        <m:t>9.81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a-DK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num>
                        <m:den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da-DK" b="0" i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p>
                              <m:r>
                                <a:rPr lang="da-DK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a-DK" b="1" dirty="0"/>
              </a:p>
              <a:p>
                <a:pPr marL="0" indent="0">
                  <a:buNone/>
                </a:pPr>
                <a:endParaRPr lang="da-DK" b="1" dirty="0"/>
              </a:p>
              <a:p>
                <a:pPr marL="0" indent="0">
                  <a:buNone/>
                </a:pPr>
                <a:r>
                  <a:rPr lang="da-DK" dirty="0"/>
                  <a:t>Jordens tyngdeacceleration betegnes også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endParaRPr lang="da-DK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C3CAA8C-4921-E08A-9F30-955543474A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74726" y="1706328"/>
                <a:ext cx="9312374" cy="4545578"/>
              </a:xfrm>
              <a:blipFill>
                <a:blip r:embed="rId4"/>
                <a:stretch>
                  <a:fillRect l="-1505" t="-1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C0B98809-51A5-341B-6532-0942BC073318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/>
              <a:t>E25 06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593478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432C-6EE4-3A48-B260-083AF2E7E36A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FI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B87DD-025D-AE43-4A03-910135B61E5D}"/>
              </a:ext>
            </a:extLst>
          </p:cNvPr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FI"/>
              <a:t> </a:t>
            </a:r>
            <a:endParaRPr lang="en-FI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CDD528-4227-98FE-688B-EEF4C0C3D59A}"/>
              </a:ext>
            </a:extLst>
          </p:cNvPr>
          <p:cNvPicPr>
            <a:picLocks/>
          </p:cNvPicPr>
          <p:nvPr>
            <p:custDataLst>
              <p:tags r:id="rId4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1774725" y="553127"/>
            <a:ext cx="7117718" cy="972715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B747A00-CE3D-49FA-9F73-DFE8B14F7037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63500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##/##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CC6C626-F0A2-46FD-B88D-5F51A401635C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0094913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Question slide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7" name="Rectangle: Top Corners Snipped 6">
            <a:extLst>
              <a:ext uri="{FF2B5EF4-FFF2-40B4-BE49-F238E27FC236}">
                <a16:creationId xmlns:a16="http://schemas.microsoft.com/office/drawing/2014/main" id="{3ABE6E94-D3D7-4071-AA9A-131C2C6B7D55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65100" y="254000"/>
            <a:ext cx="177800" cy="127000"/>
          </a:xfrm>
          <a:prstGeom prst="snip2SameRect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DD4BF10-1987-404B-B878-C138F8D049CF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90500" y="127000"/>
            <a:ext cx="127000" cy="127000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11CB25B-5AA7-45C0-A607-2E306A6BC384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1339513" y="6007100"/>
            <a:ext cx="762000" cy="762000"/>
          </a:xfrm>
          <a:prstGeom prst="ellipse">
            <a:avLst/>
          </a:prstGeom>
          <a:solidFill>
            <a:srgbClr val="79238E">
              <a:alpha val="0"/>
              <a:alpha val="0"/>
              <a:alpha val="0"/>
              <a:alpha val="0"/>
            </a:srgbClr>
          </a:solidFill>
          <a:ln w="9525" cap="flat" cmpd="sng" algn="ctr">
            <a:solidFill>
              <a:srgbClr val="79238E">
                <a:alpha val="0"/>
                <a:alpha val="0"/>
                <a:alpha val="0"/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0" tIns="46800" rIns="0" bIns="468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DE2C90-91D4-4FCE-9FC2-F474526F4F70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2793636" y="889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Join at: </a:t>
            </a:r>
            <a:r>
              <a:rPr lang="da-DK" b="1">
                <a:latin typeface="+mn-lt"/>
              </a:rPr>
              <a:t>vevox.app</a:t>
            </a:r>
            <a:endParaRPr lang="da-DK" dirty="0" err="1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CF90BC-AA93-4B91-8D40-562AE887DF26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925895" y="1016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ID: </a:t>
            </a:r>
            <a:r>
              <a:rPr lang="da-DK" b="1">
                <a:latin typeface="+mn-lt"/>
              </a:rPr>
              <a:t>155-043-402</a:t>
            </a:r>
            <a:endParaRPr lang="da-DK" dirty="0" err="1">
              <a:latin typeface="+mn-lt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884EAFD-B440-4257-2427-CDBDED3C3EF7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838090" y="1798320"/>
            <a:ext cx="391337" cy="3175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1D2920A-BF29-E3B7-55A3-87ACDEE9B64E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31"/>
          <a:stretch>
            <a:fillRect/>
          </a:stretch>
        </p:blipFill>
        <p:spPr>
          <a:xfrm>
            <a:off x="838090" y="2433320"/>
            <a:ext cx="391337" cy="3175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36FEE1E-3934-189C-73DC-DE9A6D64ED9E}"/>
              </a:ext>
            </a:extLst>
          </p:cNvPr>
          <p:cNvPicPr>
            <a:picLocks/>
          </p:cNvPicPr>
          <p:nvPr>
            <p:custDataLst>
              <p:tags r:id="rId14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838090" y="3068320"/>
            <a:ext cx="391337" cy="3175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54E9285-3495-28C0-CE69-D88127045F4B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838090" y="3703320"/>
            <a:ext cx="391337" cy="3175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8F2C069-EA58-4A46-9CB6-C9F25FB0216E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10336321" y="196342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1DD7784-9EC8-4F6B-91C6-FFB327BC5B51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838090" y="2115820"/>
            <a:ext cx="949823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E4DDE23-2415-4130-990A-C6EABA16BECC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838090" y="211582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39E3B0-9AFC-4CFC-B194-081B41F8AA19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10336321" y="259842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91F43E4-C34D-444E-95F8-9C12E2170B4B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838090" y="2750820"/>
            <a:ext cx="949823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1D7E4E7-E613-499A-965C-D0A67791627E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838090" y="275082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8028EC-3933-4388-ADE1-42C0A4D7CDF7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10336321" y="323342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2113FF9-CFEC-40E4-99A1-F2318E2173BD}"/>
              </a:ext>
            </a:extLst>
          </p:cNvPr>
          <p:cNvSpPr/>
          <p:nvPr>
            <p:custDataLst>
              <p:tags r:id="rId23"/>
            </p:custDataLst>
          </p:nvPr>
        </p:nvSpPr>
        <p:spPr bwMode="auto">
          <a:xfrm>
            <a:off x="838090" y="3385820"/>
            <a:ext cx="949823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F2040B4-06C0-4B96-ACA5-4D80282B0EFD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838090" y="338582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DBEF2B-2824-41F3-A7CD-08F82CF5C735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10336321" y="386842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844E957-9A2B-4271-B169-F5810DB1E71C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838090" y="4020820"/>
            <a:ext cx="949823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A7E85CB-AF91-4275-94A8-8354D61B6A8B}"/>
              </a:ext>
            </a:extLst>
          </p:cNvPr>
          <p:cNvSpPr/>
          <p:nvPr>
            <p:custDataLst>
              <p:tags r:id="rId27"/>
            </p:custDataLst>
          </p:nvPr>
        </p:nvSpPr>
        <p:spPr bwMode="auto">
          <a:xfrm>
            <a:off x="838090" y="402082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2" name="Date Placeholder 6">
            <a:extLst>
              <a:ext uri="{FF2B5EF4-FFF2-40B4-BE49-F238E27FC236}">
                <a16:creationId xmlns:a16="http://schemas.microsoft.com/office/drawing/2014/main" id="{31F75E6E-E355-9DAF-817E-BD0B45189D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2000" y="6541200"/>
            <a:ext cx="1105200" cy="316800"/>
          </a:xfrm>
        </p:spPr>
        <p:txBody>
          <a:bodyPr/>
          <a:lstStyle/>
          <a:p>
            <a:r>
              <a:rPr lang="da-DK" dirty="0"/>
              <a:t>E25 06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22045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432C-6EE4-3A48-B260-083AF2E7E36A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FI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B87DD-025D-AE43-4A03-910135B61E5D}"/>
              </a:ext>
            </a:extLst>
          </p:cNvPr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FI"/>
              <a:t> </a:t>
            </a:r>
            <a:endParaRPr lang="en-FI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1235F7-83D2-3735-70AB-ECDC0D17309F}"/>
              </a:ext>
            </a:extLst>
          </p:cNvPr>
          <p:cNvPicPr>
            <a:picLocks/>
          </p:cNvPicPr>
          <p:nvPr>
            <p:custDataLst>
              <p:tags r:id="rId4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1774725" y="553127"/>
            <a:ext cx="7117718" cy="972715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5E5C02F-C951-4CA3-AFA9-7568D720B785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63500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##/##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8FECA6D-1B6C-45D2-8326-F74B8938F6F6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0094913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Results slide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7" name="Rectangle: Top Corners Snipped 6">
            <a:extLst>
              <a:ext uri="{FF2B5EF4-FFF2-40B4-BE49-F238E27FC236}">
                <a16:creationId xmlns:a16="http://schemas.microsoft.com/office/drawing/2014/main" id="{A28C1331-4EF8-4B4D-84F2-E38AA13A85F3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65100" y="254000"/>
            <a:ext cx="177800" cy="127000"/>
          </a:xfrm>
          <a:prstGeom prst="snip2SameRect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D1252EE-6E4A-43AB-8742-3C29CA2C5BAE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90500" y="127000"/>
            <a:ext cx="127000" cy="127000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05EC72-C380-4321-9DD2-F37AE4E968AB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2793636" y="889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Join at: </a:t>
            </a:r>
            <a:r>
              <a:rPr lang="da-DK" b="1">
                <a:latin typeface="+mn-lt"/>
              </a:rPr>
              <a:t>vevox.app</a:t>
            </a:r>
            <a:endParaRPr lang="da-DK" dirty="0" err="1"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56E324-4835-4DA1-B5AD-F49527065687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925895" y="1016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ID: </a:t>
            </a:r>
            <a:r>
              <a:rPr lang="da-DK" b="1">
                <a:latin typeface="+mn-lt"/>
              </a:rPr>
              <a:t>155-043-402</a:t>
            </a:r>
            <a:endParaRPr lang="da-DK" dirty="0" err="1">
              <a:latin typeface="+mn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A6539F5-AA72-83CA-BB39-88E7140F497A}"/>
              </a:ext>
            </a:extLst>
          </p:cNvPr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838090" y="1798320"/>
            <a:ext cx="391337" cy="3175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C921C27-4251-A2B3-BF3A-92A19B41B41A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31"/>
          <a:stretch>
            <a:fillRect/>
          </a:stretch>
        </p:blipFill>
        <p:spPr>
          <a:xfrm>
            <a:off x="838090" y="2433320"/>
            <a:ext cx="391337" cy="3175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24C9C7B-385A-54C9-39EE-C9DFED896330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838090" y="3068320"/>
            <a:ext cx="391337" cy="3175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E81A702-FE2B-D57C-CCBA-3241383F9413}"/>
              </a:ext>
            </a:extLst>
          </p:cNvPr>
          <p:cNvPicPr>
            <a:picLocks/>
          </p:cNvPicPr>
          <p:nvPr>
            <p:custDataLst>
              <p:tags r:id="rId14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838090" y="3703320"/>
            <a:ext cx="391337" cy="3175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8AC9FA1-87D9-40E1-BCBD-930203E414DA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10336321" y="196342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##.##%</a:t>
            </a:r>
            <a:endParaRPr lang="da-DK" dirty="0" err="1">
              <a:latin typeface="+mn-lt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EDAEB2E-20F9-4A97-A75C-582872A51AC9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838090" y="2115820"/>
            <a:ext cx="949823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1CCBECE-D204-4F1C-BF26-226A37667035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838090" y="2115820"/>
            <a:ext cx="6350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A708E3-558C-4F47-88C7-3EDB9251C874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10336321" y="259842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##.##%</a:t>
            </a:r>
            <a:endParaRPr lang="da-DK" dirty="0" err="1">
              <a:latin typeface="+mn-lt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0FAB763-11EA-4179-8AB2-1BE07F660826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838090" y="2750820"/>
            <a:ext cx="949823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5BB2471-8EFB-4E10-8932-10C4A18B785B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838090" y="2750820"/>
            <a:ext cx="6350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AD664F-1F73-4AE8-B0FC-29D7D74797FA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10336321" y="323342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##.##%</a:t>
            </a:r>
            <a:endParaRPr lang="da-DK" dirty="0" err="1">
              <a:latin typeface="+mn-lt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13A47BF-6EFD-446E-83CE-EF3812CEA765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838090" y="3385820"/>
            <a:ext cx="949823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2B023A7-C080-4FF5-9249-CFC156D171D9}"/>
              </a:ext>
            </a:extLst>
          </p:cNvPr>
          <p:cNvSpPr/>
          <p:nvPr>
            <p:custDataLst>
              <p:tags r:id="rId23"/>
            </p:custDataLst>
          </p:nvPr>
        </p:nvSpPr>
        <p:spPr bwMode="auto">
          <a:xfrm>
            <a:off x="838090" y="3385820"/>
            <a:ext cx="6350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8268C8-12A1-43FE-A082-2BEA28836041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10336321" y="386842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##.##%</a:t>
            </a:r>
            <a:endParaRPr lang="da-DK" dirty="0" err="1">
              <a:latin typeface="+mn-lt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108D319-E30C-46FC-9C4E-44E1EB58BFA9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838090" y="4020820"/>
            <a:ext cx="949823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24222B1-6A46-47E4-A115-3883E966430A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838090" y="4020820"/>
            <a:ext cx="6350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9A55FB3-34D6-4843-AFF9-2098F35A90B9}"/>
              </a:ext>
            </a:extLst>
          </p:cNvPr>
          <p:cNvSpPr/>
          <p:nvPr>
            <p:custDataLst>
              <p:tags r:id="rId27"/>
            </p:custDataLst>
          </p:nvPr>
        </p:nvSpPr>
        <p:spPr bwMode="auto">
          <a:xfrm>
            <a:off x="0" y="5486400"/>
            <a:ext cx="12190413" cy="1219200"/>
          </a:xfrm>
          <a:prstGeom prst="rect">
            <a:avLst/>
          </a:prstGeom>
          <a:solidFill>
            <a:srgbClr val="666666">
              <a:alpha val="40000"/>
              <a:alpha val="0"/>
            </a:srgbClr>
          </a:solidFill>
          <a:ln w="12700" cap="flat" cmpd="sng" algn="ctr">
            <a:solidFill>
              <a:srgbClr val="808080">
                <a:alpha val="40000"/>
                <a:alpha val="0"/>
              </a:srgbClr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80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EE1DA70C-A647-6293-E9AD-414EBEE7F9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2000" y="6541200"/>
            <a:ext cx="1105200" cy="316800"/>
          </a:xfrm>
        </p:spPr>
        <p:txBody>
          <a:bodyPr/>
          <a:lstStyle/>
          <a:p>
            <a:r>
              <a:rPr lang="da-DK" dirty="0"/>
              <a:t>E25 06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42830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3">
            <a:extLst>
              <a:ext uri="{FF2B5EF4-FFF2-40B4-BE49-F238E27FC236}">
                <a16:creationId xmlns:a16="http://schemas.microsoft.com/office/drawing/2014/main" id="{7C2626C8-F478-54FC-031F-74D72EA00E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7182267" y="1688137"/>
            <a:ext cx="4540483" cy="4083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2AA1A2F8-5ACA-4C54-BB52-D443EC003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Tyngdekraften er konservativ</a:t>
            </a:r>
            <a:endParaRPr lang="uk-UA" dirty="0"/>
          </a:p>
        </p:txBody>
      </p:sp>
      <p:sp>
        <p:nvSpPr>
          <p:cNvPr id="17" name="Slide Number Placeholder 2">
            <a:extLst>
              <a:ext uri="{FF2B5EF4-FFF2-40B4-BE49-F238E27FC236}">
                <a16:creationId xmlns:a16="http://schemas.microsoft.com/office/drawing/2014/main" id="{892D6E3B-9D2C-3371-5BA0-DE0BDE11E337}"/>
              </a:ext>
            </a:extLst>
          </p:cNvPr>
          <p:cNvSpPr txBox="1">
            <a:spLocks/>
          </p:cNvSpPr>
          <p:nvPr/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a-DK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fld id="{24C8C45C-947F-4981-8B3F-4F32E973C901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19" name="Footer Placeholder 7">
            <a:extLst>
              <a:ext uri="{FF2B5EF4-FFF2-40B4-BE49-F238E27FC236}">
                <a16:creationId xmlns:a16="http://schemas.microsoft.com/office/drawing/2014/main" id="{5E7F44E8-FF67-83D5-B005-7D0D12438618}"/>
              </a:ext>
            </a:extLst>
          </p:cNvPr>
          <p:cNvSpPr txBox="1">
            <a:spLocks/>
          </p:cNvSpPr>
          <p:nvPr/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ＭＳ Ｐゴシック" pitchFamily="-80" charset="-128"/>
                <a:cs typeface="+mn-cs"/>
              </a:rPr>
              <a:t>10060 Fysik (PG) | gravitation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68B48477-B5F9-99B5-E50B-D1C0EA6CEE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74726" y="1706328"/>
                <a:ext cx="5040560" cy="454557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da-DK" dirty="0"/>
                  <a:t>Arbejdet fra tyngdekraften fra et punkt til et andet er uafhængig af vejen</a:t>
                </a:r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1" i="1" smtClean="0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a-DK" b="0" i="0" smtClean="0">
                              <a:latin typeface="Cambria Math" panose="02040503050406030204" pitchFamily="18" charset="0"/>
                            </a:rPr>
                            <m:t>g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da-DK" b="1" i="0" smtClean="0">
                          <a:latin typeface="Cambria Math" panose="02040503050406030204" pitchFamily="18" charset="0"/>
                        </a:rPr>
                        <m:t>𝛁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r>
                  <a:rPr lang="da-DK" dirty="0"/>
                  <a:t>eller</a:t>
                </a:r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a-DK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da-DK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1" i="1" smtClean="0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a-DK" b="0" i="0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a-DK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nary>
                    </m:oMath>
                  </m:oMathPara>
                </a14:m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r>
                  <a:rPr lang="da-DK" dirty="0"/>
                  <a:t>hvor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da-DK" dirty="0"/>
                  <a:t> er det </a:t>
                </a:r>
                <a:r>
                  <a:rPr lang="da-DK" dirty="0" err="1"/>
                  <a:t>gravitationelle</a:t>
                </a:r>
                <a:r>
                  <a:rPr lang="da-DK" dirty="0"/>
                  <a:t> potential med enheden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da-DK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da-DK" b="0" i="0" smtClean="0">
                        <a:latin typeface="Cambria Math" panose="02040503050406030204" pitchFamily="18" charset="0"/>
                      </a:rPr>
                      <m:t>J</m:t>
                    </m:r>
                  </m:oMath>
                </a14:m>
                <a:endParaRPr lang="da-DK" dirty="0"/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68B48477-B5F9-99B5-E50B-D1C0EA6CEE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74726" y="1706328"/>
                <a:ext cx="5040560" cy="4545578"/>
              </a:xfrm>
              <a:blipFill>
                <a:blip r:embed="rId6"/>
                <a:stretch>
                  <a:fillRect l="-2781" t="-1743" r="-24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EFEC6B5E-F470-0719-0E97-58AC20944BE3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/>
              <a:t>E25 06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93095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432C-6EE4-3A48-B260-083AF2E7E36A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FI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B87DD-025D-AE43-4A03-910135B61E5D}"/>
              </a:ext>
            </a:extLst>
          </p:cNvPr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FI"/>
              <a:t> </a:t>
            </a:r>
            <a:endParaRPr lang="en-FI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54DDC8-C483-E55B-1478-043B021A452C}"/>
              </a:ext>
            </a:extLst>
          </p:cNvPr>
          <p:cNvPicPr>
            <a:picLocks/>
          </p:cNvPicPr>
          <p:nvPr>
            <p:custDataLst>
              <p:tags r:id="rId4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1774725" y="586298"/>
            <a:ext cx="9312374" cy="906372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EB788CA-4DAF-488D-B18F-3F04D0D239CA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63500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##/##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119159E-CD6C-4956-8D46-9DB7AD07CBBF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0094913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Question slide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7" name="Rectangle: Top Corners Snipped 6">
            <a:extLst>
              <a:ext uri="{FF2B5EF4-FFF2-40B4-BE49-F238E27FC236}">
                <a16:creationId xmlns:a16="http://schemas.microsoft.com/office/drawing/2014/main" id="{609B837B-6500-48C4-9DD7-400A0DB3F1E9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65100" y="254000"/>
            <a:ext cx="177800" cy="127000"/>
          </a:xfrm>
          <a:prstGeom prst="snip2SameRect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D1E09C5-C757-4EF4-BB2B-E3B19CE930F6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90500" y="127000"/>
            <a:ext cx="127000" cy="127000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52080D1-6437-41FF-8EBA-3B0CD35E0F4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1339513" y="6007100"/>
            <a:ext cx="762000" cy="762000"/>
          </a:xfrm>
          <a:prstGeom prst="ellipse">
            <a:avLst/>
          </a:prstGeom>
          <a:solidFill>
            <a:srgbClr val="79238E">
              <a:alpha val="0"/>
              <a:alpha val="0"/>
              <a:alpha val="0"/>
              <a:alpha val="0"/>
              <a:alpha val="0"/>
              <a:alpha val="0"/>
              <a:alpha val="0"/>
              <a:alpha val="0"/>
            </a:srgbClr>
          </a:solidFill>
          <a:ln w="9525" cap="flat" cmpd="sng" algn="ctr">
            <a:solidFill>
              <a:srgbClr val="79238E"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0" tIns="46800" rIns="0" bIns="468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669CA2-48BD-40BC-8B16-ADBFB1C2321F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2793636" y="889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Join at: </a:t>
            </a:r>
            <a:r>
              <a:rPr lang="da-DK" b="1">
                <a:latin typeface="+mn-lt"/>
              </a:rPr>
              <a:t>vevox.app</a:t>
            </a:r>
            <a:endParaRPr lang="da-DK" dirty="0" err="1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14577C-F1C3-4674-9341-84DAC18862C6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925895" y="1016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ID: </a:t>
            </a:r>
            <a:r>
              <a:rPr lang="da-DK" b="1">
                <a:latin typeface="+mn-lt"/>
              </a:rPr>
              <a:t>155-043-402</a:t>
            </a:r>
            <a:endParaRPr lang="da-DK" dirty="0" err="1">
              <a:latin typeface="+mn-lt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91A0CE7-46AF-9929-A0C3-F4C45B0F757E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838090" y="1798320"/>
            <a:ext cx="1772093" cy="3175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EB80DD4-E6ED-8A49-BA04-5DD3DC269AC6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31"/>
          <a:stretch>
            <a:fillRect/>
          </a:stretch>
        </p:blipFill>
        <p:spPr>
          <a:xfrm>
            <a:off x="838090" y="2433320"/>
            <a:ext cx="1927151" cy="3175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BB1A3F3-84E4-00E0-AF0B-BC5ECB80B13B}"/>
              </a:ext>
            </a:extLst>
          </p:cNvPr>
          <p:cNvPicPr>
            <a:picLocks/>
          </p:cNvPicPr>
          <p:nvPr>
            <p:custDataLst>
              <p:tags r:id="rId14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838090" y="3068320"/>
            <a:ext cx="1772093" cy="3175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FDC176D-2D3A-1352-EF8E-CA4D0FC55F56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838090" y="3703320"/>
            <a:ext cx="1927151" cy="3175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3026FC7-AE9D-41F9-945D-D69486075AE9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10336321" y="196342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70F6816-ECD3-4E4C-BBB7-B0F8CF0F5B55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838090" y="2115820"/>
            <a:ext cx="949823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B57B70D-495A-402E-88A4-5D7E72BE74A4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838090" y="211582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B5A9F3-07D1-4C6C-9F7C-9EF6924C25F6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10336321" y="259842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31C8CC7-F90E-41F0-AF71-45AD85EBFCF5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838090" y="2750820"/>
            <a:ext cx="949823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8F478DC-1D2F-4688-9362-F5873330DA51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838090" y="275082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972FBD-7C22-4E14-AC77-0C3992EA2CC4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10336321" y="323342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9663250-0EB8-4113-B521-927804D4174F}"/>
              </a:ext>
            </a:extLst>
          </p:cNvPr>
          <p:cNvSpPr/>
          <p:nvPr>
            <p:custDataLst>
              <p:tags r:id="rId23"/>
            </p:custDataLst>
          </p:nvPr>
        </p:nvSpPr>
        <p:spPr bwMode="auto">
          <a:xfrm>
            <a:off x="838090" y="3385820"/>
            <a:ext cx="949823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6A9F673-FBC2-46E2-BD1B-DBD9A7819614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838090" y="338582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5A020A-5F43-4671-B38B-595372DE06AE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10336321" y="386842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645785C-20D8-45B8-B208-70C0CEB67EAD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838090" y="4020820"/>
            <a:ext cx="949823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387EC89-6DDD-43A4-BD47-02C04951EFD5}"/>
              </a:ext>
            </a:extLst>
          </p:cNvPr>
          <p:cNvSpPr/>
          <p:nvPr>
            <p:custDataLst>
              <p:tags r:id="rId27"/>
            </p:custDataLst>
          </p:nvPr>
        </p:nvSpPr>
        <p:spPr bwMode="auto">
          <a:xfrm>
            <a:off x="838090" y="402082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2" name="Date Placeholder 6">
            <a:extLst>
              <a:ext uri="{FF2B5EF4-FFF2-40B4-BE49-F238E27FC236}">
                <a16:creationId xmlns:a16="http://schemas.microsoft.com/office/drawing/2014/main" id="{B1C9F1A4-DE05-FE51-A7D9-CF20FB134E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2000" y="6541200"/>
            <a:ext cx="1105200" cy="316800"/>
          </a:xfrm>
        </p:spPr>
        <p:txBody>
          <a:bodyPr/>
          <a:lstStyle/>
          <a:p>
            <a:r>
              <a:rPr lang="da-DK" dirty="0"/>
              <a:t>E25 06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97100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432C-6EE4-3A48-B260-083AF2E7E36A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FI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B87DD-025D-AE43-4A03-910135B61E5D}"/>
              </a:ext>
            </a:extLst>
          </p:cNvPr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FI"/>
              <a:t> </a:t>
            </a:r>
            <a:endParaRPr lang="en-FI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C6DE2E-F431-9E25-BF82-C3317C2DA99B}"/>
              </a:ext>
            </a:extLst>
          </p:cNvPr>
          <p:cNvPicPr>
            <a:picLocks/>
          </p:cNvPicPr>
          <p:nvPr>
            <p:custDataLst>
              <p:tags r:id="rId4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1774725" y="586298"/>
            <a:ext cx="9312374" cy="906372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48B3B1A-3393-4033-9AE1-257986E26AF5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63500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##/##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E2846E4-0F07-4770-B7E5-2D5D3F9A484E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0094913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Results slide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7" name="Rectangle: Top Corners Snipped 6">
            <a:extLst>
              <a:ext uri="{FF2B5EF4-FFF2-40B4-BE49-F238E27FC236}">
                <a16:creationId xmlns:a16="http://schemas.microsoft.com/office/drawing/2014/main" id="{F6CB9CA1-6530-4357-A546-D0ED326B60E7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65100" y="254000"/>
            <a:ext cx="177800" cy="127000"/>
          </a:xfrm>
          <a:prstGeom prst="snip2SameRect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58837CA-26F4-4F35-BDFF-22D339DBD9A6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90500" y="127000"/>
            <a:ext cx="127000" cy="127000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F59505-B1E0-4FB0-8CED-5B7684F941E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2793636" y="889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Join at: </a:t>
            </a:r>
            <a:r>
              <a:rPr lang="da-DK" b="1">
                <a:latin typeface="+mn-lt"/>
              </a:rPr>
              <a:t>vevox.app</a:t>
            </a:r>
            <a:endParaRPr lang="da-DK" dirty="0" err="1"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B77080-BE7D-41E1-B87E-2C03EF1183D4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925895" y="1016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ID: </a:t>
            </a:r>
            <a:r>
              <a:rPr lang="da-DK" b="1">
                <a:latin typeface="+mn-lt"/>
              </a:rPr>
              <a:t>155-043-402</a:t>
            </a:r>
            <a:endParaRPr lang="da-DK" dirty="0" err="1">
              <a:latin typeface="+mn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63DF1F8-0588-7C9D-6004-B60F2595F0F6}"/>
              </a:ext>
            </a:extLst>
          </p:cNvPr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838090" y="1798320"/>
            <a:ext cx="1772093" cy="3175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224EAD5-259D-673B-C401-FA7063D0E2A6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31"/>
          <a:stretch>
            <a:fillRect/>
          </a:stretch>
        </p:blipFill>
        <p:spPr>
          <a:xfrm>
            <a:off x="838090" y="2433320"/>
            <a:ext cx="1927151" cy="3175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BF64784-7C39-CC27-8A68-79BD0BE40161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838090" y="3068320"/>
            <a:ext cx="1772093" cy="3175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38CD61F-AF59-27F0-589F-9F171D772ADD}"/>
              </a:ext>
            </a:extLst>
          </p:cNvPr>
          <p:cNvPicPr>
            <a:picLocks/>
          </p:cNvPicPr>
          <p:nvPr>
            <p:custDataLst>
              <p:tags r:id="rId14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838090" y="3703320"/>
            <a:ext cx="1927151" cy="3175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AC35B93-4E21-4142-9EA7-ACB17819D39C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10336321" y="196342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##.##%</a:t>
            </a:r>
            <a:endParaRPr lang="da-DK" dirty="0" err="1">
              <a:latin typeface="+mn-lt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46DA469-A0DA-4B8F-A998-B07A7FB72256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838090" y="2115820"/>
            <a:ext cx="949823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ADCD42E-437D-4679-9740-B8236B2C8E3D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838090" y="2115820"/>
            <a:ext cx="6350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0E7378-C60A-458B-84EE-0746D37EBDED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10336321" y="259842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##.##%</a:t>
            </a:r>
            <a:endParaRPr lang="da-DK" dirty="0" err="1">
              <a:latin typeface="+mn-lt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0CDC9F3-E700-4BB5-9713-E36DFFDB9151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838090" y="2750820"/>
            <a:ext cx="949823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151C87E-D253-4A8C-AACD-F260778999A6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838090" y="2750820"/>
            <a:ext cx="6350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41810D-4870-4751-BD4F-179F96E8C5CE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10336321" y="323342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##.##%</a:t>
            </a:r>
            <a:endParaRPr lang="da-DK" dirty="0" err="1">
              <a:latin typeface="+mn-lt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DADB680-98D4-4DF3-88E8-1FE360E09B5A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838090" y="3385820"/>
            <a:ext cx="949823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31060F4-52DB-4AD9-B3C5-DF96D657DC7A}"/>
              </a:ext>
            </a:extLst>
          </p:cNvPr>
          <p:cNvSpPr/>
          <p:nvPr>
            <p:custDataLst>
              <p:tags r:id="rId23"/>
            </p:custDataLst>
          </p:nvPr>
        </p:nvSpPr>
        <p:spPr bwMode="auto">
          <a:xfrm>
            <a:off x="838090" y="3385820"/>
            <a:ext cx="6350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8FB6578-BF08-4440-9F76-CB3565BAA871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10336321" y="386842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##.##%</a:t>
            </a:r>
            <a:endParaRPr lang="da-DK" dirty="0" err="1">
              <a:latin typeface="+mn-lt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0AC010B-C844-4272-9140-DE8CA24010F8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838090" y="4020820"/>
            <a:ext cx="949823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27A76D1-45D9-4C83-9B46-393813D5760F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838090" y="4020820"/>
            <a:ext cx="6350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C5B26F9-1282-496F-8652-E413AD17FC95}"/>
              </a:ext>
            </a:extLst>
          </p:cNvPr>
          <p:cNvSpPr/>
          <p:nvPr>
            <p:custDataLst>
              <p:tags r:id="rId27"/>
            </p:custDataLst>
          </p:nvPr>
        </p:nvSpPr>
        <p:spPr bwMode="auto">
          <a:xfrm>
            <a:off x="0" y="5486400"/>
            <a:ext cx="12190413" cy="1219200"/>
          </a:xfrm>
          <a:prstGeom prst="rect">
            <a:avLst/>
          </a:prstGeom>
          <a:solidFill>
            <a:srgbClr val="666666">
              <a:alpha val="40000"/>
              <a:alpha val="0"/>
              <a:alpha val="0"/>
            </a:srgbClr>
          </a:solidFill>
          <a:ln w="12700" cap="flat" cmpd="sng" algn="ctr">
            <a:solidFill>
              <a:srgbClr val="808080">
                <a:alpha val="40000"/>
                <a:alpha val="0"/>
                <a:alpha val="0"/>
              </a:srgbClr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80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A35C2C7D-4232-A24A-D510-A5A7B1087D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2000" y="6541200"/>
            <a:ext cx="1105200" cy="316800"/>
          </a:xfrm>
        </p:spPr>
        <p:txBody>
          <a:bodyPr/>
          <a:lstStyle/>
          <a:p>
            <a:r>
              <a:rPr lang="da-DK" dirty="0"/>
              <a:t>E25 06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64263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AA1A2F8-5ACA-4C54-BB52-D443EC003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Det </a:t>
            </a:r>
            <a:r>
              <a:rPr lang="da-DK" dirty="0" err="1"/>
              <a:t>gravitationelle</a:t>
            </a:r>
            <a:r>
              <a:rPr lang="da-DK" dirty="0"/>
              <a:t> potential</a:t>
            </a:r>
            <a:endParaRPr lang="uk-UA" dirty="0"/>
          </a:p>
        </p:txBody>
      </p:sp>
      <p:sp>
        <p:nvSpPr>
          <p:cNvPr id="17" name="Slide Number Placeholder 2">
            <a:extLst>
              <a:ext uri="{FF2B5EF4-FFF2-40B4-BE49-F238E27FC236}">
                <a16:creationId xmlns:a16="http://schemas.microsoft.com/office/drawing/2014/main" id="{892D6E3B-9D2C-3371-5BA0-DE0BDE11E337}"/>
              </a:ext>
            </a:extLst>
          </p:cNvPr>
          <p:cNvSpPr txBox="1">
            <a:spLocks/>
          </p:cNvSpPr>
          <p:nvPr/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a-DK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fld id="{24C8C45C-947F-4981-8B3F-4F32E973C901}" type="slidenum">
              <a:rPr lang="en-GB" smtClean="0"/>
              <a:pPr/>
              <a:t>15</a:t>
            </a:fld>
            <a:endParaRPr lang="en-GB" dirty="0"/>
          </a:p>
        </p:txBody>
      </p:sp>
      <p:sp>
        <p:nvSpPr>
          <p:cNvPr id="19" name="Footer Placeholder 7">
            <a:extLst>
              <a:ext uri="{FF2B5EF4-FFF2-40B4-BE49-F238E27FC236}">
                <a16:creationId xmlns:a16="http://schemas.microsoft.com/office/drawing/2014/main" id="{5E7F44E8-FF67-83D5-B005-7D0D12438618}"/>
              </a:ext>
            </a:extLst>
          </p:cNvPr>
          <p:cNvSpPr txBox="1">
            <a:spLocks/>
          </p:cNvSpPr>
          <p:nvPr/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ＭＳ Ｐゴシック" pitchFamily="-80" charset="-128"/>
                <a:cs typeface="+mn-cs"/>
              </a:rPr>
              <a:t>10060 Fysik (PG) | gravitation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68B48477-B5F9-99B5-E50B-D1C0EA6CEE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74726" y="1706328"/>
                <a:ext cx="9312374" cy="4545578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da-DK" dirty="0"/>
                  <a:t>Det </a:t>
                </a:r>
                <a:r>
                  <a:rPr lang="da-DK" dirty="0" err="1"/>
                  <a:t>gravitationelle</a:t>
                </a:r>
                <a:r>
                  <a:rPr lang="da-DK" dirty="0"/>
                  <a:t> </a:t>
                </a:r>
                <a:r>
                  <a:rPr lang="da-DK" dirty="0" err="1"/>
                  <a:t>potenial</a:t>
                </a:r>
                <a:r>
                  <a:rPr lang="da-DK" dirty="0"/>
                  <a:t>, eller den </a:t>
                </a:r>
                <a:r>
                  <a:rPr lang="da-DK" dirty="0" err="1"/>
                  <a:t>gravitationelle</a:t>
                </a:r>
                <a:r>
                  <a:rPr lang="da-DK" dirty="0"/>
                  <a:t> potentielle energi,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da-DK" dirty="0"/>
                  <a:t> er defineret ved</a:t>
                </a:r>
              </a:p>
              <a:p>
                <a:pPr marL="0" indent="0" algn="just">
                  <a:buNone/>
                </a:pPr>
                <a:endParaRPr lang="da-DK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da-DK" i="1">
                          <a:latin typeface="Cambria Math" panose="02040503050406030204" pitchFamily="18" charset="0"/>
                        </a:rPr>
                        <m:t>𝐺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𝑚𝑀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da-DK" dirty="0"/>
              </a:p>
              <a:p>
                <a:pPr marL="0" indent="0" algn="just">
                  <a:buNone/>
                </a:pPr>
                <a:r>
                  <a:rPr lang="da-DK" dirty="0"/>
                  <a:t>og er altså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da-DK" dirty="0"/>
                  <a:t> for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endParaRPr lang="da-DK" dirty="0"/>
              </a:p>
              <a:p>
                <a:pPr marL="0" indent="0" algn="just">
                  <a:buNone/>
                </a:pPr>
                <a:endParaRPr lang="da-DK" dirty="0"/>
              </a:p>
              <a:p>
                <a:pPr marL="0" indent="0" algn="just">
                  <a:buNone/>
                </a:pPr>
                <a:r>
                  <a:rPr lang="da-DK" dirty="0"/>
                  <a:t>Løftes et  objekt fra Jordens overflade </a:t>
                </a:r>
                <a14:m>
                  <m:oMath xmlns:m="http://schemas.openxmlformats.org/officeDocument/2006/math">
                    <m:r>
                      <a:rPr lang="da-DK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da-DK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⊕</m:t>
                        </m:r>
                      </m:sub>
                    </m:sSub>
                  </m:oMath>
                </a14:m>
                <a:r>
                  <a:rPr lang="da-DK" dirty="0"/>
                  <a:t> til højden </a:t>
                </a:r>
                <a14:m>
                  <m:oMath xmlns:m="http://schemas.openxmlformats.org/officeDocument/2006/math">
                    <m:r>
                      <a:rPr lang="da-DK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⊕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da-DK" dirty="0"/>
                  <a:t> er ændringen i potientel energi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a-DK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da-DK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𝑚𝑔h</m:t>
                    </m:r>
                  </m:oMath>
                </a14:m>
                <a:r>
                  <a:rPr lang="da-DK" dirty="0"/>
                  <a:t> hvis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≪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⊕</m:t>
                        </m:r>
                      </m:sub>
                    </m:sSub>
                  </m:oMath>
                </a14:m>
                <a:endParaRPr lang="da-DK" dirty="0"/>
              </a:p>
              <a:p>
                <a:pPr marL="0" indent="0" algn="just">
                  <a:buNone/>
                </a:pPr>
                <a:endParaRPr lang="da-DK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a-DK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da-DK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da-DK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da-DK" i="1">
                          <a:latin typeface="Cambria Math" panose="02040503050406030204" pitchFamily="18" charset="0"/>
                        </a:rPr>
                        <m:t>𝐺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⊕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⊕</m:t>
                              </m:r>
                            </m:sub>
                          </m:sSub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𝐺</m:t>
                          </m:r>
                          <m:f>
                            <m:f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sSub>
                                <m:sSub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⊕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⊕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da-DK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da-DK" i="1">
                          <a:latin typeface="Cambria Math" panose="02040503050406030204" pitchFamily="18" charset="0"/>
                        </a:rPr>
                        <m:t>𝐺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⊕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⊕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⊕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da-DK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a-DK" i="1">
                          <a:latin typeface="Cambria Math" panose="02040503050406030204" pitchFamily="18" charset="0"/>
                        </a:rPr>
                        <m:t>𝐺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⊕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⊕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a-DK" b="0" i="1" dirty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da-DK" i="1">
                          <a:latin typeface="Cambria Math" panose="02040503050406030204" pitchFamily="18" charset="0"/>
                        </a:rPr>
                        <m:t>𝐺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⊕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⊕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⊕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𝑔</m:t>
                      </m:r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⊕</m:t>
                          </m:r>
                        </m:sub>
                      </m:sSub>
                      <m:d>
                        <m:d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f>
                                <m:f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da-DK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a-DK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da-DK" i="1">
                                          <a:latin typeface="Cambria Math" panose="02040503050406030204" pitchFamily="18" charset="0"/>
                                        </a:rPr>
                                        <m:t>⊕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⊕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𝑚𝑔h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⊕</m:t>
                              </m:r>
                            </m:sub>
                          </m:sSub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𝑚𝑔h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68B48477-B5F9-99B5-E50B-D1C0EA6CEE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74726" y="1706328"/>
                <a:ext cx="9312374" cy="4545578"/>
              </a:xfrm>
              <a:blipFill>
                <a:blip r:embed="rId4"/>
                <a:stretch>
                  <a:fillRect l="-1505" t="-1743" r="-1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3D8BB72E-18CC-1966-AB8F-AB732C2A7FA3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/>
              <a:t>E25 06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9329552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432C-6EE4-3A48-B260-083AF2E7E36A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da-DK"/>
              <a:t>Hvilke(t) udsagn er sand(e)?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B87DD-025D-AE43-4A03-910135B61E5D}"/>
              </a:ext>
            </a:extLst>
          </p:cNvPr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FI"/>
              <a:t> </a:t>
            </a:r>
            <a:endParaRPr lang="en-FI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4D2D9F9-9BA9-4C66-A298-6399EE772E1A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63500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##/##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5D1C5D0-D48A-48AC-B667-23C6F1C7BE63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10094913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Question slide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" name="Rectangle: Top Corners Snipped 5">
            <a:extLst>
              <a:ext uri="{FF2B5EF4-FFF2-40B4-BE49-F238E27FC236}">
                <a16:creationId xmlns:a16="http://schemas.microsoft.com/office/drawing/2014/main" id="{AF25C810-513C-43AD-AA4D-9D2414E12D9C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65100" y="254000"/>
            <a:ext cx="177800" cy="127000"/>
          </a:xfrm>
          <a:prstGeom prst="snip2SameRect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6A3F2CF-2EC4-4545-9DE7-03BD8A290954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90500" y="127000"/>
            <a:ext cx="127000" cy="127000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D950265-796E-4139-97DD-6572E196D76A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1339513" y="6007100"/>
            <a:ext cx="762000" cy="762000"/>
          </a:xfrm>
          <a:prstGeom prst="ellipse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0" tIns="46800" rIns="0" bIns="468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3FE839-B369-455B-9D4C-D876ACDA7BE9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2793636" y="889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Join at: </a:t>
            </a:r>
            <a:r>
              <a:rPr lang="da-DK" b="1">
                <a:latin typeface="+mn-lt"/>
              </a:rPr>
              <a:t>vevox.app</a:t>
            </a:r>
            <a:endParaRPr lang="da-DK" dirty="0" err="1"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D153B7-8731-4FE2-8910-36B177D48346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925895" y="1016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ID: </a:t>
            </a:r>
            <a:r>
              <a:rPr lang="da-DK" b="1">
                <a:latin typeface="+mn-lt"/>
              </a:rPr>
              <a:t>XXX-XXX-XXX</a:t>
            </a:r>
            <a:endParaRPr lang="da-DK" dirty="0" err="1">
              <a:latin typeface="+mn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0BA221A-8C7F-0842-788D-0A5A66F94276}"/>
              </a:ext>
            </a:extLst>
          </p:cNvPr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838090" y="1798320"/>
            <a:ext cx="2635988" cy="3175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2412C26-FF30-6E43-CC7C-6607EEFA3607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838090" y="2433320"/>
            <a:ext cx="4267790" cy="3175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78D6A63-148A-9B8D-4E84-51D7AEFA30E5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838090" y="3068320"/>
            <a:ext cx="4806802" cy="3175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3D150D8-59BE-4AB3-BBD5-D7627BE18B92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10336321" y="196342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##.##%</a:t>
            </a:r>
            <a:endParaRPr lang="da-DK" dirty="0" err="1">
              <a:latin typeface="+mn-lt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C190B95-E112-4152-9BEA-E5C5F9A3C5B1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838090" y="2115820"/>
            <a:ext cx="949823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4DF81A9-7DE7-4536-9508-AD33A3F24C70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838090" y="2115820"/>
            <a:ext cx="6350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C6A7B3-CE26-4B37-A7EB-BA3D62D32C62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10336321" y="259842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##.##%</a:t>
            </a:r>
            <a:endParaRPr lang="da-DK" dirty="0" err="1">
              <a:latin typeface="+mn-lt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96B016B-51BC-4A7E-B462-144A77B44354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838090" y="2750820"/>
            <a:ext cx="949823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AA46AB1-A562-4154-8479-58EE794688FF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838090" y="2750820"/>
            <a:ext cx="6350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65FEAC-8889-4B2F-ABD6-E4CFC1312D9E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10336321" y="323342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##.##%</a:t>
            </a:r>
            <a:endParaRPr lang="da-DK" dirty="0" err="1">
              <a:latin typeface="+mn-lt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742414A-5C69-478C-AB49-E64BF9152AEA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838090" y="3385820"/>
            <a:ext cx="949823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03A3472-E430-47CB-BBB5-9857377D25DF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838090" y="3385820"/>
            <a:ext cx="6350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54A6D7-0A7B-4A72-92D6-8745B6E561F0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838090" y="3703320"/>
            <a:ext cx="1051423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Der er ikke bevarelse af mekanisk energi i gravitationelle systemer</a:t>
            </a:r>
            <a:endParaRPr lang="da-DK" dirty="0" err="1">
              <a:latin typeface="+mn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F42B64B-0D09-43F2-B8A1-D1D3ABDDC82F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10336321" y="386842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##.##%</a:t>
            </a:r>
            <a:endParaRPr lang="da-DK" dirty="0" err="1">
              <a:latin typeface="+mn-lt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CDA341E-6A9E-48A4-9BDB-1498A65E46FF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838090" y="4020820"/>
            <a:ext cx="949823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EF1A8CD-2F44-4BBC-A7E9-FF2AAB9C4526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838090" y="4020820"/>
            <a:ext cx="6350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0" name="Date Placeholder 6">
            <a:extLst>
              <a:ext uri="{FF2B5EF4-FFF2-40B4-BE49-F238E27FC236}">
                <a16:creationId xmlns:a16="http://schemas.microsoft.com/office/drawing/2014/main" id="{B491005A-B06B-9EF9-3010-04A864183E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2000" y="6541200"/>
            <a:ext cx="1105200" cy="316800"/>
          </a:xfrm>
        </p:spPr>
        <p:txBody>
          <a:bodyPr/>
          <a:lstStyle/>
          <a:p>
            <a:r>
              <a:rPr lang="da-DK" dirty="0"/>
              <a:t>E25 06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667875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432C-6EE4-3A48-B260-083AF2E7E36A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da-DK"/>
              <a:t>Hvilke(t) udsagn er sand(e)?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B87DD-025D-AE43-4A03-910135B61E5D}"/>
              </a:ext>
            </a:extLst>
          </p:cNvPr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FI"/>
              <a:t> </a:t>
            </a:r>
            <a:endParaRPr lang="en-FI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120EE3C-4622-4BBB-944F-99A658F9969D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63500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##/##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AFB2479-F745-4F12-91CD-F000C51BCE74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10094913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Results slide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" name="Rectangle: Top Corners Snipped 5">
            <a:extLst>
              <a:ext uri="{FF2B5EF4-FFF2-40B4-BE49-F238E27FC236}">
                <a16:creationId xmlns:a16="http://schemas.microsoft.com/office/drawing/2014/main" id="{6D620B09-EFAF-498C-8005-C7D9EB28C7D7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65100" y="254000"/>
            <a:ext cx="177800" cy="127000"/>
          </a:xfrm>
          <a:prstGeom prst="snip2SameRect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ADCC035-68C1-47D7-A36B-AE08FB173E7F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90500" y="127000"/>
            <a:ext cx="127000" cy="127000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DD0CA4-0AB1-4467-8AF2-6B9BF26693C5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2793636" y="889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Join at: </a:t>
            </a:r>
            <a:r>
              <a:rPr lang="da-DK" b="1">
                <a:latin typeface="+mn-lt"/>
              </a:rPr>
              <a:t>vevox.app</a:t>
            </a:r>
            <a:endParaRPr lang="da-DK" dirty="0" err="1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6792DB-93D1-4DA8-8CF5-CB23F5C9339B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925895" y="1016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ID: </a:t>
            </a:r>
            <a:r>
              <a:rPr lang="da-DK" b="1">
                <a:latin typeface="+mn-lt"/>
              </a:rPr>
              <a:t>XXX-XXX-XXX</a:t>
            </a:r>
            <a:endParaRPr lang="da-DK" dirty="0" err="1">
              <a:latin typeface="+mn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B473E05-A113-BF00-7B9D-4BC462BE0561}"/>
              </a:ext>
            </a:extLst>
          </p:cNvPr>
          <p:cNvPicPr>
            <a:picLocks/>
          </p:cNvPicPr>
          <p:nvPr>
            <p:custDataLst>
              <p:tags r:id="rId10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838090" y="1798320"/>
            <a:ext cx="2635988" cy="317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4849207-877B-9EA4-EDEF-C4C0523E8FBC}"/>
              </a:ext>
            </a:extLst>
          </p:cNvPr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838090" y="2433320"/>
            <a:ext cx="4267790" cy="3175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53291DC-74EA-400C-84D0-5DF2ECF0FF5E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838090" y="3068320"/>
            <a:ext cx="4806802" cy="3175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509AEBD-79CE-4B08-858E-97D828D07669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10336321" y="196342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##.##%</a:t>
            </a:r>
            <a:endParaRPr lang="da-DK" dirty="0" err="1">
              <a:latin typeface="+mn-lt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E48815B-F668-4506-8650-722A6CF04223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838090" y="2115820"/>
            <a:ext cx="949823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D370F9E-88CB-437C-8CE2-594BD9D9411F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838090" y="2115820"/>
            <a:ext cx="6350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230265-F3A6-4BEB-8389-365FA7B446B9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10336321" y="259842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##.##%</a:t>
            </a:r>
            <a:endParaRPr lang="da-DK" dirty="0" err="1">
              <a:latin typeface="+mn-lt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0AD8D4A-64FB-48E1-A809-EAA2CB6EB5A0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838090" y="2750820"/>
            <a:ext cx="949823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E1124C9-9CD7-427B-8C4C-1DE5E3DB8218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838090" y="2750820"/>
            <a:ext cx="6350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8AE6DD-603A-464D-A1AA-0E2AEE7B3A38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10336321" y="323342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##.##%</a:t>
            </a:r>
            <a:endParaRPr lang="da-DK" dirty="0" err="1">
              <a:latin typeface="+mn-lt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6257852-E3AA-47B0-B3F3-97F3EFC33B0E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838090" y="3385820"/>
            <a:ext cx="949823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688297C-2B4A-4490-99CB-A56A33ABBEEA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838090" y="3385820"/>
            <a:ext cx="6350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11FAC1-8F95-417B-BF2D-C52BA564C3FA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838090" y="3703320"/>
            <a:ext cx="1051423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Der er ikke bevarelse af mekanisk energi i gravitationelle systemer</a:t>
            </a:r>
            <a:endParaRPr lang="da-DK" dirty="0" err="1">
              <a:latin typeface="+mn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A3FB694-53A2-4CE6-9A52-34F690CE6DB0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10336321" y="386842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##.##%</a:t>
            </a:r>
            <a:endParaRPr lang="da-DK" dirty="0" err="1">
              <a:latin typeface="+mn-lt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6A9A297-1170-4BC2-9849-DA42B81A2334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838090" y="4020820"/>
            <a:ext cx="949823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78BF6D6-A7CF-496D-8A4B-9B33A27901CB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838090" y="4020820"/>
            <a:ext cx="6350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6A65345-6762-46DC-B817-BAF2A3399BAD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0" y="5486400"/>
            <a:ext cx="12190413" cy="1219200"/>
          </a:xfrm>
          <a:prstGeom prst="rect">
            <a:avLst/>
          </a:prstGeom>
          <a:solidFill>
            <a:srgbClr val="666666">
              <a:alpha val="40000"/>
            </a:srgbClr>
          </a:solidFill>
          <a:ln w="12700" cap="flat" cmpd="sng" algn="ctr">
            <a:solidFill>
              <a:srgbClr val="808080">
                <a:alpha val="40000"/>
              </a:srgbClr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8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RESULTS SLIDE</a:t>
            </a:r>
            <a:endParaRPr kumimoji="0" lang="da-DK" sz="80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0" name="Date Placeholder 6">
            <a:extLst>
              <a:ext uri="{FF2B5EF4-FFF2-40B4-BE49-F238E27FC236}">
                <a16:creationId xmlns:a16="http://schemas.microsoft.com/office/drawing/2014/main" id="{6D87536C-8F6A-3DF4-1862-B807ED3109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2000" y="6541200"/>
            <a:ext cx="1105200" cy="316800"/>
          </a:xfrm>
        </p:spPr>
        <p:txBody>
          <a:bodyPr/>
          <a:lstStyle/>
          <a:p>
            <a:r>
              <a:rPr lang="da-DK" dirty="0"/>
              <a:t>E25 06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665985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AA1A2F8-5ACA-4C54-BB52-D443EC003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Gravitationel</a:t>
            </a:r>
            <a:r>
              <a:rPr lang="da-DK" dirty="0"/>
              <a:t> energibevarelse</a:t>
            </a:r>
            <a:endParaRPr lang="uk-U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C4865A-5ED9-9D8F-2492-0B76EE36DE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a-DK" dirty="0"/>
                  <a:t>Den mekaniske energi er bevaret, hvis der ikke er nogen ydre kræfter</a:t>
                </a:r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r>
                  <a:rPr lang="da-DK" dirty="0"/>
                  <a:t>altså</a:t>
                </a:r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𝑚</m:t>
                      </m:r>
                      <m:sSubSup>
                        <m:sSubSup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da-DK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a-DK" i="1">
                          <a:latin typeface="Cambria Math" panose="02040503050406030204" pitchFamily="18" charset="0"/>
                        </a:rPr>
                        <m:t>𝐺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𝑚𝑀</m:t>
                          </m:r>
                        </m:num>
                        <m:den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da-DK" i="1">
                          <a:latin typeface="Cambria Math" panose="02040503050406030204" pitchFamily="18" charset="0"/>
                        </a:rPr>
                        <m:t>𝑚</m:t>
                      </m:r>
                      <m:sSubSup>
                        <m:sSubSup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da-DK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a-DK" i="1">
                          <a:latin typeface="Cambria Math" panose="02040503050406030204" pitchFamily="18" charset="0"/>
                        </a:rPr>
                        <m:t>𝐺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𝑚𝑀</m:t>
                          </m:r>
                        </m:num>
                        <m:den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C4865A-5ED9-9D8F-2492-0B76EE36DE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505" t="-17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lide Number Placeholder 2">
            <a:extLst>
              <a:ext uri="{FF2B5EF4-FFF2-40B4-BE49-F238E27FC236}">
                <a16:creationId xmlns:a16="http://schemas.microsoft.com/office/drawing/2014/main" id="{892D6E3B-9D2C-3371-5BA0-DE0BDE11E337}"/>
              </a:ext>
            </a:extLst>
          </p:cNvPr>
          <p:cNvSpPr txBox="1">
            <a:spLocks/>
          </p:cNvSpPr>
          <p:nvPr/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a-DK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fld id="{24C8C45C-947F-4981-8B3F-4F32E973C901}" type="slidenum">
              <a:rPr lang="en-GB" smtClean="0"/>
              <a:pPr/>
              <a:t>18</a:t>
            </a:fld>
            <a:endParaRPr lang="en-GB" dirty="0"/>
          </a:p>
        </p:txBody>
      </p:sp>
      <p:sp>
        <p:nvSpPr>
          <p:cNvPr id="19" name="Footer Placeholder 7">
            <a:extLst>
              <a:ext uri="{FF2B5EF4-FFF2-40B4-BE49-F238E27FC236}">
                <a16:creationId xmlns:a16="http://schemas.microsoft.com/office/drawing/2014/main" id="{5E7F44E8-FF67-83D5-B005-7D0D12438618}"/>
              </a:ext>
            </a:extLst>
          </p:cNvPr>
          <p:cNvSpPr txBox="1">
            <a:spLocks/>
          </p:cNvSpPr>
          <p:nvPr/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ＭＳ Ｐゴシック" pitchFamily="-80" charset="-128"/>
                <a:cs typeface="+mn-cs"/>
              </a:rPr>
              <a:t>10060 Fysik (PG) | gravitation</a:t>
            </a:r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FD3F2AC9-8614-0CA7-FD78-7952594E6BF5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/>
              <a:t>E25 06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1362792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AA1A2F8-5ACA-4C54-BB52-D443EC003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Undvigelseshastighed</a:t>
            </a:r>
            <a:endParaRPr lang="uk-UA" dirty="0"/>
          </a:p>
        </p:txBody>
      </p:sp>
      <p:sp>
        <p:nvSpPr>
          <p:cNvPr id="17" name="Slide Number Placeholder 2">
            <a:extLst>
              <a:ext uri="{FF2B5EF4-FFF2-40B4-BE49-F238E27FC236}">
                <a16:creationId xmlns:a16="http://schemas.microsoft.com/office/drawing/2014/main" id="{892D6E3B-9D2C-3371-5BA0-DE0BDE11E337}"/>
              </a:ext>
            </a:extLst>
          </p:cNvPr>
          <p:cNvSpPr txBox="1">
            <a:spLocks/>
          </p:cNvSpPr>
          <p:nvPr/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a-DK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fld id="{24C8C45C-947F-4981-8B3F-4F32E973C901}" type="slidenum">
              <a:rPr lang="en-GB" smtClean="0"/>
              <a:pPr/>
              <a:t>19</a:t>
            </a:fld>
            <a:endParaRPr lang="en-GB" dirty="0"/>
          </a:p>
        </p:txBody>
      </p:sp>
      <p:sp>
        <p:nvSpPr>
          <p:cNvPr id="19" name="Footer Placeholder 7">
            <a:extLst>
              <a:ext uri="{FF2B5EF4-FFF2-40B4-BE49-F238E27FC236}">
                <a16:creationId xmlns:a16="http://schemas.microsoft.com/office/drawing/2014/main" id="{5E7F44E8-FF67-83D5-B005-7D0D12438618}"/>
              </a:ext>
            </a:extLst>
          </p:cNvPr>
          <p:cNvSpPr txBox="1">
            <a:spLocks/>
          </p:cNvSpPr>
          <p:nvPr/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ＭＳ Ｐゴシック" pitchFamily="-80" charset="-128"/>
                <a:cs typeface="+mn-cs"/>
              </a:rPr>
              <a:t>10060 Fysik (PG) | gravitation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680136-7848-0426-BD7E-E6AFDAC92A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6474" y="1679257"/>
            <a:ext cx="9017463" cy="3968954"/>
          </a:xfrm>
          <a:prstGeom prst="rect">
            <a:avLst/>
          </a:prstGeom>
        </p:spPr>
      </p:pic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C3BD0629-C8AD-5D60-AED9-2AB9D56B69EF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/>
              <a:t>E25 06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6694839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AA1A2F8-5ACA-4C54-BB52-D443EC003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Hvad skal jeg lære i dag?</a:t>
            </a:r>
            <a:endParaRPr lang="uk-UA" dirty="0"/>
          </a:p>
        </p:txBody>
      </p:sp>
      <p:sp>
        <p:nvSpPr>
          <p:cNvPr id="17" name="Slide Number Placeholder 2">
            <a:extLst>
              <a:ext uri="{FF2B5EF4-FFF2-40B4-BE49-F238E27FC236}">
                <a16:creationId xmlns:a16="http://schemas.microsoft.com/office/drawing/2014/main" id="{892D6E3B-9D2C-3371-5BA0-DE0BDE11E337}"/>
              </a:ext>
            </a:extLst>
          </p:cNvPr>
          <p:cNvSpPr txBox="1">
            <a:spLocks/>
          </p:cNvSpPr>
          <p:nvPr/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a-DK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fld id="{24C8C45C-947F-4981-8B3F-4F32E973C901}" type="slidenum">
              <a:rPr lang="en-GB" smtClean="0"/>
              <a:pPr/>
              <a:t>20</a:t>
            </a:fld>
            <a:endParaRPr lang="en-GB" dirty="0"/>
          </a:p>
        </p:txBody>
      </p:sp>
      <p:sp>
        <p:nvSpPr>
          <p:cNvPr id="19" name="Footer Placeholder 7">
            <a:extLst>
              <a:ext uri="{FF2B5EF4-FFF2-40B4-BE49-F238E27FC236}">
                <a16:creationId xmlns:a16="http://schemas.microsoft.com/office/drawing/2014/main" id="{5E7F44E8-FF67-83D5-B005-7D0D12438618}"/>
              </a:ext>
            </a:extLst>
          </p:cNvPr>
          <p:cNvSpPr txBox="1">
            <a:spLocks/>
          </p:cNvSpPr>
          <p:nvPr/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ＭＳ Ｐゴシック" pitchFamily="-80" charset="-128"/>
                <a:cs typeface="+mn-cs"/>
              </a:rPr>
              <a:t>10060 Fysik (PG) | gravitation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C3CAA8C-4921-E08A-9F30-955543474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4726" y="1706328"/>
            <a:ext cx="9312374" cy="4545578"/>
          </a:xfrm>
        </p:spPr>
        <p:txBody>
          <a:bodyPr/>
          <a:lstStyle/>
          <a:p>
            <a:pPr marL="0" indent="0">
              <a:buNone/>
            </a:pPr>
            <a:r>
              <a:rPr lang="da-DK" dirty="0"/>
              <a:t>Bruge Newtons gravitationslov til at beregne tyngdekraften mellem to objekter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Vurdere hvornår den eksakte og den approksimerede potentielle </a:t>
            </a:r>
            <a:r>
              <a:rPr lang="da-DK" dirty="0" err="1"/>
              <a:t>gravitationelle</a:t>
            </a:r>
            <a:r>
              <a:rPr lang="da-DK" dirty="0"/>
              <a:t> energi kan bruges og anvende potentiel energi i beregninger med energibevarelse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Regne på objekters kredsløbsfart og omløbstid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Kende til </a:t>
            </a:r>
            <a:r>
              <a:rPr lang="da-DK" dirty="0" err="1"/>
              <a:t>keplers</a:t>
            </a:r>
            <a:r>
              <a:rPr lang="da-DK" dirty="0"/>
              <a:t> love og begrænsningerne ved klassisk gravitationsteori</a:t>
            </a:r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2C533CBE-D6C8-9950-4CA4-E0A2F65B0EE0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/>
              <a:t>E25 06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894984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3EAAA1B-FEF1-BBA2-4F1C-7185E618A7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2427" y="1602192"/>
            <a:ext cx="4820323" cy="4563112"/>
          </a:xfrm>
          <a:prstGeom prst="rect">
            <a:avLst/>
          </a:prstGeom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2AA1A2F8-5ACA-4C54-BB52-D443EC003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Kredsløb</a:t>
            </a:r>
            <a:endParaRPr lang="uk-UA" dirty="0"/>
          </a:p>
        </p:txBody>
      </p:sp>
      <p:sp>
        <p:nvSpPr>
          <p:cNvPr id="17" name="Slide Number Placeholder 2">
            <a:extLst>
              <a:ext uri="{FF2B5EF4-FFF2-40B4-BE49-F238E27FC236}">
                <a16:creationId xmlns:a16="http://schemas.microsoft.com/office/drawing/2014/main" id="{892D6E3B-9D2C-3371-5BA0-DE0BDE11E337}"/>
              </a:ext>
            </a:extLst>
          </p:cNvPr>
          <p:cNvSpPr txBox="1">
            <a:spLocks/>
          </p:cNvSpPr>
          <p:nvPr/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a-DK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fld id="{24C8C45C-947F-4981-8B3F-4F32E973C901}" type="slidenum">
              <a:rPr lang="en-GB" smtClean="0"/>
              <a:pPr/>
              <a:t>21</a:t>
            </a:fld>
            <a:endParaRPr lang="en-GB" dirty="0"/>
          </a:p>
        </p:txBody>
      </p:sp>
      <p:sp>
        <p:nvSpPr>
          <p:cNvPr id="19" name="Footer Placeholder 7">
            <a:extLst>
              <a:ext uri="{FF2B5EF4-FFF2-40B4-BE49-F238E27FC236}">
                <a16:creationId xmlns:a16="http://schemas.microsoft.com/office/drawing/2014/main" id="{5E7F44E8-FF67-83D5-B005-7D0D12438618}"/>
              </a:ext>
            </a:extLst>
          </p:cNvPr>
          <p:cNvSpPr txBox="1">
            <a:spLocks/>
          </p:cNvSpPr>
          <p:nvPr/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ＭＳ Ｐゴシック" pitchFamily="-80" charset="-128"/>
                <a:cs typeface="+mn-cs"/>
              </a:rPr>
              <a:t>10060 Fysik (PG) | gravitation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C3CAA8C-4921-E08A-9F30-955543474A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74726" y="1706328"/>
                <a:ext cx="5127701" cy="4545578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da-DK" dirty="0"/>
                  <a:t>Idet tyngdekraften fra f.eks. en planet med massen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da-DK" dirty="0"/>
                  <a:t> på en satellit med massen</a:t>
                </a:r>
                <a14:m>
                  <m:oMath xmlns:m="http://schemas.openxmlformats.org/officeDocument/2006/math">
                    <m:r>
                      <a:rPr lang="da-DK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da-DK" dirty="0"/>
                  <a:t> altid er rettet mod planetens centrum, kan satellitten være i cirkulært kredsløb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f>
                                <m:f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da-DK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a-DK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p>
                                      <m:r>
                                        <a:rPr lang="da-DK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den>
                              </m:f>
                            </m:e>
                          </m:groupChr>
                        </m:e>
                        <m:lim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a-DK" b="0" i="0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sub>
                          </m:sSub>
                        </m:lim>
                      </m:limLow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f>
                                <m:f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𝑚𝑀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da-DK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a-DK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p>
                                      <m:r>
                                        <a:rPr lang="da-DK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groupChr>
                        </m:e>
                        <m:lim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a-DK" b="0" i="0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</m:lim>
                      </m:limLow>
                    </m:oMath>
                  </m:oMathPara>
                </a14:m>
                <a:endParaRPr lang="da-DK" dirty="0"/>
              </a:p>
              <a:p>
                <a:pPr marL="0" indent="0" algn="just">
                  <a:buNone/>
                </a:pPr>
                <a:endParaRPr lang="da-DK" dirty="0"/>
              </a:p>
              <a:p>
                <a:pPr marL="0" indent="0" algn="just">
                  <a:buNone/>
                </a:pPr>
                <a:r>
                  <a:rPr lang="da-DK" dirty="0"/>
                  <a:t>hvilket giver kredsløbsfarten</a:t>
                </a:r>
              </a:p>
              <a:p>
                <a:pPr marL="0" indent="0" algn="just">
                  <a:buNone/>
                </a:pPr>
                <a:endParaRPr lang="da-DK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a-DK" b="0" i="0" smtClean="0">
                              <a:latin typeface="Cambria Math" panose="02040503050406030204" pitchFamily="18" charset="0"/>
                            </a:rPr>
                            <m:t>kredsl</m:t>
                          </m:r>
                          <m:r>
                            <a:rPr lang="da-DK" b="0" i="0" smtClean="0">
                              <a:latin typeface="Cambria Math" panose="02040503050406030204" pitchFamily="18" charset="0"/>
                            </a:rPr>
                            <m:t>ø</m:t>
                          </m:r>
                          <m:r>
                            <m:rPr>
                              <m:sty m:val="p"/>
                            </m:rPr>
                            <a:rPr lang="da-DK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𝐺𝑀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rad>
                    </m:oMath>
                  </m:oMathPara>
                </a14:m>
                <a:endParaRPr lang="da-DK" dirty="0"/>
              </a:p>
              <a:p>
                <a:pPr marL="0" indent="0" algn="just">
                  <a:buNone/>
                </a:pPr>
                <a:endParaRPr lang="da-DK" dirty="0"/>
              </a:p>
              <a:p>
                <a:pPr marL="0" indent="0" algn="just">
                  <a:buNone/>
                </a:pPr>
                <a:r>
                  <a:rPr lang="da-DK" dirty="0"/>
                  <a:t>og omløbstiden </a:t>
                </a:r>
              </a:p>
              <a:p>
                <a:pPr marL="0" indent="0" algn="just">
                  <a:buNone/>
                </a:pPr>
                <a:endParaRPr lang="da-DK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𝜋</m:t>
                      </m:r>
                      <m:rad>
                        <m:radPr>
                          <m:degHide m:val="on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𝐺𝑀</m:t>
                          </m:r>
                        </m:e>
                      </m:ra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C3CAA8C-4921-E08A-9F30-955543474A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74726" y="1706328"/>
                <a:ext cx="5127701" cy="4545578"/>
              </a:xfrm>
              <a:blipFill>
                <a:blip r:embed="rId5"/>
                <a:stretch>
                  <a:fillRect l="-2735" t="-1743" r="-2854" b="-2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FDE12BC2-2940-F040-14EC-9730ED88CAE3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/>
              <a:t>E25 06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5361327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AA1A2F8-5ACA-4C54-BB52-D443EC003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Kredsløb</a:t>
            </a:r>
            <a:endParaRPr lang="uk-U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271679-033D-70B0-2E5A-C43B5D23FE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57200" y="2156361"/>
                <a:ext cx="4954030" cy="3627320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en-US" dirty="0"/>
                  <a:t>En </a:t>
                </a:r>
                <a:r>
                  <a:rPr lang="en-US" dirty="0" err="1"/>
                  <a:t>optimistisk</a:t>
                </a:r>
                <a:r>
                  <a:rPr lang="en-US" dirty="0"/>
                  <a:t> </a:t>
                </a:r>
                <a:r>
                  <a:rPr lang="en-US" dirty="0" err="1"/>
                  <a:t>forelæser</a:t>
                </a:r>
                <a:r>
                  <a:rPr lang="en-US" dirty="0"/>
                  <a:t> på 10060 </a:t>
                </a:r>
                <a:r>
                  <a:rPr lang="en-US" dirty="0" err="1"/>
                  <a:t>Fysik</a:t>
                </a:r>
                <a:r>
                  <a:rPr lang="en-US" dirty="0"/>
                  <a:t> (PG) </a:t>
                </a:r>
                <a:r>
                  <a:rPr lang="en-US" dirty="0" err="1"/>
                  <a:t>forsøger</a:t>
                </a:r>
                <a:r>
                  <a:rPr lang="en-US" dirty="0"/>
                  <a:t> at </a:t>
                </a:r>
                <a:r>
                  <a:rPr lang="en-US" dirty="0" err="1"/>
                  <a:t>sende</a:t>
                </a:r>
                <a:r>
                  <a:rPr lang="en-US" dirty="0"/>
                  <a:t> et </a:t>
                </a:r>
                <a:r>
                  <a:rPr lang="en-US" dirty="0" err="1"/>
                  <a:t>kridt</a:t>
                </a:r>
                <a:r>
                  <a:rPr lang="en-US" dirty="0"/>
                  <a:t> i </a:t>
                </a:r>
                <a:r>
                  <a:rPr lang="en-US" dirty="0" err="1"/>
                  <a:t>kredsløb</a:t>
                </a:r>
                <a:r>
                  <a:rPr lang="en-US" dirty="0"/>
                  <a:t> om Jorden </a:t>
                </a:r>
                <a:r>
                  <a:rPr lang="en-US" dirty="0" err="1"/>
                  <a:t>ved</a:t>
                </a:r>
                <a:r>
                  <a:rPr lang="en-US" dirty="0"/>
                  <a:t> at </a:t>
                </a:r>
                <a:r>
                  <a:rPr lang="en-US" dirty="0" err="1"/>
                  <a:t>kaste</a:t>
                </a:r>
                <a:r>
                  <a:rPr lang="en-US" dirty="0"/>
                  <a:t> det </a:t>
                </a:r>
                <a:r>
                  <a:rPr lang="en-US" dirty="0" err="1"/>
                  <a:t>hårdt</a:t>
                </a:r>
                <a:r>
                  <a:rPr lang="en-US" dirty="0"/>
                  <a:t> </a:t>
                </a:r>
                <a:r>
                  <a:rPr lang="en-US" dirty="0" err="1"/>
                  <a:t>parellelt</a:t>
                </a:r>
                <a:r>
                  <a:rPr lang="en-US" dirty="0"/>
                  <a:t> med </a:t>
                </a:r>
                <a:r>
                  <a:rPr lang="en-US" dirty="0" err="1"/>
                  <a:t>Jordens</a:t>
                </a:r>
                <a:r>
                  <a:rPr lang="en-US" dirty="0"/>
                  <a:t> </a:t>
                </a:r>
                <a:r>
                  <a:rPr lang="en-US" dirty="0" err="1"/>
                  <a:t>overflade</a:t>
                </a:r>
                <a:r>
                  <a:rPr lang="en-US" dirty="0"/>
                  <a:t> i </a:t>
                </a:r>
                <a:r>
                  <a:rPr lang="en-US" dirty="0" err="1"/>
                  <a:t>en</a:t>
                </a:r>
                <a:r>
                  <a:rPr lang="en-US" dirty="0"/>
                  <a:t> </a:t>
                </a:r>
                <a:r>
                  <a:rPr lang="en-US" dirty="0" err="1"/>
                  <a:t>højde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da-DK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a-DK" b="0" i="0" smtClean="0"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da-DK" dirty="0"/>
                  <a:t>. </a:t>
                </a:r>
              </a:p>
              <a:p>
                <a:pPr marL="0" indent="0" algn="just">
                  <a:buNone/>
                </a:pPr>
                <a:endParaRPr lang="da-DK" dirty="0"/>
              </a:p>
              <a:p>
                <a:pPr marL="0" indent="0" algn="just">
                  <a:buNone/>
                </a:pPr>
                <a:r>
                  <a:rPr lang="da-DK" dirty="0"/>
                  <a:t>Du kan ignorere luftmodstand, bygninger, mv.</a:t>
                </a:r>
              </a:p>
              <a:p>
                <a:pPr marL="0" indent="0" algn="just">
                  <a:buNone/>
                </a:pPr>
                <a:endParaRPr lang="da-DK" dirty="0"/>
              </a:p>
              <a:p>
                <a:pPr marL="0" indent="0" algn="just">
                  <a:buNone/>
                </a:pPr>
                <a:r>
                  <a:rPr lang="da-DK" dirty="0"/>
                  <a:t>Hvad skal kridtets fart være for at være i kredsløb?</a:t>
                </a:r>
              </a:p>
              <a:p>
                <a:pPr marL="0" indent="0" algn="just">
                  <a:buNone/>
                </a:pPr>
                <a:endParaRPr lang="da-DK" dirty="0"/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=6.67⋅</m:t>
                    </m:r>
                    <m:sSup>
                      <m:sSup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da-DK" i="1">
                            <a:latin typeface="Cambria Math" panose="02040503050406030204" pitchFamily="18" charset="0"/>
                          </a:rPr>
                          <m:t>−11</m:t>
                        </m:r>
                      </m:sup>
                    </m:sSup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da-DK" b="0" i="0" smtClean="0">
                            <a:latin typeface="Cambria Math" panose="02040503050406030204" pitchFamily="18" charset="0"/>
                          </a:rPr>
                          <m:t>N</m:t>
                        </m:r>
                        <m:sSup>
                          <m:sSup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da-DK" b="0" i="0" smtClean="0"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p>
                            <m:r>
                              <a:rPr lang="da-DK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da-DK" b="0" i="0" smtClean="0">
                            <a:latin typeface="Cambria Math" panose="02040503050406030204" pitchFamily="18" charset="0"/>
                          </a:rPr>
                          <m:t>k</m:t>
                        </m:r>
                        <m:sSup>
                          <m:sSup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da-DK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p>
                            <m:r>
                              <a:rPr lang="da-DK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da-DK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⊕</m:t>
                        </m:r>
                      </m:sub>
                    </m:sSub>
                    <m:r>
                      <a:rPr lang="da-DK" i="1">
                        <a:latin typeface="Cambria Math" panose="02040503050406030204" pitchFamily="18" charset="0"/>
                      </a:rPr>
                      <m:t>=637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da-DK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a-DK">
                        <a:latin typeface="Cambria Math" panose="02040503050406030204" pitchFamily="18" charset="0"/>
                      </a:rPr>
                      <m:t>km</m:t>
                    </m:r>
                  </m:oMath>
                </a14:m>
                <a:endParaRPr lang="da-DK" dirty="0"/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⊕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=5.97⋅</m:t>
                    </m:r>
                    <m:sSup>
                      <m:sSup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24</m:t>
                        </m:r>
                      </m:sup>
                    </m:sSup>
                    <m:r>
                      <a:rPr lang="da-DK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a-DK" b="0" i="0" smtClean="0">
                        <a:latin typeface="Cambria Math" panose="02040503050406030204" pitchFamily="18" charset="0"/>
                      </a:rPr>
                      <m:t>kg</m:t>
                    </m:r>
                  </m:oMath>
                </a14:m>
                <a:r>
                  <a:rPr lang="da-DK" dirty="0"/>
                  <a:t>  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a-DK" b="0" i="0" smtClean="0">
                            <a:latin typeface="Cambria Math" panose="02040503050406030204" pitchFamily="18" charset="0"/>
                          </a:rPr>
                          <m:t>kridt</m:t>
                        </m:r>
                      </m:sub>
                    </m:sSub>
                    <m:r>
                      <a:rPr lang="da-DK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3.28 </m:t>
                    </m:r>
                    <m:r>
                      <m:rPr>
                        <m:sty m:val="p"/>
                      </m:rPr>
                      <a:rPr lang="da-DK">
                        <a:latin typeface="Cambria Math" panose="02040503050406030204" pitchFamily="18" charset="0"/>
                      </a:rPr>
                      <m:t>g</m:t>
                    </m:r>
                  </m:oMath>
                </a14:m>
                <a:r>
                  <a:rPr lang="da-DK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271679-033D-70B0-2E5A-C43B5D23FE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57200" y="2156361"/>
                <a:ext cx="4954030" cy="3627320"/>
              </a:xfrm>
              <a:blipFill>
                <a:blip r:embed="rId5"/>
                <a:stretch>
                  <a:fillRect l="-2956" t="-2185" r="-2956" b="-105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lide Number Placeholder 2">
            <a:extLst>
              <a:ext uri="{FF2B5EF4-FFF2-40B4-BE49-F238E27FC236}">
                <a16:creationId xmlns:a16="http://schemas.microsoft.com/office/drawing/2014/main" id="{892D6E3B-9D2C-3371-5BA0-DE0BDE11E337}"/>
              </a:ext>
            </a:extLst>
          </p:cNvPr>
          <p:cNvSpPr txBox="1">
            <a:spLocks/>
          </p:cNvSpPr>
          <p:nvPr/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a-DK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fld id="{24C8C45C-947F-4981-8B3F-4F32E973C901}" type="slidenum">
              <a:rPr lang="en-GB" smtClean="0"/>
              <a:pPr/>
              <a:t>22</a:t>
            </a:fld>
            <a:endParaRPr lang="en-GB" dirty="0"/>
          </a:p>
        </p:txBody>
      </p:sp>
      <p:sp>
        <p:nvSpPr>
          <p:cNvPr id="19" name="Footer Placeholder 7">
            <a:extLst>
              <a:ext uri="{FF2B5EF4-FFF2-40B4-BE49-F238E27FC236}">
                <a16:creationId xmlns:a16="http://schemas.microsoft.com/office/drawing/2014/main" id="{5E7F44E8-FF67-83D5-B005-7D0D12438618}"/>
              </a:ext>
            </a:extLst>
          </p:cNvPr>
          <p:cNvSpPr txBox="1">
            <a:spLocks/>
          </p:cNvSpPr>
          <p:nvPr/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ＭＳ Ｐゴシック" pitchFamily="-80" charset="-128"/>
                <a:cs typeface="+mn-cs"/>
              </a:rPr>
              <a:t>10060 Fysik (PG) | gravitation</a:t>
            </a:r>
          </a:p>
        </p:txBody>
      </p:sp>
      <p:pic>
        <p:nvPicPr>
          <p:cNvPr id="1026" name="Picture 2" descr="Thumbnail Image A physics teacher throwing a piece of chalk very hard to make it orbit Earth">
            <a:extLst>
              <a:ext uri="{FF2B5EF4-FFF2-40B4-BE49-F238E27FC236}">
                <a16:creationId xmlns:a16="http://schemas.microsoft.com/office/drawing/2014/main" id="{8486499E-4EC3-93B5-BE4A-C9EF3345CA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8968" y="620688"/>
            <a:ext cx="5472608" cy="5472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38042B11-C815-D6FB-2464-740275D396E5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/>
              <a:t>E25 06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5184204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432C-6EE4-3A48-B260-083AF2E7E36A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da-DK"/>
              <a:t>Hvad skal kridtets fart være for at være i kredsløb (km/s)?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B87DD-025D-AE43-4A03-910135B61E5D}"/>
              </a:ext>
            </a:extLst>
          </p:cNvPr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FI"/>
              <a:t> </a:t>
            </a:r>
            <a:endParaRPr lang="en-FI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946747A-130C-4E51-98D8-C797A63CADDF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63500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##/##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70A4C61-00D7-479A-BF98-410E4FB91055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10094913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Question slide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" name="Rectangle: Top Corners Snipped 5">
            <a:extLst>
              <a:ext uri="{FF2B5EF4-FFF2-40B4-BE49-F238E27FC236}">
                <a16:creationId xmlns:a16="http://schemas.microsoft.com/office/drawing/2014/main" id="{7B2DE088-ABA4-4DE0-9001-FCD351018CAA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65100" y="254000"/>
            <a:ext cx="177800" cy="127000"/>
          </a:xfrm>
          <a:prstGeom prst="snip2SameRect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29D971C-0252-426C-829F-D5DB87DB7243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90500" y="127000"/>
            <a:ext cx="127000" cy="127000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C40B7E3-2ECA-430D-83F2-926B2203F4C9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1339513" y="6007100"/>
            <a:ext cx="762000" cy="762000"/>
          </a:xfrm>
          <a:prstGeom prst="ellipse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0" tIns="46800" rIns="0" bIns="468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7A3C28-EBA1-49DB-A345-5204D4A9E963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2793636" y="889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Join at: </a:t>
            </a:r>
            <a:r>
              <a:rPr lang="da-DK" b="1">
                <a:latin typeface="+mn-lt"/>
              </a:rPr>
              <a:t>vevox.app</a:t>
            </a:r>
            <a:endParaRPr lang="da-DK" dirty="0" err="1"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72FDA2-B5B0-44BE-966D-93098A48DF9D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925895" y="1016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ID: </a:t>
            </a:r>
            <a:r>
              <a:rPr lang="da-DK" b="1">
                <a:latin typeface="+mn-lt"/>
              </a:rPr>
              <a:t>XXX-XXX-XXX</a:t>
            </a:r>
            <a:endParaRPr lang="da-DK" dirty="0" err="1">
              <a:latin typeface="+mn-lt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9ED245E-CCC8-43F1-A657-8922DD6BFC94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>
            <a:off x="1088429" y="5720080"/>
            <a:ext cx="1270" cy="635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F855E6F-D5EC-4823-A641-9901AA2CB02C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840779" y="5720080"/>
            <a:ext cx="4953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1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0</a:t>
            </a:r>
            <a:endParaRPr lang="da-DK" dirty="0" err="1">
              <a:latin typeface="+mn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1ED4E9-7B46-4639-8FC3-D9B3C5964C61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838090" y="2179320"/>
            <a:ext cx="500677" cy="3540760"/>
          </a:xfrm>
          <a:prstGeom prst="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19A1B5-473A-4DEE-8C46-54960BF80C71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838090" y="5656580"/>
            <a:ext cx="500677" cy="63500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78E112-1035-435C-A190-792B8E6E5AA9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1338768" y="2179320"/>
            <a:ext cx="500677" cy="3540760"/>
          </a:xfrm>
          <a:prstGeom prst="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93E3EE-1C15-4183-8CA3-BA0CFB87D59F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1338768" y="5656580"/>
            <a:ext cx="500677" cy="63500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76EA6DC-C78A-4582-BA4C-245FC90689FB}"/>
              </a:ext>
            </a:extLst>
          </p:cNvPr>
          <p:cNvCxnSpPr/>
          <p:nvPr>
            <p:custDataLst>
              <p:tags r:id="rId17"/>
            </p:custDataLst>
          </p:nvPr>
        </p:nvCxnSpPr>
        <p:spPr bwMode="auto">
          <a:xfrm>
            <a:off x="2089785" y="5720080"/>
            <a:ext cx="1270" cy="635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55F5E00-1CC7-4F43-A46E-66DC449FEF14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1842135" y="5720080"/>
            <a:ext cx="4953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1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2</a:t>
            </a:r>
            <a:endParaRPr lang="da-DK" dirty="0" err="1">
              <a:latin typeface="+mn-lt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F32686-5A00-43B4-A709-EADD730CC069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1839446" y="2179320"/>
            <a:ext cx="500677" cy="3540760"/>
          </a:xfrm>
          <a:prstGeom prst="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1525C5D-D8F1-415C-85A3-E92C71492FB1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1839446" y="5656580"/>
            <a:ext cx="500677" cy="63500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B339110-2B6B-4B3E-A9E1-21A6A221F9EA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2340123" y="2179320"/>
            <a:ext cx="500677" cy="3540760"/>
          </a:xfrm>
          <a:prstGeom prst="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C4B7E39-9E3C-4607-A354-3B1054512E8D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2340123" y="5656580"/>
            <a:ext cx="500677" cy="63500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AF53971-CD51-4258-9F8D-B4FD2FDEEF50}"/>
              </a:ext>
            </a:extLst>
          </p:cNvPr>
          <p:cNvCxnSpPr/>
          <p:nvPr>
            <p:custDataLst>
              <p:tags r:id="rId23"/>
            </p:custDataLst>
          </p:nvPr>
        </p:nvCxnSpPr>
        <p:spPr bwMode="auto">
          <a:xfrm>
            <a:off x="3091140" y="5720080"/>
            <a:ext cx="1270" cy="635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E520134-87D8-4C5B-9972-38E08929D0AA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2843490" y="5720080"/>
            <a:ext cx="4953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1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4</a:t>
            </a:r>
            <a:endParaRPr lang="da-DK" dirty="0" err="1">
              <a:latin typeface="+mn-lt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619D8F7-26D3-4934-9B00-83919FED8673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2840801" y="2179320"/>
            <a:ext cx="500677" cy="3540760"/>
          </a:xfrm>
          <a:prstGeom prst="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2DFA473-C8AD-4A46-9D2C-2739A4508E42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2840801" y="5656580"/>
            <a:ext cx="500677" cy="63500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8662021-B63B-481C-B203-F4AC6C782A6F}"/>
              </a:ext>
            </a:extLst>
          </p:cNvPr>
          <p:cNvSpPr/>
          <p:nvPr>
            <p:custDataLst>
              <p:tags r:id="rId27"/>
            </p:custDataLst>
          </p:nvPr>
        </p:nvSpPr>
        <p:spPr bwMode="auto">
          <a:xfrm>
            <a:off x="3341479" y="2179320"/>
            <a:ext cx="500677" cy="3540760"/>
          </a:xfrm>
          <a:prstGeom prst="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5F03A60-8CF9-4A99-98D1-AB645F12AFA4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3341479" y="5656580"/>
            <a:ext cx="500677" cy="63500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E675ADA-CE07-42CA-BDF7-F0474050D5F2}"/>
              </a:ext>
            </a:extLst>
          </p:cNvPr>
          <p:cNvCxnSpPr/>
          <p:nvPr>
            <p:custDataLst>
              <p:tags r:id="rId29"/>
            </p:custDataLst>
          </p:nvPr>
        </p:nvCxnSpPr>
        <p:spPr bwMode="auto">
          <a:xfrm>
            <a:off x="4092495" y="5720080"/>
            <a:ext cx="1270" cy="635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9967495-C345-4D1F-B13F-46038EA63245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3844845" y="5720080"/>
            <a:ext cx="4953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1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6</a:t>
            </a:r>
            <a:endParaRPr lang="da-DK" dirty="0" err="1">
              <a:latin typeface="+mn-lt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9A11265-A4AE-4A71-A7AB-4D378D020915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3842156" y="2179320"/>
            <a:ext cx="500677" cy="3540760"/>
          </a:xfrm>
          <a:prstGeom prst="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8903C2E-C3D0-4FC1-9979-6F4965149325}"/>
              </a:ext>
            </a:extLst>
          </p:cNvPr>
          <p:cNvSpPr/>
          <p:nvPr>
            <p:custDataLst>
              <p:tags r:id="rId32"/>
            </p:custDataLst>
          </p:nvPr>
        </p:nvSpPr>
        <p:spPr bwMode="auto">
          <a:xfrm>
            <a:off x="3842156" y="5656580"/>
            <a:ext cx="500677" cy="63500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0D04959-DAE6-47DC-B4EB-E6EE92AB5290}"/>
              </a:ext>
            </a:extLst>
          </p:cNvPr>
          <p:cNvSpPr/>
          <p:nvPr>
            <p:custDataLst>
              <p:tags r:id="rId33"/>
            </p:custDataLst>
          </p:nvPr>
        </p:nvSpPr>
        <p:spPr bwMode="auto">
          <a:xfrm>
            <a:off x="4342834" y="2179320"/>
            <a:ext cx="500677" cy="3540760"/>
          </a:xfrm>
          <a:prstGeom prst="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579F431-F3A7-489D-A365-D83AB3CBF764}"/>
              </a:ext>
            </a:extLst>
          </p:cNvPr>
          <p:cNvSpPr/>
          <p:nvPr>
            <p:custDataLst>
              <p:tags r:id="rId34"/>
            </p:custDataLst>
          </p:nvPr>
        </p:nvSpPr>
        <p:spPr bwMode="auto">
          <a:xfrm>
            <a:off x="4342834" y="5656580"/>
            <a:ext cx="500677" cy="63500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B85524A-DE63-4638-B84E-026804E4A055}"/>
              </a:ext>
            </a:extLst>
          </p:cNvPr>
          <p:cNvCxnSpPr/>
          <p:nvPr>
            <p:custDataLst>
              <p:tags r:id="rId35"/>
            </p:custDataLst>
          </p:nvPr>
        </p:nvCxnSpPr>
        <p:spPr bwMode="auto">
          <a:xfrm>
            <a:off x="5093851" y="5720080"/>
            <a:ext cx="1270" cy="635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B3625C1-937C-4A5C-9D65-5D6223CD01A6}"/>
              </a:ext>
            </a:extLst>
          </p:cNvPr>
          <p:cNvSpPr txBox="1"/>
          <p:nvPr>
            <p:custDataLst>
              <p:tags r:id="rId36"/>
            </p:custDataLst>
          </p:nvPr>
        </p:nvSpPr>
        <p:spPr>
          <a:xfrm>
            <a:off x="4846201" y="5720080"/>
            <a:ext cx="4953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1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8</a:t>
            </a:r>
            <a:endParaRPr lang="da-DK" dirty="0" err="1">
              <a:latin typeface="+mn-lt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5B922EE-ECC2-42DA-B6C5-5AE37CEAF253}"/>
              </a:ext>
            </a:extLst>
          </p:cNvPr>
          <p:cNvSpPr/>
          <p:nvPr>
            <p:custDataLst>
              <p:tags r:id="rId37"/>
            </p:custDataLst>
          </p:nvPr>
        </p:nvSpPr>
        <p:spPr bwMode="auto">
          <a:xfrm>
            <a:off x="4843512" y="2179320"/>
            <a:ext cx="500677" cy="3540760"/>
          </a:xfrm>
          <a:prstGeom prst="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BC9BD28-602D-4BE8-8965-47143E63DE68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4843512" y="5656580"/>
            <a:ext cx="500677" cy="63500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8B4652B-1494-493A-90B1-09E420DE1713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5344189" y="2179320"/>
            <a:ext cx="500677" cy="3540760"/>
          </a:xfrm>
          <a:prstGeom prst="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131405A-BAEB-4648-AB28-DB6FD700131C}"/>
              </a:ext>
            </a:extLst>
          </p:cNvPr>
          <p:cNvSpPr/>
          <p:nvPr>
            <p:custDataLst>
              <p:tags r:id="rId40"/>
            </p:custDataLst>
          </p:nvPr>
        </p:nvSpPr>
        <p:spPr bwMode="auto">
          <a:xfrm>
            <a:off x="5344189" y="5656580"/>
            <a:ext cx="500677" cy="63500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4DD9AD6-1438-49FD-B0D3-A82630B2529C}"/>
              </a:ext>
            </a:extLst>
          </p:cNvPr>
          <p:cNvCxnSpPr/>
          <p:nvPr>
            <p:custDataLst>
              <p:tags r:id="rId41"/>
            </p:custDataLst>
          </p:nvPr>
        </p:nvCxnSpPr>
        <p:spPr bwMode="auto">
          <a:xfrm>
            <a:off x="6095206" y="5720080"/>
            <a:ext cx="1270" cy="635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AC4762E8-0C18-4348-B7B9-75A1B37D847A}"/>
              </a:ext>
            </a:extLst>
          </p:cNvPr>
          <p:cNvSpPr txBox="1"/>
          <p:nvPr>
            <p:custDataLst>
              <p:tags r:id="rId42"/>
            </p:custDataLst>
          </p:nvPr>
        </p:nvSpPr>
        <p:spPr>
          <a:xfrm>
            <a:off x="5847556" y="5720080"/>
            <a:ext cx="4953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1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10</a:t>
            </a:r>
            <a:endParaRPr lang="da-DK" dirty="0" err="1">
              <a:latin typeface="+mn-lt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360F275-7542-4DFE-878D-3144610061F5}"/>
              </a:ext>
            </a:extLst>
          </p:cNvPr>
          <p:cNvSpPr/>
          <p:nvPr>
            <p:custDataLst>
              <p:tags r:id="rId43"/>
            </p:custDataLst>
          </p:nvPr>
        </p:nvSpPr>
        <p:spPr bwMode="auto">
          <a:xfrm>
            <a:off x="5844867" y="2179320"/>
            <a:ext cx="500677" cy="3540760"/>
          </a:xfrm>
          <a:prstGeom prst="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C039DCB-F4A5-4411-845B-AEC0F91B08FF}"/>
              </a:ext>
            </a:extLst>
          </p:cNvPr>
          <p:cNvSpPr/>
          <p:nvPr>
            <p:custDataLst>
              <p:tags r:id="rId44"/>
            </p:custDataLst>
          </p:nvPr>
        </p:nvSpPr>
        <p:spPr bwMode="auto">
          <a:xfrm>
            <a:off x="5844867" y="5656580"/>
            <a:ext cx="500677" cy="63500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757D0EF-EF38-40D2-8C00-657473AD2607}"/>
              </a:ext>
            </a:extLst>
          </p:cNvPr>
          <p:cNvSpPr/>
          <p:nvPr>
            <p:custDataLst>
              <p:tags r:id="rId45"/>
            </p:custDataLst>
          </p:nvPr>
        </p:nvSpPr>
        <p:spPr bwMode="auto">
          <a:xfrm>
            <a:off x="6345545" y="2179320"/>
            <a:ext cx="500677" cy="3540760"/>
          </a:xfrm>
          <a:prstGeom prst="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C0D15CA-D97B-47C6-8481-EC7EE64D32D3}"/>
              </a:ext>
            </a:extLst>
          </p:cNvPr>
          <p:cNvSpPr/>
          <p:nvPr>
            <p:custDataLst>
              <p:tags r:id="rId46"/>
            </p:custDataLst>
          </p:nvPr>
        </p:nvSpPr>
        <p:spPr bwMode="auto">
          <a:xfrm>
            <a:off x="6345545" y="5656580"/>
            <a:ext cx="500677" cy="63500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E94AE61-E17C-4B3F-8F92-53AA9DC0673D}"/>
              </a:ext>
            </a:extLst>
          </p:cNvPr>
          <p:cNvCxnSpPr/>
          <p:nvPr>
            <p:custDataLst>
              <p:tags r:id="rId47"/>
            </p:custDataLst>
          </p:nvPr>
        </p:nvCxnSpPr>
        <p:spPr bwMode="auto">
          <a:xfrm>
            <a:off x="7096561" y="5720080"/>
            <a:ext cx="1270" cy="635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9E0420FD-0B2F-4D11-B4AA-04BA538E2937}"/>
              </a:ext>
            </a:extLst>
          </p:cNvPr>
          <p:cNvSpPr txBox="1"/>
          <p:nvPr>
            <p:custDataLst>
              <p:tags r:id="rId48"/>
            </p:custDataLst>
          </p:nvPr>
        </p:nvSpPr>
        <p:spPr>
          <a:xfrm>
            <a:off x="6848911" y="5720080"/>
            <a:ext cx="4953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1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12</a:t>
            </a:r>
            <a:endParaRPr lang="da-DK" dirty="0" err="1">
              <a:latin typeface="+mn-lt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40A0683-436F-44C8-86E7-FB4B2FEADA96}"/>
              </a:ext>
            </a:extLst>
          </p:cNvPr>
          <p:cNvSpPr/>
          <p:nvPr>
            <p:custDataLst>
              <p:tags r:id="rId49"/>
            </p:custDataLst>
          </p:nvPr>
        </p:nvSpPr>
        <p:spPr bwMode="auto">
          <a:xfrm>
            <a:off x="6846222" y="2179320"/>
            <a:ext cx="500677" cy="3540760"/>
          </a:xfrm>
          <a:prstGeom prst="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552097D-3FDA-4ED8-A1A9-D95F0E503232}"/>
              </a:ext>
            </a:extLst>
          </p:cNvPr>
          <p:cNvSpPr/>
          <p:nvPr>
            <p:custDataLst>
              <p:tags r:id="rId50"/>
            </p:custDataLst>
          </p:nvPr>
        </p:nvSpPr>
        <p:spPr bwMode="auto">
          <a:xfrm>
            <a:off x="6846222" y="5656580"/>
            <a:ext cx="500677" cy="63500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9B724AF-D9A6-43CF-B346-19E7285F72C3}"/>
              </a:ext>
            </a:extLst>
          </p:cNvPr>
          <p:cNvSpPr/>
          <p:nvPr>
            <p:custDataLst>
              <p:tags r:id="rId51"/>
            </p:custDataLst>
          </p:nvPr>
        </p:nvSpPr>
        <p:spPr bwMode="auto">
          <a:xfrm>
            <a:off x="7346900" y="2179320"/>
            <a:ext cx="500677" cy="3540760"/>
          </a:xfrm>
          <a:prstGeom prst="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4DE18C0-1803-45E8-8FBC-C11E25947467}"/>
              </a:ext>
            </a:extLst>
          </p:cNvPr>
          <p:cNvSpPr/>
          <p:nvPr>
            <p:custDataLst>
              <p:tags r:id="rId52"/>
            </p:custDataLst>
          </p:nvPr>
        </p:nvSpPr>
        <p:spPr bwMode="auto">
          <a:xfrm>
            <a:off x="7346900" y="5656580"/>
            <a:ext cx="500677" cy="63500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448E929-B04D-41D6-BC54-43FD5DA7A8C7}"/>
              </a:ext>
            </a:extLst>
          </p:cNvPr>
          <p:cNvCxnSpPr/>
          <p:nvPr>
            <p:custDataLst>
              <p:tags r:id="rId53"/>
            </p:custDataLst>
          </p:nvPr>
        </p:nvCxnSpPr>
        <p:spPr bwMode="auto">
          <a:xfrm>
            <a:off x="8097917" y="5720080"/>
            <a:ext cx="1270" cy="635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46B48CE8-3475-4E45-B65F-C4D3CAFF3AC1}"/>
              </a:ext>
            </a:extLst>
          </p:cNvPr>
          <p:cNvSpPr txBox="1"/>
          <p:nvPr>
            <p:custDataLst>
              <p:tags r:id="rId54"/>
            </p:custDataLst>
          </p:nvPr>
        </p:nvSpPr>
        <p:spPr>
          <a:xfrm>
            <a:off x="7850267" y="5720080"/>
            <a:ext cx="4953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1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14</a:t>
            </a:r>
            <a:endParaRPr lang="da-DK" dirty="0" err="1">
              <a:latin typeface="+mn-lt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ED57D45-6160-494C-85DB-15782BBFF3DB}"/>
              </a:ext>
            </a:extLst>
          </p:cNvPr>
          <p:cNvSpPr/>
          <p:nvPr>
            <p:custDataLst>
              <p:tags r:id="rId55"/>
            </p:custDataLst>
          </p:nvPr>
        </p:nvSpPr>
        <p:spPr bwMode="auto">
          <a:xfrm>
            <a:off x="7847578" y="2179320"/>
            <a:ext cx="500677" cy="3540760"/>
          </a:xfrm>
          <a:prstGeom prst="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D9803D7-DA4D-4F54-98AC-E357B8075ADB}"/>
              </a:ext>
            </a:extLst>
          </p:cNvPr>
          <p:cNvSpPr/>
          <p:nvPr>
            <p:custDataLst>
              <p:tags r:id="rId56"/>
            </p:custDataLst>
          </p:nvPr>
        </p:nvSpPr>
        <p:spPr bwMode="auto">
          <a:xfrm>
            <a:off x="7847578" y="5656580"/>
            <a:ext cx="500677" cy="63500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8903325-BA4A-42E1-B43B-FC6B9AB7DE0D}"/>
              </a:ext>
            </a:extLst>
          </p:cNvPr>
          <p:cNvSpPr/>
          <p:nvPr>
            <p:custDataLst>
              <p:tags r:id="rId57"/>
            </p:custDataLst>
          </p:nvPr>
        </p:nvSpPr>
        <p:spPr bwMode="auto">
          <a:xfrm>
            <a:off x="8348255" y="2179320"/>
            <a:ext cx="500677" cy="3540760"/>
          </a:xfrm>
          <a:prstGeom prst="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8EFDAFA-77F8-4A0D-A043-9D1C1C455E11}"/>
              </a:ext>
            </a:extLst>
          </p:cNvPr>
          <p:cNvSpPr/>
          <p:nvPr>
            <p:custDataLst>
              <p:tags r:id="rId58"/>
            </p:custDataLst>
          </p:nvPr>
        </p:nvSpPr>
        <p:spPr bwMode="auto">
          <a:xfrm>
            <a:off x="8348255" y="5656580"/>
            <a:ext cx="500677" cy="63500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3EB2BCF-84C1-421D-8BF2-EF3638C4A97B}"/>
              </a:ext>
            </a:extLst>
          </p:cNvPr>
          <p:cNvCxnSpPr/>
          <p:nvPr>
            <p:custDataLst>
              <p:tags r:id="rId59"/>
            </p:custDataLst>
          </p:nvPr>
        </p:nvCxnSpPr>
        <p:spPr bwMode="auto">
          <a:xfrm>
            <a:off x="9099272" y="5720080"/>
            <a:ext cx="1270" cy="635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F5D99FC-8A72-4D49-ABB9-66A65602A78B}"/>
              </a:ext>
            </a:extLst>
          </p:cNvPr>
          <p:cNvSpPr txBox="1"/>
          <p:nvPr>
            <p:custDataLst>
              <p:tags r:id="rId60"/>
            </p:custDataLst>
          </p:nvPr>
        </p:nvSpPr>
        <p:spPr>
          <a:xfrm>
            <a:off x="8851622" y="5720080"/>
            <a:ext cx="4953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1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16</a:t>
            </a:r>
            <a:endParaRPr lang="da-DK" dirty="0" err="1">
              <a:latin typeface="+mn-lt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8B37D4A-F96A-4255-B8BB-DFF010A8385F}"/>
              </a:ext>
            </a:extLst>
          </p:cNvPr>
          <p:cNvSpPr/>
          <p:nvPr>
            <p:custDataLst>
              <p:tags r:id="rId61"/>
            </p:custDataLst>
          </p:nvPr>
        </p:nvSpPr>
        <p:spPr bwMode="auto">
          <a:xfrm>
            <a:off x="8848933" y="2179320"/>
            <a:ext cx="500677" cy="3540760"/>
          </a:xfrm>
          <a:prstGeom prst="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6B9CDCC-BCCC-4957-9D74-A07B84C6D0C9}"/>
              </a:ext>
            </a:extLst>
          </p:cNvPr>
          <p:cNvSpPr/>
          <p:nvPr>
            <p:custDataLst>
              <p:tags r:id="rId62"/>
            </p:custDataLst>
          </p:nvPr>
        </p:nvSpPr>
        <p:spPr bwMode="auto">
          <a:xfrm>
            <a:off x="8848933" y="5656580"/>
            <a:ext cx="500677" cy="63500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C665CA0-5D88-4AD9-BBC0-0DA227732DBC}"/>
              </a:ext>
            </a:extLst>
          </p:cNvPr>
          <p:cNvSpPr/>
          <p:nvPr>
            <p:custDataLst>
              <p:tags r:id="rId63"/>
            </p:custDataLst>
          </p:nvPr>
        </p:nvSpPr>
        <p:spPr bwMode="auto">
          <a:xfrm>
            <a:off x="9349611" y="2179320"/>
            <a:ext cx="500677" cy="3540760"/>
          </a:xfrm>
          <a:prstGeom prst="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7D3700C-3740-463E-BCD8-308F91309723}"/>
              </a:ext>
            </a:extLst>
          </p:cNvPr>
          <p:cNvSpPr/>
          <p:nvPr>
            <p:custDataLst>
              <p:tags r:id="rId64"/>
            </p:custDataLst>
          </p:nvPr>
        </p:nvSpPr>
        <p:spPr bwMode="auto">
          <a:xfrm>
            <a:off x="9349611" y="5656580"/>
            <a:ext cx="500677" cy="63500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7DE5FB1F-5438-418A-B7D8-6E85E60A68B3}"/>
              </a:ext>
            </a:extLst>
          </p:cNvPr>
          <p:cNvCxnSpPr/>
          <p:nvPr>
            <p:custDataLst>
              <p:tags r:id="rId65"/>
            </p:custDataLst>
          </p:nvPr>
        </p:nvCxnSpPr>
        <p:spPr bwMode="auto">
          <a:xfrm>
            <a:off x="10100627" y="5720080"/>
            <a:ext cx="1270" cy="635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6A7BB459-1549-4BAD-8F43-B1FF432F611B}"/>
              </a:ext>
            </a:extLst>
          </p:cNvPr>
          <p:cNvSpPr txBox="1"/>
          <p:nvPr>
            <p:custDataLst>
              <p:tags r:id="rId66"/>
            </p:custDataLst>
          </p:nvPr>
        </p:nvSpPr>
        <p:spPr>
          <a:xfrm>
            <a:off x="9852977" y="5720080"/>
            <a:ext cx="4953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1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18</a:t>
            </a:r>
            <a:endParaRPr lang="da-DK" dirty="0" err="1">
              <a:latin typeface="+mn-lt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264634A-E026-4C9E-9FA3-6D3B2260CC21}"/>
              </a:ext>
            </a:extLst>
          </p:cNvPr>
          <p:cNvSpPr/>
          <p:nvPr>
            <p:custDataLst>
              <p:tags r:id="rId67"/>
            </p:custDataLst>
          </p:nvPr>
        </p:nvSpPr>
        <p:spPr bwMode="auto">
          <a:xfrm>
            <a:off x="9850288" y="2179320"/>
            <a:ext cx="500677" cy="3540760"/>
          </a:xfrm>
          <a:prstGeom prst="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A2CA64B-4928-46A6-86D8-D3798265F66C}"/>
              </a:ext>
            </a:extLst>
          </p:cNvPr>
          <p:cNvSpPr/>
          <p:nvPr>
            <p:custDataLst>
              <p:tags r:id="rId68"/>
            </p:custDataLst>
          </p:nvPr>
        </p:nvSpPr>
        <p:spPr bwMode="auto">
          <a:xfrm>
            <a:off x="9850288" y="5656580"/>
            <a:ext cx="500677" cy="63500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41082B8-0BD3-4A7A-8C1C-C63FC9A09F6B}"/>
              </a:ext>
            </a:extLst>
          </p:cNvPr>
          <p:cNvSpPr/>
          <p:nvPr>
            <p:custDataLst>
              <p:tags r:id="rId69"/>
            </p:custDataLst>
          </p:nvPr>
        </p:nvSpPr>
        <p:spPr bwMode="auto">
          <a:xfrm>
            <a:off x="10350966" y="2179320"/>
            <a:ext cx="500677" cy="3540760"/>
          </a:xfrm>
          <a:prstGeom prst="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EF806A7C-E723-4B3D-96CF-7F8EFEE7042A}"/>
              </a:ext>
            </a:extLst>
          </p:cNvPr>
          <p:cNvSpPr/>
          <p:nvPr>
            <p:custDataLst>
              <p:tags r:id="rId70"/>
            </p:custDataLst>
          </p:nvPr>
        </p:nvSpPr>
        <p:spPr bwMode="auto">
          <a:xfrm>
            <a:off x="10350966" y="5656580"/>
            <a:ext cx="500677" cy="63500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55FADA97-AF01-4BBB-A3F3-89764F623CE9}"/>
              </a:ext>
            </a:extLst>
          </p:cNvPr>
          <p:cNvCxnSpPr/>
          <p:nvPr>
            <p:custDataLst>
              <p:tags r:id="rId71"/>
            </p:custDataLst>
          </p:nvPr>
        </p:nvCxnSpPr>
        <p:spPr bwMode="auto">
          <a:xfrm>
            <a:off x="11101983" y="5720080"/>
            <a:ext cx="1270" cy="635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9E019AC6-0CFF-4051-A809-3A5090625CDD}"/>
              </a:ext>
            </a:extLst>
          </p:cNvPr>
          <p:cNvSpPr txBox="1"/>
          <p:nvPr>
            <p:custDataLst>
              <p:tags r:id="rId72"/>
            </p:custDataLst>
          </p:nvPr>
        </p:nvSpPr>
        <p:spPr>
          <a:xfrm>
            <a:off x="10854333" y="5720080"/>
            <a:ext cx="4953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1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20</a:t>
            </a:r>
            <a:endParaRPr lang="da-DK" dirty="0" err="1">
              <a:latin typeface="+mn-lt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53794DE-D2FD-4D71-BEB9-1A167BDDB968}"/>
              </a:ext>
            </a:extLst>
          </p:cNvPr>
          <p:cNvSpPr/>
          <p:nvPr>
            <p:custDataLst>
              <p:tags r:id="rId73"/>
            </p:custDataLst>
          </p:nvPr>
        </p:nvSpPr>
        <p:spPr bwMode="auto">
          <a:xfrm>
            <a:off x="10851644" y="2179320"/>
            <a:ext cx="500677" cy="3540760"/>
          </a:xfrm>
          <a:prstGeom prst="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DDF1FD5-F4FA-4C27-8182-57DD5472077A}"/>
              </a:ext>
            </a:extLst>
          </p:cNvPr>
          <p:cNvSpPr/>
          <p:nvPr>
            <p:custDataLst>
              <p:tags r:id="rId74"/>
            </p:custDataLst>
          </p:nvPr>
        </p:nvSpPr>
        <p:spPr bwMode="auto">
          <a:xfrm>
            <a:off x="10851644" y="5656580"/>
            <a:ext cx="500677" cy="63500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A66F592-B7CE-42D2-A6B8-163C96C8BB22}"/>
              </a:ext>
            </a:extLst>
          </p:cNvPr>
          <p:cNvSpPr txBox="1"/>
          <p:nvPr>
            <p:custDataLst>
              <p:tags r:id="rId75"/>
            </p:custDataLst>
          </p:nvPr>
        </p:nvSpPr>
        <p:spPr>
          <a:xfrm>
            <a:off x="838090" y="5974080"/>
            <a:ext cx="1051423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1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Mean:</a:t>
            </a:r>
            <a:endParaRPr lang="da-DK" dirty="0" err="1">
              <a:latin typeface="+mn-lt"/>
            </a:endParaRPr>
          </a:p>
        </p:txBody>
      </p:sp>
      <p:sp>
        <p:nvSpPr>
          <p:cNvPr id="76" name="Date Placeholder 6">
            <a:extLst>
              <a:ext uri="{FF2B5EF4-FFF2-40B4-BE49-F238E27FC236}">
                <a16:creationId xmlns:a16="http://schemas.microsoft.com/office/drawing/2014/main" id="{C53B3DC7-E477-420F-8ED4-321ED95A22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2000" y="6541200"/>
            <a:ext cx="1105200" cy="316800"/>
          </a:xfrm>
        </p:spPr>
        <p:txBody>
          <a:bodyPr/>
          <a:lstStyle/>
          <a:p>
            <a:r>
              <a:rPr lang="da-DK" dirty="0"/>
              <a:t>E25 06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658865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432C-6EE4-3A48-B260-083AF2E7E36A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da-DK"/>
              <a:t>Hvad skal kridtets fart være for at være i kredsløb (km/s)?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B87DD-025D-AE43-4A03-910135B61E5D}"/>
              </a:ext>
            </a:extLst>
          </p:cNvPr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FI"/>
              <a:t> </a:t>
            </a:r>
            <a:endParaRPr lang="en-FI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F0547A8-7F11-4F09-97A6-C0E6E75B6245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63500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##/##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1773B42-4F83-4129-8DD0-9052215DFB1F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10094913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Results slide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" name="Rectangle: Top Corners Snipped 5">
            <a:extLst>
              <a:ext uri="{FF2B5EF4-FFF2-40B4-BE49-F238E27FC236}">
                <a16:creationId xmlns:a16="http://schemas.microsoft.com/office/drawing/2014/main" id="{24449103-29CA-4445-A506-6D29392D62E8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65100" y="254000"/>
            <a:ext cx="177800" cy="127000"/>
          </a:xfrm>
          <a:prstGeom prst="snip2SameRect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BDF9AC5-05BF-4D49-A51E-0B7E6C078100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90500" y="127000"/>
            <a:ext cx="127000" cy="127000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9E065D-2EE0-4FB9-8F28-F5DD7B191FE3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2793636" y="889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Join at: </a:t>
            </a:r>
            <a:r>
              <a:rPr lang="da-DK" b="1">
                <a:latin typeface="+mn-lt"/>
              </a:rPr>
              <a:t>vevox.app</a:t>
            </a:r>
            <a:endParaRPr lang="da-DK" dirty="0" err="1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FC60B9-16BB-4540-A67A-92802E0AE614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925895" y="1016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ID: </a:t>
            </a:r>
            <a:r>
              <a:rPr lang="da-DK" b="1">
                <a:latin typeface="+mn-lt"/>
              </a:rPr>
              <a:t>XXX-XXX-XXX</a:t>
            </a:r>
            <a:endParaRPr lang="da-DK" dirty="0" err="1">
              <a:latin typeface="+mn-lt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FEB5F45-C196-4861-B802-A19AA382B4D8}"/>
              </a:ext>
            </a:extLst>
          </p:cNvPr>
          <p:cNvCxnSpPr/>
          <p:nvPr>
            <p:custDataLst>
              <p:tags r:id="rId10"/>
            </p:custDataLst>
          </p:nvPr>
        </p:nvCxnSpPr>
        <p:spPr bwMode="auto">
          <a:xfrm>
            <a:off x="1088429" y="5720080"/>
            <a:ext cx="1270" cy="635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9287304-E4A8-46CC-B472-A0B6DBCC3BC4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840779" y="5720080"/>
            <a:ext cx="4953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1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0</a:t>
            </a:r>
            <a:endParaRPr lang="da-DK" dirty="0" err="1">
              <a:latin typeface="+mn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C70062-2E00-4234-BADC-90B626317F83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838090" y="2179320"/>
            <a:ext cx="500677" cy="3540760"/>
          </a:xfrm>
          <a:prstGeom prst="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47475A-CD27-461D-87AF-536C0E37BDE1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838090" y="5656580"/>
            <a:ext cx="500677" cy="63500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9AF0E29-9533-44B7-86E3-EE5DF650992E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1338768" y="2179320"/>
            <a:ext cx="500677" cy="3540760"/>
          </a:xfrm>
          <a:prstGeom prst="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F12689-DAC9-4037-90EC-5FC4714E0884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1338768" y="5656580"/>
            <a:ext cx="500677" cy="63500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E4CFDB-D08C-422C-83AF-03778239A5FC}"/>
              </a:ext>
            </a:extLst>
          </p:cNvPr>
          <p:cNvCxnSpPr/>
          <p:nvPr>
            <p:custDataLst>
              <p:tags r:id="rId16"/>
            </p:custDataLst>
          </p:nvPr>
        </p:nvCxnSpPr>
        <p:spPr bwMode="auto">
          <a:xfrm>
            <a:off x="2089785" y="5720080"/>
            <a:ext cx="1270" cy="635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A3816A4-5F4A-4164-B78E-519CC7A62E2A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1842135" y="5720080"/>
            <a:ext cx="4953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1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2</a:t>
            </a:r>
            <a:endParaRPr lang="da-DK" dirty="0" err="1">
              <a:latin typeface="+mn-l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82883C-408A-4340-BE99-D76226A39ECD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1839446" y="2179320"/>
            <a:ext cx="500677" cy="3540760"/>
          </a:xfrm>
          <a:prstGeom prst="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1C20C5E-F374-4A4E-97CF-286F01173250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1839446" y="5656580"/>
            <a:ext cx="500677" cy="63500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0611B0-1CE9-4EAE-A991-DBBE02DD758B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2340123" y="2179320"/>
            <a:ext cx="500677" cy="3540760"/>
          </a:xfrm>
          <a:prstGeom prst="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C9FE37A-CFE0-4B25-B711-49BAFF08CD24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2340123" y="5656580"/>
            <a:ext cx="500677" cy="63500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BD5A269-E6B8-48AD-8F84-60325DE8F4FC}"/>
              </a:ext>
            </a:extLst>
          </p:cNvPr>
          <p:cNvCxnSpPr/>
          <p:nvPr>
            <p:custDataLst>
              <p:tags r:id="rId22"/>
            </p:custDataLst>
          </p:nvPr>
        </p:nvCxnSpPr>
        <p:spPr bwMode="auto">
          <a:xfrm>
            <a:off x="3091140" y="5720080"/>
            <a:ext cx="1270" cy="635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9FF953E-87DD-43D7-B222-B5C37CD96E54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2843490" y="5720080"/>
            <a:ext cx="4953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1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4</a:t>
            </a:r>
            <a:endParaRPr lang="da-DK" dirty="0" err="1">
              <a:latin typeface="+mn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94D8725-73E1-4D8E-AA39-24EA3F313C4D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2840801" y="2179320"/>
            <a:ext cx="500677" cy="3540760"/>
          </a:xfrm>
          <a:prstGeom prst="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1CEDB8B-BE45-47DC-AB47-C6C63C8BEDDB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2840801" y="5656580"/>
            <a:ext cx="500677" cy="63500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10D61A1-D3C3-442F-B6BE-54981B989659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3341479" y="2179320"/>
            <a:ext cx="500677" cy="3540760"/>
          </a:xfrm>
          <a:prstGeom prst="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78A1486-9791-49AC-AFC7-791D0FACE7C1}"/>
              </a:ext>
            </a:extLst>
          </p:cNvPr>
          <p:cNvSpPr/>
          <p:nvPr>
            <p:custDataLst>
              <p:tags r:id="rId27"/>
            </p:custDataLst>
          </p:nvPr>
        </p:nvSpPr>
        <p:spPr bwMode="auto">
          <a:xfrm>
            <a:off x="3341479" y="5656580"/>
            <a:ext cx="500677" cy="63500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4350227-4568-4B75-AE3E-4DD92997E843}"/>
              </a:ext>
            </a:extLst>
          </p:cNvPr>
          <p:cNvCxnSpPr/>
          <p:nvPr>
            <p:custDataLst>
              <p:tags r:id="rId28"/>
            </p:custDataLst>
          </p:nvPr>
        </p:nvCxnSpPr>
        <p:spPr bwMode="auto">
          <a:xfrm>
            <a:off x="4092495" y="5720080"/>
            <a:ext cx="1270" cy="635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298B69C-C4EB-4F1F-A045-1B979609A8A3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3844845" y="5720080"/>
            <a:ext cx="4953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1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6</a:t>
            </a:r>
            <a:endParaRPr lang="da-DK" dirty="0" err="1">
              <a:latin typeface="+mn-lt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8650F65-59F1-4783-B4A3-8534D027F932}"/>
              </a:ext>
            </a:extLst>
          </p:cNvPr>
          <p:cNvSpPr/>
          <p:nvPr>
            <p:custDataLst>
              <p:tags r:id="rId30"/>
            </p:custDataLst>
          </p:nvPr>
        </p:nvSpPr>
        <p:spPr bwMode="auto">
          <a:xfrm>
            <a:off x="3842156" y="2179320"/>
            <a:ext cx="500677" cy="3540760"/>
          </a:xfrm>
          <a:prstGeom prst="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04DE693-E1D5-4189-B5BC-AC297EBEBEC6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3842156" y="5656580"/>
            <a:ext cx="500677" cy="63500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AB6B7F2-1346-4B6D-B4DB-34DF981189A0}"/>
              </a:ext>
            </a:extLst>
          </p:cNvPr>
          <p:cNvSpPr/>
          <p:nvPr>
            <p:custDataLst>
              <p:tags r:id="rId32"/>
            </p:custDataLst>
          </p:nvPr>
        </p:nvSpPr>
        <p:spPr bwMode="auto">
          <a:xfrm>
            <a:off x="4342834" y="2179320"/>
            <a:ext cx="500677" cy="3540760"/>
          </a:xfrm>
          <a:prstGeom prst="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F879BB5-004D-4C6A-80B8-9686C87E496C}"/>
              </a:ext>
            </a:extLst>
          </p:cNvPr>
          <p:cNvSpPr/>
          <p:nvPr>
            <p:custDataLst>
              <p:tags r:id="rId33"/>
            </p:custDataLst>
          </p:nvPr>
        </p:nvSpPr>
        <p:spPr bwMode="auto">
          <a:xfrm>
            <a:off x="4342834" y="5656580"/>
            <a:ext cx="500677" cy="63500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BAEBD82-C216-492B-AAA9-11EFF037D9B5}"/>
              </a:ext>
            </a:extLst>
          </p:cNvPr>
          <p:cNvCxnSpPr/>
          <p:nvPr>
            <p:custDataLst>
              <p:tags r:id="rId34"/>
            </p:custDataLst>
          </p:nvPr>
        </p:nvCxnSpPr>
        <p:spPr bwMode="auto">
          <a:xfrm>
            <a:off x="5093851" y="5720080"/>
            <a:ext cx="1270" cy="635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510BA625-080D-47A6-9356-B85C13DC6054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4846201" y="5720080"/>
            <a:ext cx="4953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1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8</a:t>
            </a:r>
            <a:endParaRPr lang="da-DK" dirty="0" err="1">
              <a:latin typeface="+mn-lt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2DF7FEC-2D44-4EB1-AC59-AF884210657B}"/>
              </a:ext>
            </a:extLst>
          </p:cNvPr>
          <p:cNvSpPr/>
          <p:nvPr>
            <p:custDataLst>
              <p:tags r:id="rId36"/>
            </p:custDataLst>
          </p:nvPr>
        </p:nvSpPr>
        <p:spPr bwMode="auto">
          <a:xfrm>
            <a:off x="4843512" y="2179320"/>
            <a:ext cx="500677" cy="3540760"/>
          </a:xfrm>
          <a:prstGeom prst="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5D27795-52E8-4B94-BDA4-6301E47CC7B9}"/>
              </a:ext>
            </a:extLst>
          </p:cNvPr>
          <p:cNvSpPr/>
          <p:nvPr>
            <p:custDataLst>
              <p:tags r:id="rId37"/>
            </p:custDataLst>
          </p:nvPr>
        </p:nvSpPr>
        <p:spPr bwMode="auto">
          <a:xfrm>
            <a:off x="4843512" y="5656580"/>
            <a:ext cx="500677" cy="63500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F5D9094-D089-49AB-8119-F9C623D98BCF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5344189" y="2179320"/>
            <a:ext cx="500677" cy="3540760"/>
          </a:xfrm>
          <a:prstGeom prst="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95848AB-5ED1-40D9-BB2A-FC5EEE0D2027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5344189" y="5656580"/>
            <a:ext cx="500677" cy="63500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54486EA-2ADC-4CFD-8183-F58ACDC94EF8}"/>
              </a:ext>
            </a:extLst>
          </p:cNvPr>
          <p:cNvCxnSpPr/>
          <p:nvPr>
            <p:custDataLst>
              <p:tags r:id="rId40"/>
            </p:custDataLst>
          </p:nvPr>
        </p:nvCxnSpPr>
        <p:spPr bwMode="auto">
          <a:xfrm>
            <a:off x="6095206" y="5720080"/>
            <a:ext cx="1270" cy="635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A9CF4790-A8A2-4D41-9C7D-15FBBA48883D}"/>
              </a:ext>
            </a:extLst>
          </p:cNvPr>
          <p:cNvSpPr txBox="1"/>
          <p:nvPr>
            <p:custDataLst>
              <p:tags r:id="rId41"/>
            </p:custDataLst>
          </p:nvPr>
        </p:nvSpPr>
        <p:spPr>
          <a:xfrm>
            <a:off x="5847556" y="5720080"/>
            <a:ext cx="4953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1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10</a:t>
            </a:r>
            <a:endParaRPr lang="da-DK" dirty="0" err="1">
              <a:latin typeface="+mn-lt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4441AB3-B99A-47B5-B017-BCFC665CB25E}"/>
              </a:ext>
            </a:extLst>
          </p:cNvPr>
          <p:cNvSpPr/>
          <p:nvPr>
            <p:custDataLst>
              <p:tags r:id="rId42"/>
            </p:custDataLst>
          </p:nvPr>
        </p:nvSpPr>
        <p:spPr bwMode="auto">
          <a:xfrm>
            <a:off x="5844867" y="2179320"/>
            <a:ext cx="500677" cy="3540760"/>
          </a:xfrm>
          <a:prstGeom prst="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144CA34-6B70-4C76-887D-CFE34C1B11D1}"/>
              </a:ext>
            </a:extLst>
          </p:cNvPr>
          <p:cNvSpPr/>
          <p:nvPr>
            <p:custDataLst>
              <p:tags r:id="rId43"/>
            </p:custDataLst>
          </p:nvPr>
        </p:nvSpPr>
        <p:spPr bwMode="auto">
          <a:xfrm>
            <a:off x="5844867" y="5656580"/>
            <a:ext cx="500677" cy="63500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248099D-66F0-4E11-BAF1-6AFCF88621E0}"/>
              </a:ext>
            </a:extLst>
          </p:cNvPr>
          <p:cNvSpPr/>
          <p:nvPr>
            <p:custDataLst>
              <p:tags r:id="rId44"/>
            </p:custDataLst>
          </p:nvPr>
        </p:nvSpPr>
        <p:spPr bwMode="auto">
          <a:xfrm>
            <a:off x="6345545" y="2179320"/>
            <a:ext cx="500677" cy="3540760"/>
          </a:xfrm>
          <a:prstGeom prst="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3D96377-AC30-4967-A132-F0325FCC455F}"/>
              </a:ext>
            </a:extLst>
          </p:cNvPr>
          <p:cNvSpPr/>
          <p:nvPr>
            <p:custDataLst>
              <p:tags r:id="rId45"/>
            </p:custDataLst>
          </p:nvPr>
        </p:nvSpPr>
        <p:spPr bwMode="auto">
          <a:xfrm>
            <a:off x="6345545" y="5656580"/>
            <a:ext cx="500677" cy="63500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2417CB8-5273-40F4-B536-0EDF437ED8D7}"/>
              </a:ext>
            </a:extLst>
          </p:cNvPr>
          <p:cNvCxnSpPr/>
          <p:nvPr>
            <p:custDataLst>
              <p:tags r:id="rId46"/>
            </p:custDataLst>
          </p:nvPr>
        </p:nvCxnSpPr>
        <p:spPr bwMode="auto">
          <a:xfrm>
            <a:off x="7096561" y="5720080"/>
            <a:ext cx="1270" cy="635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B2F3FDDF-3DE8-4FF8-9832-1D1C7C59A993}"/>
              </a:ext>
            </a:extLst>
          </p:cNvPr>
          <p:cNvSpPr txBox="1"/>
          <p:nvPr>
            <p:custDataLst>
              <p:tags r:id="rId47"/>
            </p:custDataLst>
          </p:nvPr>
        </p:nvSpPr>
        <p:spPr>
          <a:xfrm>
            <a:off x="6848911" y="5720080"/>
            <a:ext cx="4953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1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12</a:t>
            </a:r>
            <a:endParaRPr lang="da-DK" dirty="0" err="1">
              <a:latin typeface="+mn-lt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9D4A1B1-7364-425A-943F-8D7C92197695}"/>
              </a:ext>
            </a:extLst>
          </p:cNvPr>
          <p:cNvSpPr/>
          <p:nvPr>
            <p:custDataLst>
              <p:tags r:id="rId48"/>
            </p:custDataLst>
          </p:nvPr>
        </p:nvSpPr>
        <p:spPr bwMode="auto">
          <a:xfrm>
            <a:off x="6846222" y="2179320"/>
            <a:ext cx="500677" cy="3540760"/>
          </a:xfrm>
          <a:prstGeom prst="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94224C9-8BF9-45D4-ACE0-9118CDC71F88}"/>
              </a:ext>
            </a:extLst>
          </p:cNvPr>
          <p:cNvSpPr/>
          <p:nvPr>
            <p:custDataLst>
              <p:tags r:id="rId49"/>
            </p:custDataLst>
          </p:nvPr>
        </p:nvSpPr>
        <p:spPr bwMode="auto">
          <a:xfrm>
            <a:off x="6846222" y="5656580"/>
            <a:ext cx="500677" cy="63500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80A70BF-CBA5-42E4-BCCA-8308CAF1703E}"/>
              </a:ext>
            </a:extLst>
          </p:cNvPr>
          <p:cNvSpPr/>
          <p:nvPr>
            <p:custDataLst>
              <p:tags r:id="rId50"/>
            </p:custDataLst>
          </p:nvPr>
        </p:nvSpPr>
        <p:spPr bwMode="auto">
          <a:xfrm>
            <a:off x="7346900" y="2179320"/>
            <a:ext cx="500677" cy="3540760"/>
          </a:xfrm>
          <a:prstGeom prst="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C11BFF5-A3C6-4AD9-AEE5-6C59376BD027}"/>
              </a:ext>
            </a:extLst>
          </p:cNvPr>
          <p:cNvSpPr/>
          <p:nvPr>
            <p:custDataLst>
              <p:tags r:id="rId51"/>
            </p:custDataLst>
          </p:nvPr>
        </p:nvSpPr>
        <p:spPr bwMode="auto">
          <a:xfrm>
            <a:off x="7346900" y="5656580"/>
            <a:ext cx="500677" cy="63500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1706695-3440-4BCE-9483-C387854088CE}"/>
              </a:ext>
            </a:extLst>
          </p:cNvPr>
          <p:cNvCxnSpPr/>
          <p:nvPr>
            <p:custDataLst>
              <p:tags r:id="rId52"/>
            </p:custDataLst>
          </p:nvPr>
        </p:nvCxnSpPr>
        <p:spPr bwMode="auto">
          <a:xfrm>
            <a:off x="8097917" y="5720080"/>
            <a:ext cx="1270" cy="635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CA478C42-A514-437C-9285-F49633A6A4B6}"/>
              </a:ext>
            </a:extLst>
          </p:cNvPr>
          <p:cNvSpPr txBox="1"/>
          <p:nvPr>
            <p:custDataLst>
              <p:tags r:id="rId53"/>
            </p:custDataLst>
          </p:nvPr>
        </p:nvSpPr>
        <p:spPr>
          <a:xfrm>
            <a:off x="7850267" y="5720080"/>
            <a:ext cx="4953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1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14</a:t>
            </a:r>
            <a:endParaRPr lang="da-DK" dirty="0" err="1">
              <a:latin typeface="+mn-lt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22EE09D-7F62-4AF5-B052-B79249090EEF}"/>
              </a:ext>
            </a:extLst>
          </p:cNvPr>
          <p:cNvSpPr/>
          <p:nvPr>
            <p:custDataLst>
              <p:tags r:id="rId54"/>
            </p:custDataLst>
          </p:nvPr>
        </p:nvSpPr>
        <p:spPr bwMode="auto">
          <a:xfrm>
            <a:off x="7847578" y="2179320"/>
            <a:ext cx="500677" cy="3540760"/>
          </a:xfrm>
          <a:prstGeom prst="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9B4347C-4485-4DD4-B3F7-CADC8AB136E5}"/>
              </a:ext>
            </a:extLst>
          </p:cNvPr>
          <p:cNvSpPr/>
          <p:nvPr>
            <p:custDataLst>
              <p:tags r:id="rId55"/>
            </p:custDataLst>
          </p:nvPr>
        </p:nvSpPr>
        <p:spPr bwMode="auto">
          <a:xfrm>
            <a:off x="7847578" y="5656580"/>
            <a:ext cx="500677" cy="63500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55B4A1F-7289-4904-8BCF-0D369F0E84FF}"/>
              </a:ext>
            </a:extLst>
          </p:cNvPr>
          <p:cNvSpPr/>
          <p:nvPr>
            <p:custDataLst>
              <p:tags r:id="rId56"/>
            </p:custDataLst>
          </p:nvPr>
        </p:nvSpPr>
        <p:spPr bwMode="auto">
          <a:xfrm>
            <a:off x="8348255" y="2179320"/>
            <a:ext cx="500677" cy="3540760"/>
          </a:xfrm>
          <a:prstGeom prst="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A4360CE-496B-4847-B540-58A6C5BD2A55}"/>
              </a:ext>
            </a:extLst>
          </p:cNvPr>
          <p:cNvSpPr/>
          <p:nvPr>
            <p:custDataLst>
              <p:tags r:id="rId57"/>
            </p:custDataLst>
          </p:nvPr>
        </p:nvSpPr>
        <p:spPr bwMode="auto">
          <a:xfrm>
            <a:off x="8348255" y="5656580"/>
            <a:ext cx="500677" cy="63500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40299963-FE8A-4263-82C7-2B772DB9B9F4}"/>
              </a:ext>
            </a:extLst>
          </p:cNvPr>
          <p:cNvCxnSpPr/>
          <p:nvPr>
            <p:custDataLst>
              <p:tags r:id="rId58"/>
            </p:custDataLst>
          </p:nvPr>
        </p:nvCxnSpPr>
        <p:spPr bwMode="auto">
          <a:xfrm>
            <a:off x="9099272" y="5720080"/>
            <a:ext cx="1270" cy="635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B3FB954D-B91E-46DE-9B84-048A50296037}"/>
              </a:ext>
            </a:extLst>
          </p:cNvPr>
          <p:cNvSpPr txBox="1"/>
          <p:nvPr>
            <p:custDataLst>
              <p:tags r:id="rId59"/>
            </p:custDataLst>
          </p:nvPr>
        </p:nvSpPr>
        <p:spPr>
          <a:xfrm>
            <a:off x="8851622" y="5720080"/>
            <a:ext cx="4953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1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16</a:t>
            </a:r>
            <a:endParaRPr lang="da-DK" dirty="0" err="1">
              <a:latin typeface="+mn-lt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A10454C-B311-405A-8516-7D87B8EE3A96}"/>
              </a:ext>
            </a:extLst>
          </p:cNvPr>
          <p:cNvSpPr/>
          <p:nvPr>
            <p:custDataLst>
              <p:tags r:id="rId60"/>
            </p:custDataLst>
          </p:nvPr>
        </p:nvSpPr>
        <p:spPr bwMode="auto">
          <a:xfrm>
            <a:off x="8848933" y="2179320"/>
            <a:ext cx="500677" cy="3540760"/>
          </a:xfrm>
          <a:prstGeom prst="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F7C4435-89B2-4701-B6A8-2496553089C1}"/>
              </a:ext>
            </a:extLst>
          </p:cNvPr>
          <p:cNvSpPr/>
          <p:nvPr>
            <p:custDataLst>
              <p:tags r:id="rId61"/>
            </p:custDataLst>
          </p:nvPr>
        </p:nvSpPr>
        <p:spPr bwMode="auto">
          <a:xfrm>
            <a:off x="8848933" y="5656580"/>
            <a:ext cx="500677" cy="63500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48644DF-BBAB-41EE-A934-71F6314DDF3E}"/>
              </a:ext>
            </a:extLst>
          </p:cNvPr>
          <p:cNvSpPr/>
          <p:nvPr>
            <p:custDataLst>
              <p:tags r:id="rId62"/>
            </p:custDataLst>
          </p:nvPr>
        </p:nvSpPr>
        <p:spPr bwMode="auto">
          <a:xfrm>
            <a:off x="9349611" y="2179320"/>
            <a:ext cx="500677" cy="3540760"/>
          </a:xfrm>
          <a:prstGeom prst="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F6C8B29-FBA6-4A8C-B59E-47DBFBE8E2D7}"/>
              </a:ext>
            </a:extLst>
          </p:cNvPr>
          <p:cNvSpPr/>
          <p:nvPr>
            <p:custDataLst>
              <p:tags r:id="rId63"/>
            </p:custDataLst>
          </p:nvPr>
        </p:nvSpPr>
        <p:spPr bwMode="auto">
          <a:xfrm>
            <a:off x="9349611" y="5656580"/>
            <a:ext cx="500677" cy="63500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64E9DB9A-57A6-4170-9302-64C05D5E086B}"/>
              </a:ext>
            </a:extLst>
          </p:cNvPr>
          <p:cNvCxnSpPr/>
          <p:nvPr>
            <p:custDataLst>
              <p:tags r:id="rId64"/>
            </p:custDataLst>
          </p:nvPr>
        </p:nvCxnSpPr>
        <p:spPr bwMode="auto">
          <a:xfrm>
            <a:off x="10100627" y="5720080"/>
            <a:ext cx="1270" cy="635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9678AF10-F9F5-4EEF-BB4D-6FC2F57F9581}"/>
              </a:ext>
            </a:extLst>
          </p:cNvPr>
          <p:cNvSpPr txBox="1"/>
          <p:nvPr>
            <p:custDataLst>
              <p:tags r:id="rId65"/>
            </p:custDataLst>
          </p:nvPr>
        </p:nvSpPr>
        <p:spPr>
          <a:xfrm>
            <a:off x="9852977" y="5720080"/>
            <a:ext cx="4953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1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18</a:t>
            </a:r>
            <a:endParaRPr lang="da-DK" dirty="0" err="1">
              <a:latin typeface="+mn-lt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5935121-6118-4D70-B248-B2765E57F7B1}"/>
              </a:ext>
            </a:extLst>
          </p:cNvPr>
          <p:cNvSpPr/>
          <p:nvPr>
            <p:custDataLst>
              <p:tags r:id="rId66"/>
            </p:custDataLst>
          </p:nvPr>
        </p:nvSpPr>
        <p:spPr bwMode="auto">
          <a:xfrm>
            <a:off x="9850288" y="2179320"/>
            <a:ext cx="500677" cy="3540760"/>
          </a:xfrm>
          <a:prstGeom prst="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4496ED4-3440-41AC-A901-A42BFCC8A515}"/>
              </a:ext>
            </a:extLst>
          </p:cNvPr>
          <p:cNvSpPr/>
          <p:nvPr>
            <p:custDataLst>
              <p:tags r:id="rId67"/>
            </p:custDataLst>
          </p:nvPr>
        </p:nvSpPr>
        <p:spPr bwMode="auto">
          <a:xfrm>
            <a:off x="9850288" y="5656580"/>
            <a:ext cx="500677" cy="63500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5577460-EE2C-4FD9-8FC3-5756A105C5AB}"/>
              </a:ext>
            </a:extLst>
          </p:cNvPr>
          <p:cNvSpPr/>
          <p:nvPr>
            <p:custDataLst>
              <p:tags r:id="rId68"/>
            </p:custDataLst>
          </p:nvPr>
        </p:nvSpPr>
        <p:spPr bwMode="auto">
          <a:xfrm>
            <a:off x="10350966" y="2179320"/>
            <a:ext cx="500677" cy="3540760"/>
          </a:xfrm>
          <a:prstGeom prst="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31DC3958-348C-4BF6-B941-3534682C94DD}"/>
              </a:ext>
            </a:extLst>
          </p:cNvPr>
          <p:cNvSpPr/>
          <p:nvPr>
            <p:custDataLst>
              <p:tags r:id="rId69"/>
            </p:custDataLst>
          </p:nvPr>
        </p:nvSpPr>
        <p:spPr bwMode="auto">
          <a:xfrm>
            <a:off x="10350966" y="5656580"/>
            <a:ext cx="500677" cy="63500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9858C66-C529-4E8D-A645-70C23D3FC896}"/>
              </a:ext>
            </a:extLst>
          </p:cNvPr>
          <p:cNvCxnSpPr/>
          <p:nvPr>
            <p:custDataLst>
              <p:tags r:id="rId70"/>
            </p:custDataLst>
          </p:nvPr>
        </p:nvCxnSpPr>
        <p:spPr bwMode="auto">
          <a:xfrm>
            <a:off x="11101983" y="5720080"/>
            <a:ext cx="1270" cy="635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A7D5035B-CDC8-4F7B-8EE6-7FA16944B4FB}"/>
              </a:ext>
            </a:extLst>
          </p:cNvPr>
          <p:cNvSpPr txBox="1"/>
          <p:nvPr>
            <p:custDataLst>
              <p:tags r:id="rId71"/>
            </p:custDataLst>
          </p:nvPr>
        </p:nvSpPr>
        <p:spPr>
          <a:xfrm>
            <a:off x="10854333" y="5720080"/>
            <a:ext cx="4953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1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20</a:t>
            </a:r>
            <a:endParaRPr lang="da-DK" dirty="0" err="1">
              <a:latin typeface="+mn-lt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6DB0FE65-2C28-4BE6-ABC2-1D60390A0751}"/>
              </a:ext>
            </a:extLst>
          </p:cNvPr>
          <p:cNvSpPr/>
          <p:nvPr>
            <p:custDataLst>
              <p:tags r:id="rId72"/>
            </p:custDataLst>
          </p:nvPr>
        </p:nvSpPr>
        <p:spPr bwMode="auto">
          <a:xfrm>
            <a:off x="10851644" y="2179320"/>
            <a:ext cx="500677" cy="3540760"/>
          </a:xfrm>
          <a:prstGeom prst="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DD1BF30-D3FD-426A-861C-5C3ABDD05786}"/>
              </a:ext>
            </a:extLst>
          </p:cNvPr>
          <p:cNvSpPr/>
          <p:nvPr>
            <p:custDataLst>
              <p:tags r:id="rId73"/>
            </p:custDataLst>
          </p:nvPr>
        </p:nvSpPr>
        <p:spPr bwMode="auto">
          <a:xfrm>
            <a:off x="10851644" y="5656580"/>
            <a:ext cx="500677" cy="63500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0" tIns="46800" rIns="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FCD2640-A86E-4CAC-BAA2-14C6FAC47210}"/>
              </a:ext>
            </a:extLst>
          </p:cNvPr>
          <p:cNvSpPr txBox="1"/>
          <p:nvPr>
            <p:custDataLst>
              <p:tags r:id="rId74"/>
            </p:custDataLst>
          </p:nvPr>
        </p:nvSpPr>
        <p:spPr>
          <a:xfrm>
            <a:off x="838090" y="5974080"/>
            <a:ext cx="1051423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1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Mean:</a:t>
            </a:r>
            <a:endParaRPr lang="da-DK" dirty="0" err="1">
              <a:latin typeface="+mn-lt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72032BE2-A8EF-4F27-8060-34392B6CE3CC}"/>
              </a:ext>
            </a:extLst>
          </p:cNvPr>
          <p:cNvSpPr/>
          <p:nvPr>
            <p:custDataLst>
              <p:tags r:id="rId75"/>
            </p:custDataLst>
          </p:nvPr>
        </p:nvSpPr>
        <p:spPr bwMode="auto">
          <a:xfrm>
            <a:off x="0" y="5486400"/>
            <a:ext cx="12190413" cy="1219200"/>
          </a:xfrm>
          <a:prstGeom prst="rect">
            <a:avLst/>
          </a:prstGeom>
          <a:solidFill>
            <a:srgbClr val="666666">
              <a:alpha val="40000"/>
            </a:srgbClr>
          </a:solidFill>
          <a:ln w="12700" cap="flat" cmpd="sng" algn="ctr">
            <a:solidFill>
              <a:srgbClr val="808080">
                <a:alpha val="40000"/>
              </a:srgbClr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8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RESULTS SLIDE</a:t>
            </a:r>
            <a:endParaRPr kumimoji="0" lang="da-DK" sz="80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76" name="Date Placeholder 6">
            <a:extLst>
              <a:ext uri="{FF2B5EF4-FFF2-40B4-BE49-F238E27FC236}">
                <a16:creationId xmlns:a16="http://schemas.microsoft.com/office/drawing/2014/main" id="{1A7B691F-924F-706B-38A6-3F9B4C7600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2000" y="6541200"/>
            <a:ext cx="1105200" cy="316800"/>
          </a:xfrm>
        </p:spPr>
        <p:txBody>
          <a:bodyPr/>
          <a:lstStyle/>
          <a:p>
            <a:r>
              <a:rPr lang="da-DK" dirty="0"/>
              <a:t>E25 06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00118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AA1A2F8-5ACA-4C54-BB52-D443EC003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Kredsløb</a:t>
            </a:r>
            <a:endParaRPr lang="uk-UA" dirty="0"/>
          </a:p>
        </p:txBody>
      </p:sp>
      <p:sp>
        <p:nvSpPr>
          <p:cNvPr id="17" name="Slide Number Placeholder 2">
            <a:extLst>
              <a:ext uri="{FF2B5EF4-FFF2-40B4-BE49-F238E27FC236}">
                <a16:creationId xmlns:a16="http://schemas.microsoft.com/office/drawing/2014/main" id="{892D6E3B-9D2C-3371-5BA0-DE0BDE11E337}"/>
              </a:ext>
            </a:extLst>
          </p:cNvPr>
          <p:cNvSpPr txBox="1">
            <a:spLocks/>
          </p:cNvSpPr>
          <p:nvPr/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a-DK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fld id="{24C8C45C-947F-4981-8B3F-4F32E973C901}" type="slidenum">
              <a:rPr lang="en-GB" smtClean="0"/>
              <a:pPr/>
              <a:t>25</a:t>
            </a:fld>
            <a:endParaRPr lang="en-GB" dirty="0"/>
          </a:p>
        </p:txBody>
      </p:sp>
      <p:sp>
        <p:nvSpPr>
          <p:cNvPr id="19" name="Footer Placeholder 7">
            <a:extLst>
              <a:ext uri="{FF2B5EF4-FFF2-40B4-BE49-F238E27FC236}">
                <a16:creationId xmlns:a16="http://schemas.microsoft.com/office/drawing/2014/main" id="{5E7F44E8-FF67-83D5-B005-7D0D12438618}"/>
              </a:ext>
            </a:extLst>
          </p:cNvPr>
          <p:cNvSpPr txBox="1">
            <a:spLocks/>
          </p:cNvSpPr>
          <p:nvPr/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ＭＳ Ｐゴシック" pitchFamily="-80" charset="-128"/>
                <a:cs typeface="+mn-cs"/>
              </a:rPr>
              <a:t>10060 Fysik (PG) | gravitation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5389082-FF75-61EC-CDBE-ABEC4390A1D8}"/>
              </a:ext>
            </a:extLst>
          </p:cNvPr>
          <p:cNvGrpSpPr/>
          <p:nvPr/>
        </p:nvGrpSpPr>
        <p:grpSpPr>
          <a:xfrm>
            <a:off x="2122726" y="1700808"/>
            <a:ext cx="7944959" cy="4067743"/>
            <a:chOff x="2122727" y="1971471"/>
            <a:chExt cx="7944959" cy="406774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73B585E-5869-87CC-0194-6DFAB17FC7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22727" y="1971471"/>
              <a:ext cx="7944959" cy="2915057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E4555CA-1621-49A2-20EE-DB83BC60AC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08463" y="4886528"/>
              <a:ext cx="7773485" cy="1152686"/>
            </a:xfrm>
            <a:prstGeom prst="rect">
              <a:avLst/>
            </a:prstGeom>
          </p:spPr>
        </p:pic>
      </p:grp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65288187-6E16-D8FD-9694-C5BEB8BB57F8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/>
              <a:t>E25 06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4473243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AA1A2F8-5ACA-4C54-BB52-D443EC003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Keplers Love</a:t>
            </a:r>
            <a:endParaRPr lang="uk-UA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C99BFF1-9B0E-94C5-269F-863F2E250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da-DK" dirty="0"/>
              <a:t>Banen for en planet er en ellipse med Solen i et af de to brændpunkter</a:t>
            </a:r>
          </a:p>
          <a:p>
            <a:pPr marL="342900" indent="-342900">
              <a:buFont typeface="+mj-lt"/>
              <a:buAutoNum type="arabicPeriod"/>
            </a:pPr>
            <a:endParaRPr lang="da-DK" dirty="0"/>
          </a:p>
          <a:p>
            <a:pPr marL="342900" indent="-342900">
              <a:buFont typeface="+mj-lt"/>
              <a:buAutoNum type="arabicPeriod"/>
            </a:pPr>
            <a:r>
              <a:rPr lang="da-DK" dirty="0"/>
              <a:t>Et linjesegment, der forbinder en planet og Solen, udspænder lige store arealer i lige tidsintervaller</a:t>
            </a:r>
          </a:p>
          <a:p>
            <a:pPr marL="342900" indent="-342900">
              <a:buFont typeface="+mj-lt"/>
              <a:buAutoNum type="arabicPeriod"/>
            </a:pPr>
            <a:endParaRPr lang="da-DK" dirty="0"/>
          </a:p>
          <a:p>
            <a:pPr marL="342900" indent="-342900">
              <a:buFont typeface="+mj-lt"/>
              <a:buAutoNum type="arabicPeriod"/>
            </a:pPr>
            <a:r>
              <a:rPr lang="da-DK" dirty="0"/>
              <a:t>Kvadratet på en planets omløbstid er proportionalt med tredje potens af længden på den halve store akse i dens bane</a:t>
            </a:r>
          </a:p>
        </p:txBody>
      </p:sp>
      <p:sp>
        <p:nvSpPr>
          <p:cNvPr id="17" name="Slide Number Placeholder 2">
            <a:extLst>
              <a:ext uri="{FF2B5EF4-FFF2-40B4-BE49-F238E27FC236}">
                <a16:creationId xmlns:a16="http://schemas.microsoft.com/office/drawing/2014/main" id="{892D6E3B-9D2C-3371-5BA0-DE0BDE11E337}"/>
              </a:ext>
            </a:extLst>
          </p:cNvPr>
          <p:cNvSpPr txBox="1">
            <a:spLocks/>
          </p:cNvSpPr>
          <p:nvPr/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a-DK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fld id="{24C8C45C-947F-4981-8B3F-4F32E973C901}" type="slidenum">
              <a:rPr lang="en-GB" smtClean="0"/>
              <a:pPr/>
              <a:t>26</a:t>
            </a:fld>
            <a:endParaRPr lang="en-GB" dirty="0"/>
          </a:p>
        </p:txBody>
      </p:sp>
      <p:sp>
        <p:nvSpPr>
          <p:cNvPr id="19" name="Footer Placeholder 7">
            <a:extLst>
              <a:ext uri="{FF2B5EF4-FFF2-40B4-BE49-F238E27FC236}">
                <a16:creationId xmlns:a16="http://schemas.microsoft.com/office/drawing/2014/main" id="{5E7F44E8-FF67-83D5-B005-7D0D12438618}"/>
              </a:ext>
            </a:extLst>
          </p:cNvPr>
          <p:cNvSpPr txBox="1">
            <a:spLocks/>
          </p:cNvSpPr>
          <p:nvPr/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ＭＳ Ｐゴシック" pitchFamily="-80" charset="-128"/>
                <a:cs typeface="+mn-cs"/>
              </a:rPr>
              <a:t>10060 Fysik (PG) | gravitation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B9526D19-2339-C736-9BCB-BA5B5BA6E6AA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/>
              <a:t>E25 06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6356074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AA1A2F8-5ACA-4C54-BB52-D443EC003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Banen for en planet er en ellipse med Solen i et af de to brændpunkter</a:t>
            </a:r>
          </a:p>
        </p:txBody>
      </p:sp>
      <p:sp>
        <p:nvSpPr>
          <p:cNvPr id="17" name="Slide Number Placeholder 2">
            <a:extLst>
              <a:ext uri="{FF2B5EF4-FFF2-40B4-BE49-F238E27FC236}">
                <a16:creationId xmlns:a16="http://schemas.microsoft.com/office/drawing/2014/main" id="{892D6E3B-9D2C-3371-5BA0-DE0BDE11E337}"/>
              </a:ext>
            </a:extLst>
          </p:cNvPr>
          <p:cNvSpPr txBox="1">
            <a:spLocks/>
          </p:cNvSpPr>
          <p:nvPr/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a-DK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fld id="{24C8C45C-947F-4981-8B3F-4F32E973C901}" type="slidenum">
              <a:rPr lang="en-GB" smtClean="0"/>
              <a:pPr/>
              <a:t>27</a:t>
            </a:fld>
            <a:endParaRPr lang="en-GB" dirty="0"/>
          </a:p>
        </p:txBody>
      </p:sp>
      <p:sp>
        <p:nvSpPr>
          <p:cNvPr id="19" name="Footer Placeholder 7">
            <a:extLst>
              <a:ext uri="{FF2B5EF4-FFF2-40B4-BE49-F238E27FC236}">
                <a16:creationId xmlns:a16="http://schemas.microsoft.com/office/drawing/2014/main" id="{5E7F44E8-FF67-83D5-B005-7D0D12438618}"/>
              </a:ext>
            </a:extLst>
          </p:cNvPr>
          <p:cNvSpPr txBox="1">
            <a:spLocks/>
          </p:cNvSpPr>
          <p:nvPr/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ＭＳ Ｐゴシック" pitchFamily="-80" charset="-128"/>
                <a:cs typeface="+mn-cs"/>
              </a:rPr>
              <a:t>10060 Fysik (PG) | gravitation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C48FC1-0894-9AF2-7F2C-6ECB4A7FDF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6543" y="1733313"/>
            <a:ext cx="7897327" cy="3391373"/>
          </a:xfrm>
          <a:prstGeom prst="rect">
            <a:avLst/>
          </a:prstGeom>
        </p:spPr>
      </p:pic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AACC636F-365A-1933-4194-787D846E0100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/>
              <a:t>E25 06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42189637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AA1A2F8-5ACA-4C54-BB52-D443EC003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Et linjesegment, der forbinder en planet og Solen, udspænder lige store arealer i lige tidsintervaller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451F840-2649-1D7E-DAE1-D984EE182E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r>
                  <a:rPr lang="da-DK" dirty="0"/>
                  <a:t>Givet ved bevarelse af impulsmoment </a:t>
                </a:r>
                <a14:m>
                  <m:oMath xmlns:m="http://schemas.openxmlformats.org/officeDocument/2006/math">
                    <m:r>
                      <a:rPr lang="da-DK" b="1" i="1" smtClean="0">
                        <a:latin typeface="Cambria Math" panose="02040503050406030204" pitchFamily="18" charset="0"/>
                      </a:rPr>
                      <m:t>𝑳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b="1" i="1" smtClean="0">
                        <a:latin typeface="Cambria Math" panose="02040503050406030204" pitchFamily="18" charset="0"/>
                      </a:rPr>
                      <m:t>𝒓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da-DK" b="1" i="1" smtClean="0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endParaRPr lang="da-DK" b="1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451F840-2649-1D7E-DAE1-D984EE182E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5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lide Number Placeholder 2">
            <a:extLst>
              <a:ext uri="{FF2B5EF4-FFF2-40B4-BE49-F238E27FC236}">
                <a16:creationId xmlns:a16="http://schemas.microsoft.com/office/drawing/2014/main" id="{892D6E3B-9D2C-3371-5BA0-DE0BDE11E337}"/>
              </a:ext>
            </a:extLst>
          </p:cNvPr>
          <p:cNvSpPr txBox="1">
            <a:spLocks/>
          </p:cNvSpPr>
          <p:nvPr/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a-DK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fld id="{24C8C45C-947F-4981-8B3F-4F32E973C901}" type="slidenum">
              <a:rPr lang="en-GB" smtClean="0"/>
              <a:pPr/>
              <a:t>28</a:t>
            </a:fld>
            <a:endParaRPr lang="en-GB" dirty="0"/>
          </a:p>
        </p:txBody>
      </p:sp>
      <p:sp>
        <p:nvSpPr>
          <p:cNvPr id="19" name="Footer Placeholder 7">
            <a:extLst>
              <a:ext uri="{FF2B5EF4-FFF2-40B4-BE49-F238E27FC236}">
                <a16:creationId xmlns:a16="http://schemas.microsoft.com/office/drawing/2014/main" id="{5E7F44E8-FF67-83D5-B005-7D0D12438618}"/>
              </a:ext>
            </a:extLst>
          </p:cNvPr>
          <p:cNvSpPr txBox="1">
            <a:spLocks/>
          </p:cNvSpPr>
          <p:nvPr/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ＭＳ Ｐゴシック" pitchFamily="-80" charset="-128"/>
                <a:cs typeface="+mn-cs"/>
              </a:rPr>
              <a:t>10060 Fysik (PG) | gravitation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135FD9-95C8-6C23-6929-BFE248952F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2047" y="1835068"/>
            <a:ext cx="5226319" cy="3187864"/>
          </a:xfrm>
          <a:prstGeom prst="rect">
            <a:avLst/>
          </a:prstGeom>
        </p:spPr>
      </p:pic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332A2BEB-2E73-A092-9F54-DB130B47B328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/>
              <a:t>E25 06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4325046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432C-6EE4-3A48-B260-083AF2E7E36A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da-DK"/>
              <a:t>Hvad gælder om farten i en elliptisk kredsløbsbevægelse (hvor der er impulsmomentbevarelse)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B87DD-025D-AE43-4A03-910135B61E5D}"/>
              </a:ext>
            </a:extLst>
          </p:cNvPr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FI"/>
              <a:t> </a:t>
            </a:r>
            <a:endParaRPr lang="en-FI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9CAD9D0-16FC-4B1F-AF82-73B992CCB53E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63500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##/##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CEBB15A-A525-410A-A100-4560829B2741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10094913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Question slide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" name="Rectangle: Top Corners Snipped 5">
            <a:extLst>
              <a:ext uri="{FF2B5EF4-FFF2-40B4-BE49-F238E27FC236}">
                <a16:creationId xmlns:a16="http://schemas.microsoft.com/office/drawing/2014/main" id="{14933EC0-26FF-4E1E-9D95-D0A99A90FDB4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65100" y="254000"/>
            <a:ext cx="177800" cy="127000"/>
          </a:xfrm>
          <a:prstGeom prst="snip2SameRect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4622B7E-B9EB-409E-8967-215F19B5CE9B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90500" y="127000"/>
            <a:ext cx="127000" cy="127000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520978A-F1A2-44F3-83A1-473F2E4DF10C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1339513" y="6007100"/>
            <a:ext cx="762000" cy="762000"/>
          </a:xfrm>
          <a:prstGeom prst="ellipse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0" tIns="46800" rIns="0" bIns="468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8331FB-61C4-46DE-96DD-E33C92B9DCBB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2793636" y="889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Join at: </a:t>
            </a:r>
            <a:r>
              <a:rPr lang="da-DK" b="1">
                <a:latin typeface="+mn-lt"/>
              </a:rPr>
              <a:t>vevox.app</a:t>
            </a:r>
            <a:endParaRPr lang="da-DK" dirty="0" err="1"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F15E55-BE45-423A-B0C5-B77B33BF9F4B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925895" y="1016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ID: </a:t>
            </a:r>
            <a:r>
              <a:rPr lang="da-DK" b="1">
                <a:latin typeface="+mn-lt"/>
              </a:rPr>
              <a:t>XXX-XXX-XXX</a:t>
            </a:r>
            <a:endParaRPr lang="da-DK" dirty="0" err="1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E0B5DF-7FC9-408C-9A70-CB52082AD394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838090" y="1798320"/>
            <a:ext cx="1051423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farten er altid den samme</a:t>
            </a:r>
            <a:endParaRPr lang="da-DK" dirty="0" err="1"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E8DEDA-DC4D-49DF-BCE1-BADE9C0D301D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0336321" y="196342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##.##%</a:t>
            </a:r>
            <a:endParaRPr lang="da-DK" dirty="0" err="1">
              <a:latin typeface="+mn-lt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698162D-381E-4591-B5EA-ED40A2466AD3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838090" y="2115820"/>
            <a:ext cx="949823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ED3990F-B39B-42A9-9491-57C9422F38DA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838090" y="2115820"/>
            <a:ext cx="6350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AD2147-B5FF-4896-90D6-1262CA0B5A3D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838090" y="2433320"/>
            <a:ext cx="1051423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farten er større, når banen er tættere på planeten</a:t>
            </a:r>
            <a:endParaRPr lang="da-DK" dirty="0" err="1">
              <a:latin typeface="+mn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8A45F0-E90F-4C7A-9635-393191E0A475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10336321" y="259842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##.##%</a:t>
            </a:r>
            <a:endParaRPr lang="da-DK" dirty="0" err="1">
              <a:latin typeface="+mn-lt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6BCBD69-1BE3-4F5C-A845-EFEDD4B784A2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838090" y="2750820"/>
            <a:ext cx="949823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6ADC6AC-EF22-451A-8884-573D41D2CB20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838090" y="2750820"/>
            <a:ext cx="6350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65C891-12C5-4648-A70F-86532BF5D075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838090" y="3068320"/>
            <a:ext cx="1051423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farten er mindre, når banen er tættere på planeter</a:t>
            </a:r>
            <a:endParaRPr lang="da-DK" dirty="0" err="1">
              <a:latin typeface="+mn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633B28-056A-4185-ADF5-3692D13D1ADD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10336321" y="323342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##.##%</a:t>
            </a:r>
            <a:endParaRPr lang="da-DK" dirty="0" err="1">
              <a:latin typeface="+mn-lt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AD546B8-4461-4980-B285-EAFBF73B4BC1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838090" y="3385820"/>
            <a:ext cx="949823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07ED6D7-0091-4A24-B274-65BB4C1E4CBD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838090" y="3385820"/>
            <a:ext cx="6350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CEAA2C-66EA-42F6-8C83-B43AE1E28FE2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838090" y="3703320"/>
            <a:ext cx="1051423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der er intet sammenhæng mellem fart og afstand</a:t>
            </a:r>
            <a:endParaRPr lang="da-DK" dirty="0" err="1">
              <a:latin typeface="+mn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05963A-1C86-42DE-9853-864EEB64AA3F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10336321" y="386842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##.##%</a:t>
            </a:r>
            <a:endParaRPr lang="da-DK" dirty="0" err="1">
              <a:latin typeface="+mn-lt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DA32DBA-6FEB-411C-A9B6-450AFE5B50E7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838090" y="4020820"/>
            <a:ext cx="949823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CEDB820-50B5-4C0E-9917-3FD8296876D8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838090" y="4020820"/>
            <a:ext cx="6350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" name="Date Placeholder 6">
            <a:extLst>
              <a:ext uri="{FF2B5EF4-FFF2-40B4-BE49-F238E27FC236}">
                <a16:creationId xmlns:a16="http://schemas.microsoft.com/office/drawing/2014/main" id="{F9A26D0F-B094-670D-2ECC-712D61232C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2000" y="6525344"/>
            <a:ext cx="1105200" cy="316800"/>
          </a:xfrm>
        </p:spPr>
        <p:txBody>
          <a:bodyPr/>
          <a:lstStyle/>
          <a:p>
            <a:r>
              <a:rPr lang="da-DK" dirty="0"/>
              <a:t>E25 06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735381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432C-6EE4-3A48-B260-083AF2E7E36A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da-DK"/>
              <a:t>Hvad gælder om farten i en elliptisk kredsløbsbevægelse (hvor der er impulsmomentbevarelse)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B87DD-025D-AE43-4A03-910135B61E5D}"/>
              </a:ext>
            </a:extLst>
          </p:cNvPr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FI"/>
              <a:t> </a:t>
            </a:r>
            <a:endParaRPr lang="en-FI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8CC1B9D-ADB1-4C54-8D31-C693404B8E41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63500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##/##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F3456AB-04D4-43F4-8454-C36B020612E3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10094913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Results slide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" name="Rectangle: Top Corners Snipped 5">
            <a:extLst>
              <a:ext uri="{FF2B5EF4-FFF2-40B4-BE49-F238E27FC236}">
                <a16:creationId xmlns:a16="http://schemas.microsoft.com/office/drawing/2014/main" id="{BBB75DB2-BE44-43B4-A47F-4AAD98BCE42A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65100" y="254000"/>
            <a:ext cx="177800" cy="127000"/>
          </a:xfrm>
          <a:prstGeom prst="snip2SameRect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B0C356D-2F69-45E8-8FD6-EBB8EEC47496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90500" y="127000"/>
            <a:ext cx="127000" cy="127000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091FF7-09A8-4839-8BEF-B06961A6160A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2793636" y="889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Join at: </a:t>
            </a:r>
            <a:r>
              <a:rPr lang="da-DK" b="1">
                <a:latin typeface="+mn-lt"/>
              </a:rPr>
              <a:t>vevox.app</a:t>
            </a:r>
            <a:endParaRPr lang="da-DK" dirty="0" err="1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DF343C-1D3A-453B-9254-6B78B74DBC8C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925895" y="1016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ID: </a:t>
            </a:r>
            <a:r>
              <a:rPr lang="da-DK" b="1">
                <a:latin typeface="+mn-lt"/>
              </a:rPr>
              <a:t>XXX-XXX-XXX</a:t>
            </a:r>
            <a:endParaRPr lang="da-DK" dirty="0" err="1"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7E66AC-1894-483F-87C6-3989A16038E9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838090" y="1798320"/>
            <a:ext cx="1051423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farten er altid den samme</a:t>
            </a:r>
            <a:endParaRPr lang="da-DK" dirty="0" err="1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F82E1C-86A5-4A45-AB4B-1BABF1D2B237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10336321" y="196342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##.##%</a:t>
            </a:r>
            <a:endParaRPr lang="da-DK" dirty="0" err="1">
              <a:latin typeface="+mn-lt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123B9B5-BB1B-4EB7-A428-3611B685E1A0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838090" y="2115820"/>
            <a:ext cx="949823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A0259CC-1EE0-4F17-A747-34C1BF74DC26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838090" y="2115820"/>
            <a:ext cx="6350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C1B1D2-834E-44BA-B8E2-0E517876292A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838090" y="2433320"/>
            <a:ext cx="1051423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farten er større, når banen er tættere på planeten</a:t>
            </a:r>
            <a:endParaRPr lang="da-DK" dirty="0" err="1">
              <a:latin typeface="+mn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96E5F0-F545-479A-83FB-7F16BF005310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10336321" y="259842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##.##%</a:t>
            </a:r>
            <a:endParaRPr lang="da-DK" dirty="0" err="1">
              <a:latin typeface="+mn-lt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416D013-28E4-452A-B3BE-866215EBAED1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838090" y="2750820"/>
            <a:ext cx="949823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9E05A78-335A-4005-B916-75777179BDD4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838090" y="2750820"/>
            <a:ext cx="6350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854740-AC5F-4DB1-8998-CBF9452DC00B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838090" y="3068320"/>
            <a:ext cx="1051423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farten er mindre, når banen er tættere på planeter</a:t>
            </a:r>
            <a:endParaRPr lang="da-DK" dirty="0" err="1">
              <a:latin typeface="+mn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D48FAE-72C7-439C-89F8-0FD37000F933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10336321" y="323342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##.##%</a:t>
            </a:r>
            <a:endParaRPr lang="da-DK" dirty="0" err="1">
              <a:latin typeface="+mn-lt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1231C46-F556-4B4D-8164-8EE8D807D55E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838090" y="3385820"/>
            <a:ext cx="949823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8EF39CA-76CC-42BB-B592-FD247F2475B5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838090" y="3385820"/>
            <a:ext cx="6350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79D87C-F99E-4C73-A1D5-224A0DA9B2D4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838090" y="3703320"/>
            <a:ext cx="1051423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der er intet sammenhæng mellem fart og afstand</a:t>
            </a:r>
            <a:endParaRPr lang="da-DK" dirty="0" err="1">
              <a:latin typeface="+mn-lt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89761F-A12C-46D6-B906-E44384CF9A3C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10336321" y="386842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##.##%</a:t>
            </a:r>
            <a:endParaRPr lang="da-DK" dirty="0" err="1">
              <a:latin typeface="+mn-lt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2C9B028-D1EB-4A0D-902F-47E5F58CDCB9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838090" y="4020820"/>
            <a:ext cx="949823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3BB5A60-2F26-43A1-948A-696C42DDB461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838090" y="4020820"/>
            <a:ext cx="6350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125B42C-A515-4E33-88E5-545030B155ED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0" y="5486400"/>
            <a:ext cx="12190413" cy="1219200"/>
          </a:xfrm>
          <a:prstGeom prst="rect">
            <a:avLst/>
          </a:prstGeom>
          <a:solidFill>
            <a:srgbClr val="666666">
              <a:alpha val="40000"/>
            </a:srgbClr>
          </a:solidFill>
          <a:ln w="12700" cap="flat" cmpd="sng" algn="ctr">
            <a:solidFill>
              <a:srgbClr val="808080">
                <a:alpha val="40000"/>
              </a:srgbClr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8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RESULTS SLIDE</a:t>
            </a:r>
            <a:endParaRPr kumimoji="0" lang="da-DK" sz="80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" name="Date Placeholder 6">
            <a:extLst>
              <a:ext uri="{FF2B5EF4-FFF2-40B4-BE49-F238E27FC236}">
                <a16:creationId xmlns:a16="http://schemas.microsoft.com/office/drawing/2014/main" id="{EB4EBE07-749A-08EF-B805-536498942E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2000" y="6541200"/>
            <a:ext cx="1105200" cy="316800"/>
          </a:xfrm>
        </p:spPr>
        <p:txBody>
          <a:bodyPr/>
          <a:lstStyle/>
          <a:p>
            <a:r>
              <a:rPr lang="da-DK" dirty="0"/>
              <a:t>E25 06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439209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AA1A2F8-5ACA-4C54-BB52-D443EC003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Kvadratet på en planets omløbstid er proportionalt med tredje potens af længden på den halve store akse i dens bane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DC709AB-ECF7-6C08-0A49-03A41ECE44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a-DK" dirty="0"/>
                  <a:t>En planets omløbstid i en elliptisk bane er givet ved </a:t>
                </a:r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𝐺𝑀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da-DK" dirty="0">
                  <a:latin typeface="+mn-lt"/>
                </a:endParaRPr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r>
                  <a:rPr lang="da-DK" dirty="0"/>
                  <a:t>h</a:t>
                </a:r>
                <a:r>
                  <a:rPr lang="da-DK" dirty="0">
                    <a:latin typeface="+mn-lt"/>
                  </a:rPr>
                  <a:t>vor </a:t>
                </a:r>
                <a:r>
                  <a:rPr lang="da-DK" i="1" dirty="0">
                    <a:latin typeface="+mn-lt"/>
                  </a:rPr>
                  <a:t>a</a:t>
                </a:r>
                <a:r>
                  <a:rPr lang="da-DK" i="1" dirty="0"/>
                  <a:t> </a:t>
                </a:r>
                <a:r>
                  <a:rPr lang="da-DK" dirty="0"/>
                  <a:t>er den halve storakse i ellipsen</a:t>
                </a:r>
                <a:r>
                  <a:rPr lang="da-DK" dirty="0">
                    <a:latin typeface="+mn-lt"/>
                  </a:rPr>
                  <a:t> </a:t>
                </a:r>
              </a:p>
              <a:p>
                <a:pPr marL="0" indent="0">
                  <a:buNone/>
                </a:pPr>
                <a:endParaRPr lang="da-DK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DC709AB-ECF7-6C08-0A49-03A41ECE44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505" t="-17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lide Number Placeholder 2">
            <a:extLst>
              <a:ext uri="{FF2B5EF4-FFF2-40B4-BE49-F238E27FC236}">
                <a16:creationId xmlns:a16="http://schemas.microsoft.com/office/drawing/2014/main" id="{892D6E3B-9D2C-3371-5BA0-DE0BDE11E337}"/>
              </a:ext>
            </a:extLst>
          </p:cNvPr>
          <p:cNvSpPr txBox="1">
            <a:spLocks/>
          </p:cNvSpPr>
          <p:nvPr/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a-DK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fld id="{24C8C45C-947F-4981-8B3F-4F32E973C901}" type="slidenum">
              <a:rPr lang="en-GB" smtClean="0"/>
              <a:pPr/>
              <a:t>31</a:t>
            </a:fld>
            <a:endParaRPr lang="en-GB" dirty="0"/>
          </a:p>
        </p:txBody>
      </p:sp>
      <p:sp>
        <p:nvSpPr>
          <p:cNvPr id="19" name="Footer Placeholder 7">
            <a:extLst>
              <a:ext uri="{FF2B5EF4-FFF2-40B4-BE49-F238E27FC236}">
                <a16:creationId xmlns:a16="http://schemas.microsoft.com/office/drawing/2014/main" id="{5E7F44E8-FF67-83D5-B005-7D0D12438618}"/>
              </a:ext>
            </a:extLst>
          </p:cNvPr>
          <p:cNvSpPr txBox="1">
            <a:spLocks/>
          </p:cNvSpPr>
          <p:nvPr/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ＭＳ Ｐゴシック" pitchFamily="-80" charset="-128"/>
                <a:cs typeface="+mn-cs"/>
              </a:rPr>
              <a:t>10060 Fysik (PG) | gravitation</a:t>
            </a:r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8974B890-AF87-8DA2-2608-1E4028076CEF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/>
              <a:t>E25 06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7250472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AA1A2F8-5ACA-4C54-BB52-D443EC003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Einstein’s</a:t>
            </a:r>
            <a:r>
              <a:rPr lang="da-DK" dirty="0"/>
              <a:t> gravitationsteori</a:t>
            </a:r>
          </a:p>
        </p:txBody>
      </p:sp>
      <p:sp>
        <p:nvSpPr>
          <p:cNvPr id="17" name="Slide Number Placeholder 2">
            <a:extLst>
              <a:ext uri="{FF2B5EF4-FFF2-40B4-BE49-F238E27FC236}">
                <a16:creationId xmlns:a16="http://schemas.microsoft.com/office/drawing/2014/main" id="{892D6E3B-9D2C-3371-5BA0-DE0BDE11E337}"/>
              </a:ext>
            </a:extLst>
          </p:cNvPr>
          <p:cNvSpPr txBox="1">
            <a:spLocks/>
          </p:cNvSpPr>
          <p:nvPr/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a-DK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fld id="{24C8C45C-947F-4981-8B3F-4F32E973C901}" type="slidenum">
              <a:rPr lang="en-GB" smtClean="0"/>
              <a:pPr/>
              <a:t>32</a:t>
            </a:fld>
            <a:endParaRPr lang="en-GB" dirty="0"/>
          </a:p>
        </p:txBody>
      </p:sp>
      <p:sp>
        <p:nvSpPr>
          <p:cNvPr id="19" name="Footer Placeholder 7">
            <a:extLst>
              <a:ext uri="{FF2B5EF4-FFF2-40B4-BE49-F238E27FC236}">
                <a16:creationId xmlns:a16="http://schemas.microsoft.com/office/drawing/2014/main" id="{5E7F44E8-FF67-83D5-B005-7D0D12438618}"/>
              </a:ext>
            </a:extLst>
          </p:cNvPr>
          <p:cNvSpPr txBox="1">
            <a:spLocks/>
          </p:cNvSpPr>
          <p:nvPr/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ＭＳ Ｐゴシック" pitchFamily="-80" charset="-128"/>
                <a:cs typeface="+mn-cs"/>
              </a:rPr>
              <a:t>10060 Fysik (PG) | gravitation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B45352-7A59-518F-035F-65515BDBFC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4310" y="1820026"/>
            <a:ext cx="5521792" cy="4299990"/>
          </a:xfrm>
          <a:prstGeom prst="rect">
            <a:avLst/>
          </a:prstGeom>
        </p:spPr>
      </p:pic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6518CB39-9D0D-7A28-DCAD-DBB40A54E0DB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/>
              <a:t>E25 06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7763986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AA1A2F8-5ACA-4C54-BB52-D443EC003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Sorte huller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121D2B5-9C1B-D8A7-7170-ACD7458C8E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74726" y="1706328"/>
                <a:ext cx="6552728" cy="454557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da-DK" dirty="0"/>
                  <a:t>Et af resultaterne af Einsteins generelle relativitetsteori er forudsigelsen af sorte huller. Alt indenfor en radius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a-DK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</m:oMath>
                </a14:m>
                <a:r>
                  <a:rPr lang="da-DK" dirty="0"/>
                  <a:t> slipper aldrig ud …</a:t>
                </a:r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a-DK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𝐺𝑀</m:t>
                          </m:r>
                        </m:num>
                        <m:den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r>
                  <a:rPr lang="da-DK" dirty="0"/>
                  <a:t>Hvor </a:t>
                </a:r>
                <a:r>
                  <a:rPr lang="da-DK" i="1" dirty="0"/>
                  <a:t>c</a:t>
                </a:r>
                <a:r>
                  <a:rPr lang="da-DK" dirty="0"/>
                  <a:t> er lysets fart i vakuum</a:t>
                </a:r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da-DK"/>
                        <m:t>299</m:t>
                      </m:r>
                      <m:r>
                        <m:rPr>
                          <m:nor/>
                        </m:rPr>
                        <a:rPr lang="da-DK" b="0" i="0" smtClean="0"/>
                        <m:t>.</m:t>
                      </m:r>
                      <m:r>
                        <m:rPr>
                          <m:nor/>
                        </m:rPr>
                        <a:rPr lang="da-DK"/>
                        <m:t>792</m:t>
                      </m:r>
                      <m:r>
                        <m:rPr>
                          <m:nor/>
                        </m:rPr>
                        <a:rPr lang="da-DK" b="0" i="0" smtClean="0"/>
                        <m:t>.</m:t>
                      </m:r>
                      <m:r>
                        <m:rPr>
                          <m:nor/>
                        </m:rPr>
                        <a:rPr lang="da-DK"/>
                        <m:t>458</m:t>
                      </m:r>
                      <m:r>
                        <m:rPr>
                          <m:nor/>
                        </m:rPr>
                        <a:rPr lang="da-DK" b="0" i="0" smtClean="0"/>
                        <m:t> </m:t>
                      </m:r>
                      <m:r>
                        <m:rPr>
                          <m:nor/>
                        </m:rPr>
                        <a:rPr lang="da-DK" b="0" i="0" smtClean="0"/>
                        <m:t>m</m:t>
                      </m:r>
                      <m:r>
                        <m:rPr>
                          <m:nor/>
                        </m:rPr>
                        <a:rPr lang="da-DK" b="0" i="0" smtClean="0"/>
                        <m:t>/</m:t>
                      </m:r>
                      <m:r>
                        <m:rPr>
                          <m:nor/>
                        </m:rPr>
                        <a:rPr lang="da-DK" b="0" i="0" smtClean="0"/>
                        <m:t>s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121D2B5-9C1B-D8A7-7170-ACD7458C8E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74726" y="1706328"/>
                <a:ext cx="6552728" cy="4545578"/>
              </a:xfrm>
              <a:blipFill>
                <a:blip r:embed="rId5"/>
                <a:stretch>
                  <a:fillRect l="-2140" t="-17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lide Number Placeholder 2">
            <a:extLst>
              <a:ext uri="{FF2B5EF4-FFF2-40B4-BE49-F238E27FC236}">
                <a16:creationId xmlns:a16="http://schemas.microsoft.com/office/drawing/2014/main" id="{892D6E3B-9D2C-3371-5BA0-DE0BDE11E337}"/>
              </a:ext>
            </a:extLst>
          </p:cNvPr>
          <p:cNvSpPr txBox="1">
            <a:spLocks/>
          </p:cNvSpPr>
          <p:nvPr/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a-DK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fld id="{24C8C45C-947F-4981-8B3F-4F32E973C901}" type="slidenum">
              <a:rPr lang="en-GB" smtClean="0"/>
              <a:pPr/>
              <a:t>33</a:t>
            </a:fld>
            <a:endParaRPr lang="en-GB" dirty="0"/>
          </a:p>
        </p:txBody>
      </p:sp>
      <p:sp>
        <p:nvSpPr>
          <p:cNvPr id="19" name="Footer Placeholder 7">
            <a:extLst>
              <a:ext uri="{FF2B5EF4-FFF2-40B4-BE49-F238E27FC236}">
                <a16:creationId xmlns:a16="http://schemas.microsoft.com/office/drawing/2014/main" id="{5E7F44E8-FF67-83D5-B005-7D0D12438618}"/>
              </a:ext>
            </a:extLst>
          </p:cNvPr>
          <p:cNvSpPr txBox="1">
            <a:spLocks/>
          </p:cNvSpPr>
          <p:nvPr/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ＭＳ Ｐゴシック" pitchFamily="-80" charset="-128"/>
                <a:cs typeface="+mn-cs"/>
              </a:rPr>
              <a:t>10060 Fysik (PG) | gravitation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DA88FC-9E24-D848-5E34-F1F1BB0EFE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5700" y="1171991"/>
            <a:ext cx="3118098" cy="4739965"/>
          </a:xfrm>
          <a:prstGeom prst="rect">
            <a:avLst/>
          </a:prstGeom>
        </p:spPr>
      </p:pic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F40AA802-BEF2-AE8C-E18E-8483CA05C3D4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/>
              <a:t>E25 06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2402986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AA1A2F8-5ACA-4C54-BB52-D443EC003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Hvad skal jeg lære i dag?</a:t>
            </a:r>
            <a:endParaRPr lang="uk-UA" dirty="0"/>
          </a:p>
        </p:txBody>
      </p:sp>
      <p:sp>
        <p:nvSpPr>
          <p:cNvPr id="17" name="Slide Number Placeholder 2">
            <a:extLst>
              <a:ext uri="{FF2B5EF4-FFF2-40B4-BE49-F238E27FC236}">
                <a16:creationId xmlns:a16="http://schemas.microsoft.com/office/drawing/2014/main" id="{892D6E3B-9D2C-3371-5BA0-DE0BDE11E337}"/>
              </a:ext>
            </a:extLst>
          </p:cNvPr>
          <p:cNvSpPr txBox="1">
            <a:spLocks/>
          </p:cNvSpPr>
          <p:nvPr/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a-DK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fld id="{24C8C45C-947F-4981-8B3F-4F32E973C901}" type="slidenum">
              <a:rPr lang="en-GB" smtClean="0"/>
              <a:pPr/>
              <a:t>34</a:t>
            </a:fld>
            <a:endParaRPr lang="en-GB" dirty="0"/>
          </a:p>
        </p:txBody>
      </p:sp>
      <p:sp>
        <p:nvSpPr>
          <p:cNvPr id="19" name="Footer Placeholder 7">
            <a:extLst>
              <a:ext uri="{FF2B5EF4-FFF2-40B4-BE49-F238E27FC236}">
                <a16:creationId xmlns:a16="http://schemas.microsoft.com/office/drawing/2014/main" id="{5E7F44E8-FF67-83D5-B005-7D0D12438618}"/>
              </a:ext>
            </a:extLst>
          </p:cNvPr>
          <p:cNvSpPr txBox="1">
            <a:spLocks/>
          </p:cNvSpPr>
          <p:nvPr/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ＭＳ Ｐゴシック" pitchFamily="-80" charset="-128"/>
                <a:cs typeface="+mn-cs"/>
              </a:rPr>
              <a:t>10060 Fysik (PG) | gravitation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C3CAA8C-4921-E08A-9F30-955543474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4726" y="1706328"/>
            <a:ext cx="9312374" cy="4545578"/>
          </a:xfrm>
        </p:spPr>
        <p:txBody>
          <a:bodyPr/>
          <a:lstStyle/>
          <a:p>
            <a:pPr marL="0" indent="0">
              <a:buNone/>
            </a:pPr>
            <a:r>
              <a:rPr lang="da-DK" dirty="0"/>
              <a:t>Bruge Newtons gravitationslov til at beregne tyngdekraften mellem to objekter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Vurdere hvornår den eksakte og den approksimerede potentielle </a:t>
            </a:r>
            <a:r>
              <a:rPr lang="da-DK" dirty="0" err="1"/>
              <a:t>gravitationelle</a:t>
            </a:r>
            <a:r>
              <a:rPr lang="da-DK" dirty="0"/>
              <a:t> energi kan bruges og anvende potentiel energi i beregninger med energibevarelse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Regne på objekters kredsløbsfart og omløbstid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Kende til </a:t>
            </a:r>
            <a:r>
              <a:rPr lang="da-DK" dirty="0" err="1"/>
              <a:t>keplers</a:t>
            </a:r>
            <a:r>
              <a:rPr lang="da-DK" dirty="0"/>
              <a:t> love og begrænsningerne ved klassisk gravitationsteori</a:t>
            </a:r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23B8B31F-1316-077A-5BC1-F2F4479AE4F9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/>
              <a:t>E25 06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3698182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AA1A2F8-5ACA-4C54-BB52-D443EC003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Ligninger</a:t>
            </a:r>
            <a:endParaRPr lang="uk-UA" dirty="0"/>
          </a:p>
        </p:txBody>
      </p:sp>
      <p:sp>
        <p:nvSpPr>
          <p:cNvPr id="17" name="Slide Number Placeholder 2">
            <a:extLst>
              <a:ext uri="{FF2B5EF4-FFF2-40B4-BE49-F238E27FC236}">
                <a16:creationId xmlns:a16="http://schemas.microsoft.com/office/drawing/2014/main" id="{892D6E3B-9D2C-3371-5BA0-DE0BDE11E337}"/>
              </a:ext>
            </a:extLst>
          </p:cNvPr>
          <p:cNvSpPr txBox="1">
            <a:spLocks/>
          </p:cNvSpPr>
          <p:nvPr/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a-DK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fld id="{24C8C45C-947F-4981-8B3F-4F32E973C901}" type="slidenum">
              <a:rPr lang="en-GB" smtClean="0"/>
              <a:pPr/>
              <a:t>35</a:t>
            </a:fld>
            <a:endParaRPr lang="en-GB" dirty="0"/>
          </a:p>
        </p:txBody>
      </p:sp>
      <p:sp>
        <p:nvSpPr>
          <p:cNvPr id="19" name="Footer Placeholder 7">
            <a:extLst>
              <a:ext uri="{FF2B5EF4-FFF2-40B4-BE49-F238E27FC236}">
                <a16:creationId xmlns:a16="http://schemas.microsoft.com/office/drawing/2014/main" id="{5E7F44E8-FF67-83D5-B005-7D0D12438618}"/>
              </a:ext>
            </a:extLst>
          </p:cNvPr>
          <p:cNvSpPr txBox="1">
            <a:spLocks/>
          </p:cNvSpPr>
          <p:nvPr/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ＭＳ Ｐゴシック" pitchFamily="-80" charset="-128"/>
                <a:cs typeface="+mn-cs"/>
              </a:rPr>
              <a:t>10060 Fysik (PG) | gravitation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C90FE9-BB68-1E15-686F-EC0A9F0FA0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8982" y="129570"/>
            <a:ext cx="6801200" cy="6331275"/>
          </a:xfrm>
          <a:prstGeom prst="rect">
            <a:avLst/>
          </a:prstGeom>
        </p:spPr>
      </p:pic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38F8E402-4AF0-87BB-6987-D6FF9AC1422C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/>
              <a:t>E25 06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88638220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DNEW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INSTRUCTIONS" val="15504340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INSTRUCTIONSLIDE" val="join_instructions_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NTENT.PLACEHOLDER" val="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INSTRUCTION.TEXT" val="join_instructions_tex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.CHECKERBOARD" val="x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0)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0)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0)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0)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0)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0)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0)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0)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0)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0)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0)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0)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0)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0)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0)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0)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0)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0)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0)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1)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1)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1)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1)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1)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1)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1)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1)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2)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2)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2)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2)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2)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2)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2)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2)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2)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2)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2)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2)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2)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2)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2)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2)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2)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2)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2)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3)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3)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3)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3)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3)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3)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3)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3)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3)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3)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3)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3)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3)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3)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3)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3)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3)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4)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4)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4)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4)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4)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4)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4)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4)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4)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4)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4)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4)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4)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4)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4)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4)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4)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4)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5)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5)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5)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5)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5)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5)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5)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5)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5)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5)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6)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6)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6)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6)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6)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6)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6)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6)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6)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6)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6)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6)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6)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6)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6)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6)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6)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6)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6)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6)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6)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7)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7)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7)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7)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7)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8)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8)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8)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8)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8)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8)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8)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8)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8)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8)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8)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8)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8)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8)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8)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8)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8)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8)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9)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9)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9)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9)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9)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9)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9)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9)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9)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9)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9)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9)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9)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9)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9)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10)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10)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10)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10)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10)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10)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10)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10)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10)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10)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10)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10)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10)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10)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10)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11)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11)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11)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11)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11)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11)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11)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11)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11)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11)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11)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11)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11)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11)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11)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11)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11)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11)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11)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12)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12)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12)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12)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12)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12)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12)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12)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12)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12)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13)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13)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13)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13)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13)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13)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13)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13)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13)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13)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13)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13)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13)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13)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13)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13)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13)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13)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13)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14)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14)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14)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14)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14)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14)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14)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14)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14)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14)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14)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14)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15)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15)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15)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15)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15)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15)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15)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15)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15)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15)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15)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15)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16)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16)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16)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16)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16)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16)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16)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16)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16)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16)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16)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16)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16)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16)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16)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16)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16)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16)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17)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17)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17)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17)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17)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17)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17)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17)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17)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17)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17)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17)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17)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17)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17)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17)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18)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18)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18)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18)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18)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18)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18)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18)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18)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18)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18)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18)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18)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18)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18)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18)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19)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19)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19)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19)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19)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19)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19)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19)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19)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19)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19)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19)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19)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19)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19)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19)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20)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20)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20)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20)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20)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20)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20)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20)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20)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20)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20)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20)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20)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20)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20)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20)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20)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20)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20)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20)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21)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21)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21)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21)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21)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21)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21)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21)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21)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21)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21)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21)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22)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22)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22)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22)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22)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22)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22)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22)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22)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22)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22)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22)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22)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22)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22)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22)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22)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22)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22)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23)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23)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23)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23)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23)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23)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23)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23)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24)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24)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24)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24)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24)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24)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24)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24)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24)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24)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24)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24)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24)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24)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24)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24)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24)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24)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24)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24)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24)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25)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25)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25)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25)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25)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25)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25)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25)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25)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25)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25)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25)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25)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25)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26)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26)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26)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26)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26)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26)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26)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26)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26)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26)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26)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26)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26)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26)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27)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27)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27)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27)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27)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27)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27)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27)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27)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27)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27)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27)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27)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27)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27)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27)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28)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28)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28)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28)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28)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28)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28)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28)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28)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28)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28)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28)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28)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28)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LL" val="{&quot;id&quot;:&quot;5135979&quot;,&quot;questionSettings&quot;:{},&quot;alias&quot;:&quot;&quot;,&quot;text&quot;:&quot;&lt;p&gt;Hvad gælder for en jævn cirkelbevægelse?&lt;/p&gt;&quot;,&quot;@type&quot;:&quot;MultipleChoiceQuestion&quot;,&quot;choices&quot;:[{&quot;id&quot;:&quot;19067372&quot;,&quot;alias&quot;:null,&quot;text&quot;:&quot;Centripetalkraften er parallel med hastigheden&quot;,&quot;excludeFromResults&quot;:false,&quot;image&quot;:null,&quot;imageAltText&quot;:null,&quot;isCorrectAnswer&quot;:false},{&quot;id&quot;:&quot;19067373&quot;,&quot;alias&quot;:null,&quot;text&quot;:&quot;Centripetalkraften er vinkelret på hastigheden&quot;,&quot;excludeFromResults&quot;:false,&quot;image&quot;:null,&quot;imageAltText&quot;:null,&quot;isCorrectAnswer&quot;:true},{&quot;id&quot;:&quot;19067374&quot;,&quot;alias&quot;:null,&quot;text&quot;:&quot;Hastigheden ændrer sig, men farten er konstant&quot;,&quot;excludeFromResults&quot;:false,&quot;image&quot;:null,&quot;imageAltText&quot;:null,&quot;isCorrectAnswer&quot;:true},{&quot;id&quot;:&quot;19067375&quot;,&quot;alias&quot;:null,&quot;text&quot;:&quot;Farten ændrer sig, men hastigheden er konstant&quot;,&quot;excludeFromResults&quot;:false,&quot;image&quot;:null,&quot;imageAltText&quot;:null,&quot;isCorrectAnswer&quot;:false}],&quot;resultFormat&quot;:&quot;%&quot;,&quot;minNumberSelections&quot;:1,&quot;maxNumberSelections&quot;:4,&quot;image&quot;:&quot;86788e71-8f7b-48c6-9925-cd9f45883c77&quot;,&quot;uiType&quot;:&quot;default&quot;,&quot;resultDisplayType&quot;:&quot;default&quot;}"/>
  <p:tag name="VEVOX.ORIGIN.SESSION.ID" val="797753"/>
  <p:tag name="VEVOX.ORIGIN.QUESTION.ID" val="5135979"/>
  <p:tag name="VEVOX.QUESTIONSLIDEID" val="257#1496449752/1055227751"/>
  <p:tag name="VEVOX.SLIDEFORMAT.VERSION" val="1.018"/>
  <p:tag name="VEVOX.DEBUG.GIFTCARDINSERT" val=" Load attempt 1: image fetched. Load succesfull. load seems succesful. trying to insert. starting insert attempt 1: Insert seems succesful.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UESTION" val="Hvad gælder for en jævn cirkelbevægelse?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NTENT.PLACEHOLDER" val="2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IMAGE.PLACEHOLDER" val="3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" val="{&quot;left&quot;:5,&quot;top&quot;:5,&quot;width&quot;:160,&quot;height&quot;:30}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LLSTATUSTEXT" val="{&quot;left&quot;:794.8750393700788,&quot;top&quot;:5,&quot;width&quot;:160,&quot;height&quot;:30}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SHOULDERS" val="{&quot;left&quot;:13,&quot;top&quot;:20,&quot;width&quot;:14,&quot;height&quot;:10}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HEAD" val="{&quot;left&quot;:15,&quot;top&quot;:10,&quot;width&quot;:10,&quot;height&quot;:10}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UNTDOWNTIMER.DISPLAY" val="{&quot;left&quot;:892.8750393700788,&quot;top&quot;:473,&quot;width&quot;:60,&quot;height&quot;:60}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JOIN.URL" val="{&quot;left&quot;:219.9713631889764,&quot;top&quot;:7,&quot;width&quot;:190,&quot;height&quot;:30}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ACCESSCODE.DISPLAY" val="{&quot;left&quot;:466.6059219160105,&quot;top&quot;:8,&quot;width&quot;:190,&quot;height&quot;:30}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1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1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1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1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2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2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2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2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3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3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3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3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4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4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4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4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.CHECKERBOARD" val="x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0)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0)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0)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0)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0)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0)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0)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0)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0)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0)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0)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0)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0)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0)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0)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0)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0)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0)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0)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1)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1)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1)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1)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1)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1)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1)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1)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2)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2)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2)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2)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2)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2)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2)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2)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2)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2)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2)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2)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2)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2)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2)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2)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2)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2)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2)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3)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3)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3)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3)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3)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3)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3)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3)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3)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3)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3)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3)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3)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3)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3)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3)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3)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4)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4)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4)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4)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4)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4)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4)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4)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4)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4)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4)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4)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4)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4)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4)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4)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4)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4)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5)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5)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5)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5)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5)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5)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5)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5)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5)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5)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6)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6)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6)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6)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6)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6)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6)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6)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6)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6)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6)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6)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6)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6)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6)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6)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6)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6)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6)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6)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6)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7)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7)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7)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7)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7)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8)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8)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8)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8)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8)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8)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8)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8)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8)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8)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8)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8)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8)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8)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8)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8)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8)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8)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9)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9)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9)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9)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9)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9)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9)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9)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9)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9)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9)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9)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9)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9)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9)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10)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10)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10)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10)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10)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10)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10)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10)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10)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10)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10)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10)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10)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10)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10)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11)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11)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11)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11)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11)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11)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11)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11)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11)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11)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11)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11)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11)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11)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11)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11)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11)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11)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11)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12)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12)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12)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12)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12)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12)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12)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12)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12)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12)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13)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13)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13)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13)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13)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13)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13)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13)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13)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13)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13)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13)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13)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13)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13)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13)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13)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13)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13)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14)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14)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14)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14)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14)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14)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14)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14)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14)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14)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14)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14)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15)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15)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15)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15)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15)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15)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15)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15)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15)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15)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15)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15)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16)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16)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16)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16)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16)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16)"/>
</p:tagLst>
</file>

<file path=ppt/tags/tag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16)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16)"/>
</p:tagLst>
</file>

<file path=ppt/tags/tag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16)"/>
</p:tagLst>
</file>

<file path=ppt/tags/tag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16)"/>
</p:tagLst>
</file>

<file path=ppt/tags/tag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16)"/>
</p:tagLst>
</file>

<file path=ppt/tags/tag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16)"/>
</p:tagLst>
</file>

<file path=ppt/tags/tag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16)"/>
</p:tagLst>
</file>

<file path=ppt/tags/tag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16)"/>
</p:tagLst>
</file>

<file path=ppt/tags/tag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16)"/>
</p:tagLst>
</file>

<file path=ppt/tags/tag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16)"/>
</p:tagLst>
</file>

<file path=ppt/tags/tag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16)"/>
</p:tagLst>
</file>

<file path=ppt/tags/tag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16)"/>
</p:tagLst>
</file>

<file path=ppt/tags/tag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17)"/>
</p:tagLst>
</file>

<file path=ppt/tags/tag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17)"/>
</p:tagLst>
</file>

<file path=ppt/tags/tag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17)"/>
</p:tagLst>
</file>

<file path=ppt/tags/tag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17)"/>
</p:tagLst>
</file>

<file path=ppt/tags/tag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17)"/>
</p:tagLst>
</file>

<file path=ppt/tags/tag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17)"/>
</p:tagLst>
</file>

<file path=ppt/tags/tag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17)"/>
</p:tagLst>
</file>

<file path=ppt/tags/tag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17)"/>
</p:tagLst>
</file>

<file path=ppt/tags/tag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17)"/>
</p:tagLst>
</file>

<file path=ppt/tags/tag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17)"/>
</p:tagLst>
</file>

<file path=ppt/tags/tag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17)"/>
</p:tagLst>
</file>

<file path=ppt/tags/tag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17)"/>
</p:tagLst>
</file>

<file path=ppt/tags/tag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17)"/>
</p:tagLst>
</file>

<file path=ppt/tags/tag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17)"/>
</p:tagLst>
</file>

<file path=ppt/tags/tag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17)"/>
</p:tagLst>
</file>

<file path=ppt/tags/tag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17)"/>
</p:tagLst>
</file>

<file path=ppt/tags/tag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18)"/>
</p:tagLst>
</file>

<file path=ppt/tags/tag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18)"/>
</p:tagLst>
</file>

<file path=ppt/tags/tag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18)"/>
</p:tagLst>
</file>

<file path=ppt/tags/tag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18)"/>
</p:tagLst>
</file>

<file path=ppt/tags/tag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18)"/>
</p:tagLst>
</file>

<file path=ppt/tags/tag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18)"/>
</p:tagLst>
</file>

<file path=ppt/tags/tag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18)"/>
</p:tagLst>
</file>

<file path=ppt/tags/tag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18)"/>
</p:tagLst>
</file>

<file path=ppt/tags/tag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18)"/>
</p:tagLst>
</file>

<file path=ppt/tags/tag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18)"/>
</p:tagLst>
</file>

<file path=ppt/tags/tag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18)"/>
</p:tagLst>
</file>

<file path=ppt/tags/tag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18)"/>
</p:tagLst>
</file>

<file path=ppt/tags/tag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18)"/>
</p:tagLst>
</file>

<file path=ppt/tags/tag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18)"/>
</p:tagLst>
</file>

<file path=ppt/tags/tag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18)"/>
</p:tagLst>
</file>

<file path=ppt/tags/tag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18)"/>
</p:tagLst>
</file>

<file path=ppt/tags/tag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19)"/>
</p:tagLst>
</file>

<file path=ppt/tags/tag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19)"/>
</p:tagLst>
</file>

<file path=ppt/tags/tag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19)"/>
</p:tagLst>
</file>

<file path=ppt/tags/tag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19)"/>
</p:tagLst>
</file>

<file path=ppt/tags/tag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19)"/>
</p:tagLst>
</file>

<file path=ppt/tags/tag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19)"/>
</p:tagLst>
</file>

<file path=ppt/tags/tag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19)"/>
</p:tagLst>
</file>

<file path=ppt/tags/tag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19)"/>
</p:tagLst>
</file>

<file path=ppt/tags/tag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19)"/>
</p:tagLst>
</file>

<file path=ppt/tags/tag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19)"/>
</p:tagLst>
</file>

<file path=ppt/tags/tag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19)"/>
</p:tagLst>
</file>

<file path=ppt/tags/tag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19)"/>
</p:tagLst>
</file>

<file path=ppt/tags/tag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19)"/>
</p:tagLst>
</file>

<file path=ppt/tags/tag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19)"/>
</p:tagLst>
</file>

<file path=ppt/tags/tag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19)"/>
</p:tagLst>
</file>

<file path=ppt/tags/tag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19)"/>
</p:tagLst>
</file>

<file path=ppt/tags/tag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20)"/>
</p:tagLst>
</file>

<file path=ppt/tags/tag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20)"/>
</p:tagLst>
</file>

<file path=ppt/tags/tag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20)"/>
</p:tagLst>
</file>

<file path=ppt/tags/tag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20)"/>
</p:tagLst>
</file>

<file path=ppt/tags/tag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20)"/>
</p:tagLst>
</file>

<file path=ppt/tags/tag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20)"/>
</p:tagLst>
</file>

<file path=ppt/tags/tag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20)"/>
</p:tagLst>
</file>

<file path=ppt/tags/tag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20)"/>
</p:tagLst>
</file>

<file path=ppt/tags/tag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20)"/>
</p:tagLst>
</file>

<file path=ppt/tags/tag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20)"/>
</p:tagLst>
</file>

<file path=ppt/tags/tag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20)"/>
</p:tagLst>
</file>

<file path=ppt/tags/tag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20)"/>
</p:tagLst>
</file>

<file path=ppt/tags/tag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20)"/>
</p:tagLst>
</file>

<file path=ppt/tags/tag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20)"/>
</p:tagLst>
</file>

<file path=ppt/tags/tag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20)"/>
</p:tagLst>
</file>

<file path=ppt/tags/tag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20)"/>
</p:tagLst>
</file>

<file path=ppt/tags/tag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20)"/>
</p:tagLst>
</file>

<file path=ppt/tags/tag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20)"/>
</p:tagLst>
</file>

<file path=ppt/tags/tag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20)"/>
</p:tagLst>
</file>

<file path=ppt/tags/tag8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20)"/>
</p:tagLst>
</file>

<file path=ppt/tags/tag8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21)"/>
</p:tagLst>
</file>

<file path=ppt/tags/tag8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21)"/>
</p:tagLst>
</file>

<file path=ppt/tags/tag8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21)"/>
</p:tagLst>
</file>

<file path=ppt/tags/tag8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21)"/>
</p:tagLst>
</file>

<file path=ppt/tags/tag8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21)"/>
</p:tagLst>
</file>

<file path=ppt/tags/tag8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21)"/>
</p:tagLst>
</file>

<file path=ppt/tags/tag8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21)"/>
</p:tagLst>
</file>

<file path=ppt/tags/tag8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21)"/>
</p:tagLst>
</file>

<file path=ppt/tags/tag8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21)"/>
</p:tagLst>
</file>

<file path=ppt/tags/tag8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21)"/>
</p:tagLst>
</file>

<file path=ppt/tags/tag8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21)"/>
</p:tagLst>
</file>

<file path=ppt/tags/tag8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21)"/>
</p:tagLst>
</file>

<file path=ppt/tags/tag8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22)"/>
</p:tagLst>
</file>

<file path=ppt/tags/tag8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22)"/>
</p:tagLst>
</file>

<file path=ppt/tags/tag8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22)"/>
</p:tagLst>
</file>

<file path=ppt/tags/tag8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22)"/>
</p:tagLst>
</file>

<file path=ppt/tags/tag8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22)"/>
</p:tagLst>
</file>

<file path=ppt/tags/tag8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22)"/>
</p:tagLst>
</file>

<file path=ppt/tags/tag8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22)"/>
</p:tagLst>
</file>

<file path=ppt/tags/tag8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22)"/>
</p:tagLst>
</file>

<file path=ppt/tags/tag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22)"/>
</p:tagLst>
</file>

<file path=ppt/tags/tag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22)"/>
</p:tagLst>
</file>

<file path=ppt/tags/tag8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22)"/>
</p:tagLst>
</file>

<file path=ppt/tags/tag8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22)"/>
</p:tagLst>
</file>

<file path=ppt/tags/tag8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22)"/>
</p:tagLst>
</file>

<file path=ppt/tags/tag8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22)"/>
</p:tagLst>
</file>

<file path=ppt/tags/tag8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22)"/>
</p:tagLst>
</file>

<file path=ppt/tags/tag8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22)"/>
</p:tagLst>
</file>

<file path=ppt/tags/tag8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22)"/>
</p:tagLst>
</file>

<file path=ppt/tags/tag8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22)"/>
</p:tagLst>
</file>

<file path=ppt/tags/tag8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22)"/>
</p:tagLst>
</file>

<file path=ppt/tags/tag8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23)"/>
</p:tagLst>
</file>

<file path=ppt/tags/tag8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23)"/>
</p:tagLst>
</file>

<file path=ppt/tags/tag8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23)"/>
</p:tagLst>
</file>

<file path=ppt/tags/tag8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23)"/>
</p:tagLst>
</file>

<file path=ppt/tags/tag8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23)"/>
</p:tagLst>
</file>

<file path=ppt/tags/tag8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23)"/>
</p:tagLst>
</file>

<file path=ppt/tags/tag8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23)"/>
</p:tagLst>
</file>

<file path=ppt/tags/tag8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23)"/>
</p:tagLst>
</file>

<file path=ppt/tags/tag8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24)"/>
</p:tagLst>
</file>

<file path=ppt/tags/tag8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24)"/>
</p:tagLst>
</file>

<file path=ppt/tags/tag8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24)"/>
</p:tagLst>
</file>

<file path=ppt/tags/tag8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24)"/>
</p:tagLst>
</file>

<file path=ppt/tags/tag8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24)"/>
</p:tagLst>
</file>

<file path=ppt/tags/tag8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24)"/>
</p:tagLst>
</file>

<file path=ppt/tags/tag8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24)"/>
</p:tagLst>
</file>

<file path=ppt/tags/tag8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24)"/>
</p:tagLst>
</file>

<file path=ppt/tags/tag8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24)"/>
</p:tagLst>
</file>

<file path=ppt/tags/tag8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24)"/>
</p:tagLst>
</file>

<file path=ppt/tags/tag8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24)"/>
</p:tagLst>
</file>

<file path=ppt/tags/tag8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24)"/>
</p:tagLst>
</file>

<file path=ppt/tags/tag8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24)"/>
</p:tagLst>
</file>

<file path=ppt/tags/tag8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24)"/>
</p:tagLst>
</file>

<file path=ppt/tags/tag8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24)"/>
</p:tagLst>
</file>

<file path=ppt/tags/tag8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24)"/>
</p:tagLst>
</file>

<file path=ppt/tags/tag8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24)"/>
</p:tagLst>
</file>

<file path=ppt/tags/tag8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24)"/>
</p:tagLst>
</file>

<file path=ppt/tags/tag8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24)"/>
</p:tagLst>
</file>

<file path=ppt/tags/tag8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24)"/>
</p:tagLst>
</file>

<file path=ppt/tags/tag8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24)"/>
</p:tagLst>
</file>

<file path=ppt/tags/tag8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25)"/>
</p:tagLst>
</file>

<file path=ppt/tags/tag8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25)"/>
</p:tagLst>
</file>

<file path=ppt/tags/tag8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25)"/>
</p:tagLst>
</file>

<file path=ppt/tags/tag8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25)"/>
</p:tagLst>
</file>

<file path=ppt/tags/tag8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25)"/>
</p:tagLst>
</file>

<file path=ppt/tags/tag8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25)"/>
</p:tagLst>
</file>

<file path=ppt/tags/tag8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25)"/>
</p:tagLst>
</file>

<file path=ppt/tags/tag8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25)"/>
</p:tagLst>
</file>

<file path=ppt/tags/tag8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25)"/>
</p:tagLst>
</file>

<file path=ppt/tags/tag8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25)"/>
</p:tagLst>
</file>

<file path=ppt/tags/tag8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25)"/>
</p:tagLst>
</file>

<file path=ppt/tags/tag8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25)"/>
</p:tagLst>
</file>

<file path=ppt/tags/tag8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25)"/>
</p:tagLst>
</file>

<file path=ppt/tags/tag8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25)"/>
</p:tagLst>
</file>

<file path=ppt/tags/tag8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26)"/>
</p:tagLst>
</file>

<file path=ppt/tags/tag8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26)"/>
</p:tagLst>
</file>

<file path=ppt/tags/tag8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26)"/>
</p:tagLst>
</file>

<file path=ppt/tags/tag8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26)"/>
</p:tagLst>
</file>

<file path=ppt/tags/tag8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26)"/>
</p:tagLst>
</file>

<file path=ppt/tags/tag8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26)"/>
</p:tagLst>
</file>

<file path=ppt/tags/tag8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26)"/>
</p:tagLst>
</file>

<file path=ppt/tags/tag8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26)"/>
</p:tagLst>
</file>

<file path=ppt/tags/tag8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26)"/>
</p:tagLst>
</file>

<file path=ppt/tags/tag8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26)"/>
</p:tagLst>
</file>

<file path=ppt/tags/tag8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26)"/>
</p:tagLst>
</file>

<file path=ppt/tags/tag8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26)"/>
</p:tagLst>
</file>

<file path=ppt/tags/tag8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26)"/>
</p:tagLst>
</file>

<file path=ppt/tags/tag8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26)"/>
</p:tagLst>
</file>

<file path=ppt/tags/tag8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27)"/>
</p:tagLst>
</file>

<file path=ppt/tags/tag8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27)"/>
</p:tagLst>
</file>

<file path=ppt/tags/tag8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27)"/>
</p:tagLst>
</file>

<file path=ppt/tags/tag8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27)"/>
</p:tagLst>
</file>

<file path=ppt/tags/tag8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27)"/>
</p:tagLst>
</file>

<file path=ppt/tags/tag8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27)"/>
</p:tagLst>
</file>

<file path=ppt/tags/tag8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27)"/>
</p:tagLst>
</file>

<file path=ppt/tags/tag8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27)"/>
</p:tagLst>
</file>

<file path=ppt/tags/tag8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27)"/>
</p:tagLst>
</file>

<file path=ppt/tags/tag9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27)"/>
</p:tagLst>
</file>

<file path=ppt/tags/tag9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27)"/>
</p:tagLst>
</file>

<file path=ppt/tags/tag9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27)"/>
</p:tagLst>
</file>

<file path=ppt/tags/tag9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27)"/>
</p:tagLst>
</file>

<file path=ppt/tags/tag9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27)"/>
</p:tagLst>
</file>

<file path=ppt/tags/tag9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27)"/>
</p:tagLst>
</file>

<file path=ppt/tags/tag9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27)"/>
</p:tagLst>
</file>

<file path=ppt/tags/tag9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28)"/>
</p:tagLst>
</file>

<file path=ppt/tags/tag9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28)"/>
</p:tagLst>
</file>

<file path=ppt/tags/tag9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28)"/>
</p:tagLst>
</file>

<file path=ppt/tags/tag9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28)"/>
</p:tagLst>
</file>

<file path=ppt/tags/tag9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28)"/>
</p:tagLst>
</file>

<file path=ppt/tags/tag9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28)"/>
</p:tagLst>
</file>

<file path=ppt/tags/tag9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28)"/>
</p:tagLst>
</file>

<file path=ppt/tags/tag9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28)"/>
</p:tagLst>
</file>

<file path=ppt/tags/tag9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28)"/>
</p:tagLst>
</file>

<file path=ppt/tags/tag9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28)"/>
</p:tagLst>
</file>

<file path=ppt/tags/tag9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28)"/>
</p:tagLst>
</file>

<file path=ppt/tags/tag9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28)"/>
</p:tagLst>
</file>

<file path=ppt/tags/tag9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28)"/>
</p:tagLst>
</file>

<file path=ppt/tags/tag9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28)"/>
</p:tagLst>
</file>

<file path=ppt/tags/tag9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RESULT" val="{&quot;id&quot;:&quot;5135979&quot;,&quot;questionSettings&quot;:{},&quot;alias&quot;:&quot;&quot;,&quot;text&quot;:&quot;&lt;p&gt;Hvad gælder for en jævn cirkelbevægelse?&lt;/p&gt;&quot;,&quot;@type&quot;:&quot;MultipleChoiceQuestion&quot;,&quot;choices&quot;:[{&quot;id&quot;:&quot;19067372&quot;,&quot;alias&quot;:null,&quot;text&quot;:&quot;Centripetalkraften er parallel med hastigheden&quot;,&quot;excludeFromResults&quot;:false,&quot;image&quot;:null,&quot;imageAltText&quot;:null,&quot;isCorrectAnswer&quot;:false},{&quot;id&quot;:&quot;19067373&quot;,&quot;alias&quot;:null,&quot;text&quot;:&quot;Centripetalkraften er vinkelret på hastigheden&quot;,&quot;excludeFromResults&quot;:false,&quot;image&quot;:null,&quot;imageAltText&quot;:null,&quot;isCorrectAnswer&quot;:true},{&quot;id&quot;:&quot;19067374&quot;,&quot;alias&quot;:null,&quot;text&quot;:&quot;Hastigheden ændrer sig, men farten er konstant&quot;,&quot;excludeFromResults&quot;:false,&quot;image&quot;:null,&quot;imageAltText&quot;:null,&quot;isCorrectAnswer&quot;:true},{&quot;id&quot;:&quot;19067375&quot;,&quot;alias&quot;:null,&quot;text&quot;:&quot;Farten ændrer sig, men hastigheden er konstant&quot;,&quot;excludeFromResults&quot;:false,&quot;image&quot;:null,&quot;imageAltText&quot;:null,&quot;isCorrectAnswer&quot;:false}],&quot;resultFormat&quot;:&quot;%&quot;,&quot;minNumberSelections&quot;:1,&quot;maxNumberSelections&quot;:4,&quot;image&quot;:&quot;86788e71-8f7b-48c6-9925-cd9f45883c77&quot;,&quot;uiType&quot;:&quot;default&quot;,&quot;resultDisplayType&quot;:&quot;default&quot;}"/>
  <p:tag name="VEVOX.QUESTIONSLIDEID" val="257#1496449752/1055227751"/>
  <p:tag name="VEVOX.SLIDEFORMAT.VERSION" val="1.018"/>
</p:tagLst>
</file>

<file path=ppt/tags/tag9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UESTION" val="Hvad gælder for en jævn cirkelbevægelse?"/>
</p:tagLst>
</file>

<file path=ppt/tags/tag9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NTENT.PLACEHOLDER" val="2"/>
</p:tagLst>
</file>

<file path=ppt/tags/tag9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IMAGE.PLACEHOLDER" val="3"/>
</p:tagLst>
</file>

<file path=ppt/tags/tag9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" val="{&quot;left&quot;:5,&quot;top&quot;:5,&quot;width&quot;:160,&quot;height&quot;:30}"/>
</p:tagLst>
</file>

<file path=ppt/tags/tag9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LLSTATUSTEXT" val="{&quot;left&quot;:794.8750393700788,&quot;top&quot;:5,&quot;width&quot;:160,&quot;height&quot;:30}"/>
</p:tagLst>
</file>

<file path=ppt/tags/tag9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SHOULDERS" val="{&quot;left&quot;:13,&quot;top&quot;:20,&quot;width&quot;:14,&quot;height&quot;:10}"/>
</p:tagLst>
</file>

<file path=ppt/tags/tag9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HEAD" val="{&quot;left&quot;:15,&quot;top&quot;:10,&quot;width&quot;:10,&quot;height&quot;:10}"/>
</p:tagLst>
</file>

<file path=ppt/tags/tag9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JOIN.URL" val="{&quot;left&quot;:219.9713631889764,&quot;top&quot;:7,&quot;width&quot;:190,&quot;height&quot;:30}"/>
</p:tagLst>
</file>

<file path=ppt/tags/tag9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ACCESSCODE.DISPLAY" val="{&quot;left&quot;:466.6059219160105,&quot;top&quot;:8,&quot;width&quot;:190,&quot;height&quot;:30}"/>
</p:tagLst>
</file>

<file path=ppt/tags/tag9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1"/>
</p:tagLst>
</file>

<file path=ppt/tags/tag9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1"/>
</p:tagLst>
</file>

<file path=ppt/tags/tag9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1"/>
</p:tagLst>
</file>

<file path=ppt/tags/tag9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1"/>
</p:tagLst>
</file>

<file path=ppt/tags/tag9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2"/>
</p:tagLst>
</file>

<file path=ppt/tags/tag9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2"/>
</p:tagLst>
</file>

<file path=ppt/tags/tag9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2"/>
</p:tagLst>
</file>

<file path=ppt/tags/tag9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2"/>
</p:tagLst>
</file>

<file path=ppt/tags/tag9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3"/>
</p:tagLst>
</file>

<file path=ppt/tags/tag9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3"/>
</p:tagLst>
</file>

<file path=ppt/tags/tag9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3"/>
</p:tagLst>
</file>

<file path=ppt/tags/tag9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3"/>
</p:tagLst>
</file>

<file path=ppt/tags/tag9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4"/>
</p:tagLst>
</file>

<file path=ppt/tags/tag9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4"/>
</p:tagLst>
</file>

<file path=ppt/tags/tag9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4"/>
</p:tagLst>
</file>

<file path=ppt/tags/tag9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4"/>
</p:tagLst>
</file>

<file path=ppt/tags/tag9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RESULT.PLACEHOLDER" val="0"/>
</p:tagLst>
</file>

<file path=ppt/tags/tag9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.CHECKERBOARD" val="x"/>
</p:tagLst>
</file>

<file path=ppt/tags/tag9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0)"/>
</p:tagLst>
</file>

<file path=ppt/tags/tag9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0)"/>
</p:tagLst>
</file>

<file path=ppt/tags/tag9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0)"/>
</p:tagLst>
</file>

<file path=ppt/tags/tag9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0)"/>
</p:tagLst>
</file>

<file path=ppt/tags/tag9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0)"/>
</p:tagLst>
</file>

<file path=ppt/tags/tag9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0)"/>
</p:tagLst>
</file>

<file path=ppt/tags/tag9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0)"/>
</p:tagLst>
</file>

<file path=ppt/tags/tag9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0)"/>
</p:tagLst>
</file>

<file path=ppt/tags/tag9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0)"/>
</p:tagLst>
</file>

<file path=ppt/tags/tag9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0)"/>
</p:tagLst>
</file>

<file path=ppt/tags/tag9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0)"/>
</p:tagLst>
</file>

<file path=ppt/tags/tag9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0)"/>
</p:tagLst>
</file>

<file path=ppt/tags/tag9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0)"/>
</p:tagLst>
</file>

<file path=ppt/tags/tag9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0)"/>
</p:tagLst>
</file>

<file path=ppt/tags/tag9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0)"/>
</p:tagLst>
</file>

<file path=ppt/tags/tag9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0)"/>
</p:tagLst>
</file>

<file path=ppt/tags/tag9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0)"/>
</p:tagLst>
</file>

<file path=ppt/tags/tag9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0)"/>
</p:tagLst>
</file>

<file path=ppt/tags/tag9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0)"/>
</p:tagLst>
</file>

<file path=ppt/tags/tag9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1)"/>
</p:tagLst>
</file>

<file path=ppt/tags/tag9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1)"/>
</p:tagLst>
</file>

<file path=ppt/tags/tag9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1)"/>
</p:tagLst>
</file>

<file path=ppt/tags/tag9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1)"/>
</p:tagLst>
</file>

<file path=ppt/tags/tag9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1)"/>
</p:tagLst>
</file>

<file path=ppt/tags/tag9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1)"/>
</p:tagLst>
</file>

<file path=ppt/tags/tag9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1)"/>
</p:tagLst>
</file>

<file path=ppt/tags/tag9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1)"/>
</p:tagLst>
</file>

<file path=ppt/tags/tag9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2)"/>
</p:tagLst>
</file>

<file path=ppt/tags/tag9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2)"/>
</p:tagLst>
</file>

<file path=ppt/tags/tag9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2)"/>
</p:tagLst>
</file>

<file path=ppt/tags/tag9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2)"/>
</p:tagLst>
</file>

<file path=ppt/tags/tag9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2)"/>
</p:tagLst>
</file>

<file path=ppt/tags/tag9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2)"/>
</p:tagLst>
</file>

<file path=ppt/tags/tag9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2)"/>
</p:tagLst>
</file>

<file path=ppt/tags/tag9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2)"/>
</p:tagLst>
</file>

<file path=ppt/tags/tag9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2)"/>
</p:tagLst>
</file>

<file path=ppt/tags/tag9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2)"/>
</p:tagLst>
</file>

<file path=ppt/tags/tag9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2)"/>
</p:tagLst>
</file>

<file path=ppt/tags/tag9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2)"/>
</p:tagLst>
</file>

<file path=ppt/tags/tag9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2)"/>
</p:tagLst>
</file>

<file path=ppt/tags/tag9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2)"/>
</p:tagLst>
</file>

<file path=ppt/tags/tag9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2)"/>
</p:tagLst>
</file>

<file path=ppt/tags/tag9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2)"/>
</p:tagLst>
</file>

<file path=ppt/tags/tag9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2)"/>
</p:tagLst>
</file>

<file path=ppt/tags/tag9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2)"/>
</p:tagLst>
</file>

<file path=ppt/tags/tag9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2)"/>
</p:tagLst>
</file>

<file path=ppt/tags/tag9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3)"/>
</p:tagLst>
</file>

<file path=ppt/tags/tag9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3)"/>
</p:tagLst>
</file>

<file path=ppt/tags/tag9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3)"/>
</p:tagLst>
</file>

<file path=ppt/tags/tag9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3)"/>
</p:tagLst>
</file>

<file path=ppt/tags/tag9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3)"/>
</p:tagLst>
</file>

<file path=ppt/tags/tag10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3)"/>
</p:tagLst>
</file>

<file path=ppt/tags/tag10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3)"/>
</p:tagLst>
</file>

<file path=ppt/tags/tag10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3)"/>
</p:tagLst>
</file>

<file path=ppt/tags/tag10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3)"/>
</p:tagLst>
</file>

<file path=ppt/tags/tag10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3)"/>
</p:tagLst>
</file>

<file path=ppt/tags/tag10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3)"/>
</p:tagLst>
</file>

<file path=ppt/tags/tag10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3)"/>
</p:tagLst>
</file>

<file path=ppt/tags/tag10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3)"/>
</p:tagLst>
</file>

<file path=ppt/tags/tag10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3)"/>
</p:tagLst>
</file>

<file path=ppt/tags/tag10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3)"/>
</p:tagLst>
</file>

<file path=ppt/tags/tag10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3)"/>
</p:tagLst>
</file>

<file path=ppt/tags/tag10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3)"/>
</p:tagLst>
</file>

<file path=ppt/tags/tag10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4)"/>
</p:tagLst>
</file>

<file path=ppt/tags/tag10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4)"/>
</p:tagLst>
</file>

<file path=ppt/tags/tag10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4)"/>
</p:tagLst>
</file>

<file path=ppt/tags/tag10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4)"/>
</p:tagLst>
</file>

<file path=ppt/tags/tag10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4)"/>
</p:tagLst>
</file>

<file path=ppt/tags/tag10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4)"/>
</p:tagLst>
</file>

<file path=ppt/tags/tag10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4)"/>
</p:tagLst>
</file>

<file path=ppt/tags/tag10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4)"/>
</p:tagLst>
</file>

<file path=ppt/tags/tag10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4)"/>
</p:tagLst>
</file>

<file path=ppt/tags/tag10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4)"/>
</p:tagLst>
</file>

<file path=ppt/tags/tag10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4)"/>
</p:tagLst>
</file>

<file path=ppt/tags/tag10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4)"/>
</p:tagLst>
</file>

<file path=ppt/tags/tag10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4)"/>
</p:tagLst>
</file>

<file path=ppt/tags/tag10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4)"/>
</p:tagLst>
</file>

<file path=ppt/tags/tag10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4)"/>
</p:tagLst>
</file>

<file path=ppt/tags/tag10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4)"/>
</p:tagLst>
</file>

<file path=ppt/tags/tag10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4)"/>
</p:tagLst>
</file>

<file path=ppt/tags/tag10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4)"/>
</p:tagLst>
</file>

<file path=ppt/tags/tag10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5)"/>
</p:tagLst>
</file>

<file path=ppt/tags/tag10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5)"/>
</p:tagLst>
</file>

<file path=ppt/tags/tag10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5)"/>
</p:tagLst>
</file>

<file path=ppt/tags/tag10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5)"/>
</p:tagLst>
</file>

<file path=ppt/tags/tag10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5)"/>
</p:tagLst>
</file>

<file path=ppt/tags/tag10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5)"/>
</p:tagLst>
</file>

<file path=ppt/tags/tag10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5)"/>
</p:tagLst>
</file>

<file path=ppt/tags/tag10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5)"/>
</p:tagLst>
</file>

<file path=ppt/tags/tag10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5)"/>
</p:tagLst>
</file>

<file path=ppt/tags/tag10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5)"/>
</p:tagLst>
</file>

<file path=ppt/tags/tag10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6)"/>
</p:tagLst>
</file>

<file path=ppt/tags/tag10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6)"/>
</p:tagLst>
</file>

<file path=ppt/tags/tag10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6)"/>
</p:tagLst>
</file>

<file path=ppt/tags/tag10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6)"/>
</p:tagLst>
</file>

<file path=ppt/tags/tag10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6)"/>
</p:tagLst>
</file>

<file path=ppt/tags/tag10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6)"/>
</p:tagLst>
</file>

<file path=ppt/tags/tag10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6)"/>
</p:tagLst>
</file>

<file path=ppt/tags/tag10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6)"/>
</p:tagLst>
</file>

<file path=ppt/tags/tag10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6)"/>
</p:tagLst>
</file>

<file path=ppt/tags/tag10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6)"/>
</p:tagLst>
</file>

<file path=ppt/tags/tag10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6)"/>
</p:tagLst>
</file>

<file path=ppt/tags/tag10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6)"/>
</p:tagLst>
</file>

<file path=ppt/tags/tag10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6)"/>
</p:tagLst>
</file>

<file path=ppt/tags/tag10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6)"/>
</p:tagLst>
</file>

<file path=ppt/tags/tag10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6)"/>
</p:tagLst>
</file>

<file path=ppt/tags/tag10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6)"/>
</p:tagLst>
</file>

<file path=ppt/tags/tag10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6)"/>
</p:tagLst>
</file>

<file path=ppt/tags/tag10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6)"/>
</p:tagLst>
</file>

<file path=ppt/tags/tag10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6)"/>
</p:tagLst>
</file>

<file path=ppt/tags/tag10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6)"/>
</p:tagLst>
</file>

<file path=ppt/tags/tag10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6)"/>
</p:tagLst>
</file>

<file path=ppt/tags/tag10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7)"/>
</p:tagLst>
</file>

<file path=ppt/tags/tag10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7)"/>
</p:tagLst>
</file>

<file path=ppt/tags/tag10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7)"/>
</p:tagLst>
</file>

<file path=ppt/tags/tag10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7)"/>
</p:tagLst>
</file>

<file path=ppt/tags/tag10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7)"/>
</p:tagLst>
</file>

<file path=ppt/tags/tag10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8)"/>
</p:tagLst>
</file>

<file path=ppt/tags/tag10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8)"/>
</p:tagLst>
</file>

<file path=ppt/tags/tag10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8)"/>
</p:tagLst>
</file>

<file path=ppt/tags/tag10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8)"/>
</p:tagLst>
</file>

<file path=ppt/tags/tag10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8)"/>
</p:tagLst>
</file>

<file path=ppt/tags/tag10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8)"/>
</p:tagLst>
</file>

<file path=ppt/tags/tag10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8)"/>
</p:tagLst>
</file>

<file path=ppt/tags/tag10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8)"/>
</p:tagLst>
</file>

<file path=ppt/tags/tag10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8)"/>
</p:tagLst>
</file>

<file path=ppt/tags/tag10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8)"/>
</p:tagLst>
</file>

<file path=ppt/tags/tag10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8)"/>
</p:tagLst>
</file>

<file path=ppt/tags/tag10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8)"/>
</p:tagLst>
</file>

<file path=ppt/tags/tag10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8)"/>
</p:tagLst>
</file>

<file path=ppt/tags/tag10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8)"/>
</p:tagLst>
</file>

<file path=ppt/tags/tag10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8)"/>
</p:tagLst>
</file>

<file path=ppt/tags/tag10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8)"/>
</p:tagLst>
</file>

<file path=ppt/tags/tag10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8)"/>
</p:tagLst>
</file>

<file path=ppt/tags/tag10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8)"/>
</p:tagLst>
</file>

<file path=ppt/tags/tag10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9)"/>
</p:tagLst>
</file>

<file path=ppt/tags/tag10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9)"/>
</p:tagLst>
</file>

<file path=ppt/tags/tag10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9)"/>
</p:tagLst>
</file>

<file path=ppt/tags/tag10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9)"/>
</p:tagLst>
</file>

<file path=ppt/tags/tag10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9)"/>
</p:tagLst>
</file>

<file path=ppt/tags/tag10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9)"/>
</p:tagLst>
</file>

<file path=ppt/tags/tag10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9)"/>
</p:tagLst>
</file>

<file path=ppt/tags/tag10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9)"/>
</p:tagLst>
</file>

<file path=ppt/tags/tag10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9)"/>
</p:tagLst>
</file>

<file path=ppt/tags/tag10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9)"/>
</p:tagLst>
</file>

<file path=ppt/tags/tag10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9)"/>
</p:tagLst>
</file>

<file path=ppt/tags/tag10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9)"/>
</p:tagLst>
</file>

<file path=ppt/tags/tag10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9)"/>
</p:tagLst>
</file>

<file path=ppt/tags/tag10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9)"/>
</p:tagLst>
</file>

<file path=ppt/tags/tag10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9)"/>
</p:tagLst>
</file>

<file path=ppt/tags/tag10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10)"/>
</p:tagLst>
</file>

<file path=ppt/tags/tag1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10)"/>
</p:tagLst>
</file>

<file path=ppt/tags/tag1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10)"/>
</p:tagLst>
</file>

<file path=ppt/tags/tag1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10)"/>
</p:tagLst>
</file>

<file path=ppt/tags/tag1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10)"/>
</p:tagLst>
</file>

<file path=ppt/tags/tag1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10)"/>
</p:tagLst>
</file>

<file path=ppt/tags/tag1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10)"/>
</p:tagLst>
</file>

<file path=ppt/tags/tag1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10)"/>
</p:tagLst>
</file>

<file path=ppt/tags/tag1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10)"/>
</p:tagLst>
</file>

<file path=ppt/tags/tag1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10)"/>
</p:tagLst>
</file>

<file path=ppt/tags/tag1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10)"/>
</p:tagLst>
</file>

<file path=ppt/tags/tag1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10)"/>
</p:tagLst>
</file>

<file path=ppt/tags/tag1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10)"/>
</p:tagLst>
</file>

<file path=ppt/tags/tag1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10)"/>
</p:tagLst>
</file>

<file path=ppt/tags/tag1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10)"/>
</p:tagLst>
</file>

<file path=ppt/tags/tag1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11)"/>
</p:tagLst>
</file>

<file path=ppt/tags/tag1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11)"/>
</p:tagLst>
</file>

<file path=ppt/tags/tag1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11)"/>
</p:tagLst>
</file>

<file path=ppt/tags/tag1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11)"/>
</p:tagLst>
</file>

<file path=ppt/tags/tag1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11)"/>
</p:tagLst>
</file>

<file path=ppt/tags/tag1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11)"/>
</p:tagLst>
</file>

<file path=ppt/tags/tag1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11)"/>
</p:tagLst>
</file>

<file path=ppt/tags/tag1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11)"/>
</p:tagLst>
</file>

<file path=ppt/tags/tag1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11)"/>
</p:tagLst>
</file>

<file path=ppt/tags/tag1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11)"/>
</p:tagLst>
</file>

<file path=ppt/tags/tag1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11)"/>
</p:tagLst>
</file>

<file path=ppt/tags/tag1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11)"/>
</p:tagLst>
</file>

<file path=ppt/tags/tag1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11)"/>
</p:tagLst>
</file>

<file path=ppt/tags/tag1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11)"/>
</p:tagLst>
</file>

<file path=ppt/tags/tag1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11)"/>
</p:tagLst>
</file>

<file path=ppt/tags/tag1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11)"/>
</p:tagLst>
</file>

<file path=ppt/tags/tag1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11)"/>
</p:tagLst>
</file>

<file path=ppt/tags/tag1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11)"/>
</p:tagLst>
</file>

<file path=ppt/tags/tag1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11)"/>
</p:tagLst>
</file>

<file path=ppt/tags/tag1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12)"/>
</p:tagLst>
</file>

<file path=ppt/tags/tag1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12)"/>
</p:tagLst>
</file>

<file path=ppt/tags/tag1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12)"/>
</p:tagLst>
</file>

<file path=ppt/tags/tag1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12)"/>
</p:tagLst>
</file>

<file path=ppt/tags/tag1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12)"/>
</p:tagLst>
</file>

<file path=ppt/tags/tag1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12)"/>
</p:tagLst>
</file>

<file path=ppt/tags/tag1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12)"/>
</p:tagLst>
</file>

<file path=ppt/tags/tag1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12)"/>
</p:tagLst>
</file>

<file path=ppt/tags/tag1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12)"/>
</p:tagLst>
</file>

<file path=ppt/tags/tag1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12)"/>
</p:tagLst>
</file>

<file path=ppt/tags/tag1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13)"/>
</p:tagLst>
</file>

<file path=ppt/tags/tag1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13)"/>
</p:tagLst>
</file>

<file path=ppt/tags/tag1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13)"/>
</p:tagLst>
</file>

<file path=ppt/tags/tag1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13)"/>
</p:tagLst>
</file>

<file path=ppt/tags/tag1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13)"/>
</p:tagLst>
</file>

<file path=ppt/tags/tag1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13)"/>
</p:tagLst>
</file>

<file path=ppt/tags/tag1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13)"/>
</p:tagLst>
</file>

<file path=ppt/tags/tag1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13)"/>
</p:tagLst>
</file>

<file path=ppt/tags/tag1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13)"/>
</p:tagLst>
</file>

<file path=ppt/tags/tag1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13)"/>
</p:tagLst>
</file>

<file path=ppt/tags/tag1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13)"/>
</p:tagLst>
</file>

<file path=ppt/tags/tag1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13)"/>
</p:tagLst>
</file>

<file path=ppt/tags/tag1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13)"/>
</p:tagLst>
</file>

<file path=ppt/tags/tag1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13)"/>
</p:tagLst>
</file>

<file path=ppt/tags/tag1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13)"/>
</p:tagLst>
</file>

<file path=ppt/tags/tag1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13)"/>
</p:tagLst>
</file>

<file path=ppt/tags/tag1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13)"/>
</p:tagLst>
</file>

<file path=ppt/tags/tag1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13)"/>
</p:tagLst>
</file>

<file path=ppt/tags/tag1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13)"/>
</p:tagLst>
</file>

<file path=ppt/tags/tag1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14)"/>
</p:tagLst>
</file>

<file path=ppt/tags/tag1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14)"/>
</p:tagLst>
</file>

<file path=ppt/tags/tag1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14)"/>
</p:tagLst>
</file>

<file path=ppt/tags/tag1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14)"/>
</p:tagLst>
</file>

<file path=ppt/tags/tag1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14)"/>
</p:tagLst>
</file>

<file path=ppt/tags/tag1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14)"/>
</p:tagLst>
</file>

<file path=ppt/tags/tag1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14)"/>
</p:tagLst>
</file>

<file path=ppt/tags/tag1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14)"/>
</p:tagLst>
</file>

<file path=ppt/tags/tag1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14)"/>
</p:tagLst>
</file>

<file path=ppt/tags/tag1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14)"/>
</p:tagLst>
</file>

<file path=ppt/tags/tag1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14)"/>
</p:tagLst>
</file>

<file path=ppt/tags/tag1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14)"/>
</p:tagLst>
</file>

<file path=ppt/tags/tag1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15)"/>
</p:tagLst>
</file>

<file path=ppt/tags/tag1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15)"/>
</p:tagLst>
</file>

<file path=ppt/tags/tag1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15)"/>
</p:tagLst>
</file>

<file path=ppt/tags/tag1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15)"/>
</p:tagLst>
</file>

<file path=ppt/tags/tag1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15)"/>
</p:tagLst>
</file>

<file path=ppt/tags/tag1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15)"/>
</p:tagLst>
</file>

<file path=ppt/tags/tag1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15)"/>
</p:tagLst>
</file>

<file path=ppt/tags/tag1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15)"/>
</p:tagLst>
</file>

<file path=ppt/tags/tag1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15)"/>
</p:tagLst>
</file>

<file path=ppt/tags/tag1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15)"/>
</p:tagLst>
</file>

<file path=ppt/tags/tag1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15)"/>
</p:tagLst>
</file>

<file path=ppt/tags/tag1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15)"/>
</p:tagLst>
</file>

<file path=ppt/tags/tag1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16)"/>
</p:tagLst>
</file>

<file path=ppt/tags/tag1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16)"/>
</p:tagLst>
</file>

<file path=ppt/tags/tag1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16)"/>
</p:tagLst>
</file>

<file path=ppt/tags/tag1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16)"/>
</p:tagLst>
</file>

<file path=ppt/tags/tag1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16)"/>
</p:tagLst>
</file>

<file path=ppt/tags/tag1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16)"/>
</p:tagLst>
</file>

<file path=ppt/tags/tag1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16)"/>
</p:tagLst>
</file>

<file path=ppt/tags/tag1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16)"/>
</p:tagLst>
</file>

<file path=ppt/tags/tag1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16)"/>
</p:tagLst>
</file>

<file path=ppt/tags/tag1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16)"/>
</p:tagLst>
</file>

<file path=ppt/tags/tag1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16)"/>
</p:tagLst>
</file>

<file path=ppt/tags/tag1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16)"/>
</p:tagLst>
</file>

<file path=ppt/tags/tag1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16)"/>
</p:tagLst>
</file>

<file path=ppt/tags/tag1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16)"/>
</p:tagLst>
</file>

<file path=ppt/tags/tag1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16)"/>
</p:tagLst>
</file>

<file path=ppt/tags/tag1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16)"/>
</p:tagLst>
</file>

<file path=ppt/tags/tag1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16)"/>
</p:tagLst>
</file>

<file path=ppt/tags/tag1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16)"/>
</p:tagLst>
</file>

<file path=ppt/tags/tag1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17)"/>
</p:tagLst>
</file>

<file path=ppt/tags/tag1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17)"/>
</p:tagLst>
</file>

<file path=ppt/tags/tag1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17)"/>
</p:tagLst>
</file>

<file path=ppt/tags/tag1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17)"/>
</p:tagLst>
</file>

<file path=ppt/tags/tag1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17)"/>
</p:tagLst>
</file>

<file path=ppt/tags/tag1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17)"/>
</p:tagLst>
</file>

<file path=ppt/tags/tag1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17)"/>
</p:tagLst>
</file>

<file path=ppt/tags/tag1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17)"/>
</p:tagLst>
</file>

<file path=ppt/tags/tag1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17)"/>
</p:tagLst>
</file>

<file path=ppt/tags/tag1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17)"/>
</p:tagLst>
</file>

<file path=ppt/tags/tag1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17)"/>
</p:tagLst>
</file>

<file path=ppt/tags/tag1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17)"/>
</p:tagLst>
</file>

<file path=ppt/tags/tag1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17)"/>
</p:tagLst>
</file>

<file path=ppt/tags/tag1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17)"/>
</p:tagLst>
</file>

<file path=ppt/tags/tag1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17)"/>
</p:tagLst>
</file>

<file path=ppt/tags/tag1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17)"/>
</p:tagLst>
</file>

<file path=ppt/tags/tag1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18)"/>
</p:tagLst>
</file>

<file path=ppt/tags/tag1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18)"/>
</p:tagLst>
</file>

<file path=ppt/tags/tag1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18)"/>
</p:tagLst>
</file>

<file path=ppt/tags/tag1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18)"/>
</p:tagLst>
</file>

<file path=ppt/tags/tag1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18)"/>
</p:tagLst>
</file>

<file path=ppt/tags/tag1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18)"/>
</p:tagLst>
</file>

<file path=ppt/tags/tag1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18)"/>
</p:tagLst>
</file>

<file path=ppt/tags/tag1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18)"/>
</p:tagLst>
</file>

<file path=ppt/tags/tag1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18)"/>
</p:tagLst>
</file>

<file path=ppt/tags/tag1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18)"/>
</p:tagLst>
</file>

<file path=ppt/tags/tag1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18)"/>
</p:tagLst>
</file>

<file path=ppt/tags/tag1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18)"/>
</p:tagLst>
</file>

<file path=ppt/tags/tag1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18)"/>
</p:tagLst>
</file>

<file path=ppt/tags/tag1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18)"/>
</p:tagLst>
</file>

<file path=ppt/tags/tag1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18)"/>
</p:tagLst>
</file>

<file path=ppt/tags/tag1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18)"/>
</p:tagLst>
</file>

<file path=ppt/tags/tag1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19)"/>
</p:tagLst>
</file>

<file path=ppt/tags/tag1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19)"/>
</p:tagLst>
</file>

<file path=ppt/tags/tag1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19)"/>
</p:tagLst>
</file>

<file path=ppt/tags/tag1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19)"/>
</p:tagLst>
</file>

<file path=ppt/tags/tag1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19)"/>
</p:tagLst>
</file>

<file path=ppt/tags/tag1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19)"/>
</p:tagLst>
</file>

<file path=ppt/tags/tag1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19)"/>
</p:tagLst>
</file>

<file path=ppt/tags/tag1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19)"/>
</p:tagLst>
</file>

<file path=ppt/tags/tag1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19)"/>
</p:tagLst>
</file>

<file path=ppt/tags/tag1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19)"/>
</p:tagLst>
</file>

<file path=ppt/tags/tag1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19)"/>
</p:tagLst>
</file>

<file path=ppt/tags/tag1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19)"/>
</p:tagLst>
</file>

<file path=ppt/tags/tag1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19)"/>
</p:tagLst>
</file>

<file path=ppt/tags/tag1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19)"/>
</p:tagLst>
</file>

<file path=ppt/tags/tag1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19)"/>
</p:tagLst>
</file>

<file path=ppt/tags/tag1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19)"/>
</p:tagLst>
</file>

<file path=ppt/tags/tag1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20)"/>
</p:tagLst>
</file>

<file path=ppt/tags/tag1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20)"/>
</p:tagLst>
</file>

<file path=ppt/tags/tag1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20)"/>
</p:tagLst>
</file>

<file path=ppt/tags/tag1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20)"/>
</p:tagLst>
</file>

<file path=ppt/tags/tag1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20)"/>
</p:tagLst>
</file>

<file path=ppt/tags/tag1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20)"/>
</p:tagLst>
</file>

<file path=ppt/tags/tag1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20)"/>
</p:tagLst>
</file>

<file path=ppt/tags/tag1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20)"/>
</p:tagLst>
</file>

<file path=ppt/tags/tag1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20)"/>
</p:tagLst>
</file>

<file path=ppt/tags/tag1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20)"/>
</p:tagLst>
</file>

<file path=ppt/tags/tag1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20)"/>
</p:tagLst>
</file>

<file path=ppt/tags/tag1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20)"/>
</p:tagLst>
</file>

<file path=ppt/tags/tag1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20)"/>
</p:tagLst>
</file>

<file path=ppt/tags/tag1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20)"/>
</p:tagLst>
</file>

<file path=ppt/tags/tag1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20)"/>
</p:tagLst>
</file>

<file path=ppt/tags/tag1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20)"/>
</p:tagLst>
</file>

<file path=ppt/tags/tag1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20)"/>
</p:tagLst>
</file>

<file path=ppt/tags/tag1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20)"/>
</p:tagLst>
</file>

<file path=ppt/tags/tag1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20)"/>
</p:tagLst>
</file>

<file path=ppt/tags/tag1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20)"/>
</p:tagLst>
</file>

<file path=ppt/tags/tag1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21)"/>
</p:tagLst>
</file>

<file path=ppt/tags/tag1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21)"/>
</p:tagLst>
</file>

<file path=ppt/tags/tag1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21)"/>
</p:tagLst>
</file>

<file path=ppt/tags/tag1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21)"/>
</p:tagLst>
</file>

<file path=ppt/tags/tag1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21)"/>
</p:tagLst>
</file>

<file path=ppt/tags/tag1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21)"/>
</p:tagLst>
</file>

<file path=ppt/tags/tag1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21)"/>
</p:tagLst>
</file>

<file path=ppt/tags/tag1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21)"/>
</p:tagLst>
</file>

<file path=ppt/tags/tag1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21)"/>
</p:tagLst>
</file>

<file path=ppt/tags/tag1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21)"/>
</p:tagLst>
</file>

<file path=ppt/tags/tag1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21)"/>
</p:tagLst>
</file>

<file path=ppt/tags/tag1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21)"/>
</p:tagLst>
</file>

<file path=ppt/tags/tag1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22)"/>
</p:tagLst>
</file>

<file path=ppt/tags/tag1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22)"/>
</p:tagLst>
</file>

<file path=ppt/tags/tag1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22)"/>
</p:tagLst>
</file>

<file path=ppt/tags/tag1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22)"/>
</p:tagLst>
</file>

<file path=ppt/tags/tag1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22)"/>
</p:tagLst>
</file>

<file path=ppt/tags/tag1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22)"/>
</p:tagLst>
</file>

<file path=ppt/tags/tag1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22)"/>
</p:tagLst>
</file>

<file path=ppt/tags/tag1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22)"/>
</p:tagLst>
</file>

<file path=ppt/tags/tag1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22)"/>
</p:tagLst>
</file>

<file path=ppt/tags/tag1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22)"/>
</p:tagLst>
</file>

<file path=ppt/tags/tag1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22)"/>
</p:tagLst>
</file>

<file path=ppt/tags/tag1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22)"/>
</p:tagLst>
</file>

<file path=ppt/tags/tag1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22)"/>
</p:tagLst>
</file>

<file path=ppt/tags/tag1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22)"/>
</p:tagLst>
</file>

<file path=ppt/tags/tag1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22)"/>
</p:tagLst>
</file>

<file path=ppt/tags/tag1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22)"/>
</p:tagLst>
</file>

<file path=ppt/tags/tag1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22)"/>
</p:tagLst>
</file>

<file path=ppt/tags/tag1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22)"/>
</p:tagLst>
</file>

<file path=ppt/tags/tag1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22)"/>
</p:tagLst>
</file>

<file path=ppt/tags/tag1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23)"/>
</p:tagLst>
</file>

<file path=ppt/tags/tag1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23)"/>
</p:tagLst>
</file>

<file path=ppt/tags/tag1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23)"/>
</p:tagLst>
</file>

<file path=ppt/tags/tag1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23)"/>
</p:tagLst>
</file>

<file path=ppt/tags/tag1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23)"/>
</p:tagLst>
</file>

<file path=ppt/tags/tag1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23)"/>
</p:tagLst>
</file>

<file path=ppt/tags/tag1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23)"/>
</p:tagLst>
</file>

<file path=ppt/tags/tag1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23)"/>
</p:tagLst>
</file>

<file path=ppt/tags/tag1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24)"/>
</p:tagLst>
</file>

<file path=ppt/tags/tag1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24)"/>
</p:tagLst>
</file>

<file path=ppt/tags/tag1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24)"/>
</p:tagLst>
</file>

<file path=ppt/tags/tag1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24)"/>
</p:tagLst>
</file>

<file path=ppt/tags/tag1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24)"/>
</p:tagLst>
</file>

<file path=ppt/tags/tag1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24)"/>
</p:tagLst>
</file>

<file path=ppt/tags/tag1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24)"/>
</p:tagLst>
</file>

<file path=ppt/tags/tag1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24)"/>
</p:tagLst>
</file>

<file path=ppt/tags/tag1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24)"/>
</p:tagLst>
</file>

<file path=ppt/tags/tag1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24)"/>
</p:tagLst>
</file>

<file path=ppt/tags/tag1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24)"/>
</p:tagLst>
</file>

<file path=ppt/tags/tag1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24)"/>
</p:tagLst>
</file>

<file path=ppt/tags/tag1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24)"/>
</p:tagLst>
</file>

<file path=ppt/tags/tag1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24)"/>
</p:tagLst>
</file>

<file path=ppt/tags/tag1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24)"/>
</p:tagLst>
</file>

<file path=ppt/tags/tag1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24)"/>
</p:tagLst>
</file>

<file path=ppt/tags/tag1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24)"/>
</p:tagLst>
</file>

<file path=ppt/tags/tag1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24)"/>
</p:tagLst>
</file>

<file path=ppt/tags/tag1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24)"/>
</p:tagLst>
</file>

<file path=ppt/tags/tag1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24)"/>
</p:tagLst>
</file>

<file path=ppt/tags/tag1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24)"/>
</p:tagLst>
</file>

<file path=ppt/tags/tag1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25)"/>
</p:tagLst>
</file>

<file path=ppt/tags/tag1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25)"/>
</p:tagLst>
</file>

<file path=ppt/tags/tag1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25)"/>
</p:tagLst>
</file>

<file path=ppt/tags/tag1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25)"/>
</p:tagLst>
</file>

<file path=ppt/tags/tag1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25)"/>
</p:tagLst>
</file>

<file path=ppt/tags/tag1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25)"/>
</p:tagLst>
</file>

<file path=ppt/tags/tag1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25)"/>
</p:tagLst>
</file>

<file path=ppt/tags/tag1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25)"/>
</p:tagLst>
</file>

<file path=ppt/tags/tag1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25)"/>
</p:tagLst>
</file>

<file path=ppt/tags/tag1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25)"/>
</p:tagLst>
</file>

<file path=ppt/tags/tag1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25)"/>
</p:tagLst>
</file>

<file path=ppt/tags/tag1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25)"/>
</p:tagLst>
</file>

<file path=ppt/tags/tag1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25)"/>
</p:tagLst>
</file>

<file path=ppt/tags/tag1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25)"/>
</p:tagLst>
</file>

<file path=ppt/tags/tag1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26)"/>
</p:tagLst>
</file>

<file path=ppt/tags/tag1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26)"/>
</p:tagLst>
</file>

<file path=ppt/tags/tag1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26)"/>
</p:tagLst>
</file>

<file path=ppt/tags/tag1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26)"/>
</p:tagLst>
</file>

<file path=ppt/tags/tag1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26)"/>
</p:tagLst>
</file>

<file path=ppt/tags/tag1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26)"/>
</p:tagLst>
</file>

<file path=ppt/tags/tag1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26)"/>
</p:tagLst>
</file>

<file path=ppt/tags/tag1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26)"/>
</p:tagLst>
</file>

<file path=ppt/tags/tag1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26)"/>
</p:tagLst>
</file>

<file path=ppt/tags/tag1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26)"/>
</p:tagLst>
</file>

<file path=ppt/tags/tag1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26)"/>
</p:tagLst>
</file>

<file path=ppt/tags/tag1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26)"/>
</p:tagLst>
</file>

<file path=ppt/tags/tag1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26)"/>
</p:tagLst>
</file>

<file path=ppt/tags/tag1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26)"/>
</p:tagLst>
</file>

<file path=ppt/tags/tag1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27)"/>
</p:tagLst>
</file>

<file path=ppt/tags/tag1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27)"/>
</p:tagLst>
</file>

<file path=ppt/tags/tag1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27)"/>
</p:tagLst>
</file>

<file path=ppt/tags/tag1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27)"/>
</p:tagLst>
</file>

<file path=ppt/tags/tag1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27)"/>
</p:tagLst>
</file>

<file path=ppt/tags/tag1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27)"/>
</p:tagLst>
</file>

<file path=ppt/tags/tag1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27)"/>
</p:tagLst>
</file>

<file path=ppt/tags/tag1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27)"/>
</p:tagLst>
</file>

<file path=ppt/tags/tag1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27)"/>
</p:tagLst>
</file>

<file path=ppt/tags/tag1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27)"/>
</p:tagLst>
</file>

<file path=ppt/tags/tag1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27)"/>
</p:tagLst>
</file>

<file path=ppt/tags/tag1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27)"/>
</p:tagLst>
</file>

<file path=ppt/tags/tag1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27)"/>
</p:tagLst>
</file>

<file path=ppt/tags/tag1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27)"/>
</p:tagLst>
</file>

<file path=ppt/tags/tag1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27)"/>
</p:tagLst>
</file>

<file path=ppt/tags/tag1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27)"/>
</p:tagLst>
</file>

<file path=ppt/tags/tag1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28)"/>
</p:tagLst>
</file>

<file path=ppt/tags/tag1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28)"/>
</p:tagLst>
</file>

<file path=ppt/tags/tag1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28)"/>
</p:tagLst>
</file>

<file path=ppt/tags/tag1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28)"/>
</p:tagLst>
</file>

<file path=ppt/tags/tag1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28)"/>
</p:tagLst>
</file>

<file path=ppt/tags/tag1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28)"/>
</p:tagLst>
</file>

<file path=ppt/tags/tag1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28)"/>
</p:tagLst>
</file>

<file path=ppt/tags/tag1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28)"/>
</p:tagLst>
</file>

<file path=ppt/tags/tag1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28)"/>
</p:tagLst>
</file>

<file path=ppt/tags/tag1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28)"/>
</p:tagLst>
</file>

<file path=ppt/tags/tag1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28)"/>
</p:tagLst>
</file>

<file path=ppt/tags/tag1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28)"/>
</p:tagLst>
</file>

<file path=ppt/tags/tag1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28)"/>
</p:tagLst>
</file>

<file path=ppt/tags/tag1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28)"/>
</p:tagLst>
</file>

<file path=ppt/tags/tag1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LL" val="{&quot;id&quot;:&quot;5136083&quot;,&quot;questionSettings&quot;:{},&quot;alias&quot;:&quot;&quot;,&quot;text&quot;:&quot;&lt;p&gt;Hvad er tyngdeaccelerationen på Mars' overflade? $$\\left(M_{\\rm mars}=0.1\\cdot M_{\\rm earth}\\right),\\left(R_{\\rm mars}=0.5\\cdot R_{\\rm earth}\\right)$$&lt;/p&gt;&quot;,&quot;@type&quot;:&quot;MultipleChoiceQuestion&quot;,&quot;choices&quot;:[{&quot;id&quot;:&quot;19067607&quot;,&quot;alias&quot;:null,&quot;text&quot;:&quot;$$0.2 g$$&quot;,&quot;excludeFromResults&quot;:false,&quot;image&quot;:null,&quot;imageAltText&quot;:null,&quot;isCorrectAnswer&quot;:false},{&quot;id&quot;:&quot;19067608&quot;,&quot;alias&quot;:null,&quot;text&quot;:&quot;$$0.4 g$$&quot;,&quot;excludeFromResults&quot;:false,&quot;image&quot;:null,&quot;imageAltText&quot;:null,&quot;isCorrectAnswer&quot;:false},{&quot;id&quot;:&quot;19067609&quot;,&quot;alias&quot;:null,&quot;text&quot;:&quot;$$0.8 g$$&quot;,&quot;excludeFromResults&quot;:false,&quot;image&quot;:null,&quot;imageAltText&quot;:null,&quot;isCorrectAnswer&quot;:false},{&quot;id&quot;:&quot;19067610&quot;,&quot;alias&quot;:null,&quot;text&quot;:&quot;$$1.0 g$$&quot;,&quot;excludeFromResults&quot;:false,&quot;image&quot;:null,&quot;imageAltText&quot;:null,&quot;isCorrectAnswer&quot;:false}],&quot;resultFormat&quot;:&quot;%&quot;,&quot;minNumberSelections&quot;:1,&quot;maxNumberSelections&quot;:1,&quot;image&quot;:null,&quot;uiType&quot;:&quot;default&quot;,&quot;resultDisplayType&quot;:&quot;default&quot;}"/>
  <p:tag name="VEVOX.ORIGIN.SESSION.ID" val="797753"/>
  <p:tag name="VEVOX.ORIGIN.QUESTION.ID" val="5136083"/>
  <p:tag name="VEVOX.QUESTIONSLIDEID" val="553#1522045700/226238737"/>
  <p:tag name="VEVOX.SLIDEFORMAT.VERSION" val="1.018"/>
</p:tagLst>
</file>

<file path=ppt/tags/tag1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.PLACEHOLDER" val="1"/>
</p:tagLst>
</file>

<file path=ppt/tags/tag1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NTENT.PLACEHOLDER" val="2"/>
</p:tagLst>
</file>

<file path=ppt/tags/tag1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UESTION.WITH.LATEX" val="Hvad er tyngdeaccelerationen på Mars' overflade? $$\left(M_{\rm mars}=0.1\cdot M_{\rm earth}\right),\left(R_{\rm mars}=0.5\cdot R_{\rm earth}\right)$$"/>
</p:tagLst>
</file>

<file path=ppt/tags/tag1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" val="{&quot;left&quot;:5,&quot;top&quot;:5,&quot;width&quot;:160,&quot;height&quot;:30}"/>
</p:tagLst>
</file>

<file path=ppt/tags/tag1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LLSTATUSTEXT" val="{&quot;left&quot;:794.8750393700788,&quot;top&quot;:5,&quot;width&quot;:160,&quot;height&quot;:30}"/>
</p:tagLst>
</file>

<file path=ppt/tags/tag1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SHOULDERS" val="{&quot;left&quot;:13,&quot;top&quot;:20,&quot;width&quot;:14,&quot;height&quot;:10}"/>
</p:tagLst>
</file>

<file path=ppt/tags/tag1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HEAD" val="{&quot;left&quot;:15,&quot;top&quot;:10,&quot;width&quot;:10,&quot;height&quot;:10}"/>
</p:tagLst>
</file>

<file path=ppt/tags/tag1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UNTDOWNTIMER.DISPLAY" val="{&quot;left&quot;:892.8750393700788,&quot;top&quot;:473,&quot;width&quot;:60,&quot;height&quot;:60}"/>
</p:tagLst>
</file>

<file path=ppt/tags/tag1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JOIN.URL" val="{&quot;left&quot;:219.9713631889764,&quot;top&quot;:7,&quot;width&quot;:190,&quot;height&quot;:30}"/>
</p:tagLst>
</file>

<file path=ppt/tags/tag1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ACCESSCODE.DISPLAY" val="{&quot;left&quot;:466.6059219160105,&quot;top&quot;:8,&quot;width&quot;:190,&quot;height&quot;:30}"/>
</p:tagLst>
</file>

<file path=ppt/tags/tag1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1"/>
</p:tagLst>
</file>

<file path=ppt/tags/tag1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2"/>
</p:tagLst>
</file>

<file path=ppt/tags/tag1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3"/>
</p:tagLst>
</file>

<file path=ppt/tags/tag1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4"/>
</p:tagLst>
</file>

<file path=ppt/tags/tag1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1"/>
</p:tagLst>
</file>

<file path=ppt/tags/tag1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1"/>
</p:tagLst>
</file>

<file path=ppt/tags/tag1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1"/>
</p:tagLst>
</file>

<file path=ppt/tags/tag1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2"/>
</p:tagLst>
</file>

<file path=ppt/tags/tag1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2"/>
</p:tagLst>
</file>

<file path=ppt/tags/tag1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2"/>
</p:tagLst>
</file>

<file path=ppt/tags/tag1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3"/>
</p:tagLst>
</file>

<file path=ppt/tags/tag1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3"/>
</p:tagLst>
</file>

<file path=ppt/tags/tag1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3"/>
</p:tagLst>
</file>

<file path=ppt/tags/tag1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4"/>
</p:tagLst>
</file>

<file path=ppt/tags/tag1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4"/>
</p:tagLst>
</file>

<file path=ppt/tags/tag1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4"/>
</p:tagLst>
</file>

<file path=ppt/tags/tag1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RESULT" val="{&quot;id&quot;:&quot;5136083&quot;,&quot;questionSettings&quot;:{},&quot;alias&quot;:&quot;&quot;,&quot;text&quot;:&quot;&lt;p&gt;Hvad er tyngdeaccelerationen på Mars' overflade? $$\\left(M_{\\rm mars}=0.1\\cdot M_{\\rm earth}\\right),\\left(R_{\\rm mars}=0.5\\cdot R_{\\rm earth}\\right)$$&lt;/p&gt;&quot;,&quot;@type&quot;:&quot;MultipleChoiceQuestion&quot;,&quot;choices&quot;:[{&quot;id&quot;:&quot;19067607&quot;,&quot;alias&quot;:null,&quot;text&quot;:&quot;$$0.2 g$$&quot;,&quot;excludeFromResults&quot;:false,&quot;image&quot;:null,&quot;imageAltText&quot;:null,&quot;isCorrectAnswer&quot;:false},{&quot;id&quot;:&quot;19067608&quot;,&quot;alias&quot;:null,&quot;text&quot;:&quot;$$0.4 g$$&quot;,&quot;excludeFromResults&quot;:false,&quot;image&quot;:null,&quot;imageAltText&quot;:null,&quot;isCorrectAnswer&quot;:false},{&quot;id&quot;:&quot;19067609&quot;,&quot;alias&quot;:null,&quot;text&quot;:&quot;$$0.8 g$$&quot;,&quot;excludeFromResults&quot;:false,&quot;image&quot;:null,&quot;imageAltText&quot;:null,&quot;isCorrectAnswer&quot;:false},{&quot;id&quot;:&quot;19067610&quot;,&quot;alias&quot;:null,&quot;text&quot;:&quot;$$1.0 g$$&quot;,&quot;excludeFromResults&quot;:false,&quot;image&quot;:null,&quot;imageAltText&quot;:null,&quot;isCorrectAnswer&quot;:false}],&quot;resultFormat&quot;:&quot;%&quot;,&quot;minNumberSelections&quot;:1,&quot;maxNumberSelections&quot;:1,&quot;image&quot;:null,&quot;uiType&quot;:&quot;default&quot;,&quot;resultDisplayType&quot;:&quot;default&quot;}"/>
  <p:tag name="VEVOX.QUESTIONSLIDEID" val="553#1522045700/226238737"/>
  <p:tag name="VEVOX.SLIDEFORMAT.VERSION" val="1.018"/>
</p:tagLst>
</file>

<file path=ppt/tags/tag1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.PLACEHOLDER" val="1"/>
</p:tagLst>
</file>

<file path=ppt/tags/tag1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NTENT.PLACEHOLDER" val="2"/>
</p:tagLst>
</file>

<file path=ppt/tags/tag1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UESTION.WITH.LATEX" val="Hvad er tyngdeaccelerationen på Mars' overflade? $$\left(M_{\rm mars}=0.1\cdot M_{\rm earth}\right),\left(R_{\rm mars}=0.5\cdot R_{\rm earth}\right)$$"/>
</p:tagLst>
</file>

<file path=ppt/tags/tag1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" val="{&quot;left&quot;:5,&quot;top&quot;:5,&quot;width&quot;:160,&quot;height&quot;:30}"/>
</p:tagLst>
</file>

<file path=ppt/tags/tag1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LLSTATUSTEXT" val="{&quot;left&quot;:794.8750393700788,&quot;top&quot;:5,&quot;width&quot;:160,&quot;height&quot;:30}"/>
</p:tagLst>
</file>

<file path=ppt/tags/tag1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SHOULDERS" val="{&quot;left&quot;:13,&quot;top&quot;:20,&quot;width&quot;:14,&quot;height&quot;:10}"/>
</p:tagLst>
</file>

<file path=ppt/tags/tag1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HEAD" val="{&quot;left&quot;:15,&quot;top&quot;:10,&quot;width&quot;:10,&quot;height&quot;:10}"/>
</p:tagLst>
</file>

<file path=ppt/tags/tag1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JOIN.URL" val="{&quot;left&quot;:219.9713631889764,&quot;top&quot;:7,&quot;width&quot;:190,&quot;height&quot;:30}"/>
</p:tagLst>
</file>

<file path=ppt/tags/tag1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ACCESSCODE.DISPLAY" val="{&quot;left&quot;:466.6059219160105,&quot;top&quot;:8,&quot;width&quot;:190,&quot;height&quot;:30}"/>
</p:tagLst>
</file>

<file path=ppt/tags/tag1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1"/>
</p:tagLst>
</file>

<file path=ppt/tags/tag1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2"/>
</p:tagLst>
</file>

<file path=ppt/tags/tag1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3"/>
</p:tagLst>
</file>

<file path=ppt/tags/tag1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4"/>
</p:tagLst>
</file>

<file path=ppt/tags/tag1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1"/>
</p:tagLst>
</file>

<file path=ppt/tags/tag1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1"/>
</p:tagLst>
</file>

<file path=ppt/tags/tag1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1"/>
</p:tagLst>
</file>

<file path=ppt/tags/tag1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2"/>
</p:tagLst>
</file>

<file path=ppt/tags/tag1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2"/>
</p:tagLst>
</file>

<file path=ppt/tags/tag1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2"/>
</p:tagLst>
</file>

<file path=ppt/tags/tag1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3"/>
</p:tagLst>
</file>

<file path=ppt/tags/tag1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3"/>
</p:tagLst>
</file>

<file path=ppt/tags/tag1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3"/>
</p:tagLst>
</file>

<file path=ppt/tags/tag1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4"/>
</p:tagLst>
</file>

<file path=ppt/tags/tag1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4"/>
</p:tagLst>
</file>

<file path=ppt/tags/tag1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4"/>
</p:tagLst>
</file>

<file path=ppt/tags/tag1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RESULT.PLACEHOLDER" val="0"/>
</p:tagLst>
</file>

<file path=ppt/tags/tag1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LL" val="{&quot;id&quot;:&quot;5139833&quot;,&quot;questionSettings&quot;:{},&quot;alias&quot;:&quot;&quot;,&quot;text&quot;:&quot;&lt;p&gt;Hvis $$-G\\frac{mM}{r^2}=-\\frac{dU}{dr}$$, hvad er da $$U$$?&lt;/p&gt;&quot;,&quot;@type&quot;:&quot;MultipleChoiceQuestion&quot;,&quot;choices&quot;:[{&quot;id&quot;:&quot;19081329&quot;,&quot;alias&quot;:null,&quot;text&quot;:&quot;$$U=G\\frac{mM}{r^2}+konst.$$&quot;,&quot;excludeFromResults&quot;:false,&quot;image&quot;:null,&quot;imageAltText&quot;:null,&quot;isCorrectAnswer&quot;:false},{&quot;id&quot;:&quot;19081330&quot;,&quot;alias&quot;:null,&quot;text&quot;:&quot;$$U=-G\\frac{mM}{r}+konst.$$&quot;,&quot;excludeFromResults&quot;:false,&quot;image&quot;:null,&quot;imageAltText&quot;:null,&quot;isCorrectAnswer&quot;:true},{&quot;id&quot;:&quot;19081331&quot;,&quot;alias&quot;:null,&quot;text&quot;:&quot;$$U=G\\frac{mM}{r}-konst.$$&quot;,&quot;excludeFromResults&quot;:false,&quot;image&quot;:null,&quot;imageAltText&quot;:null,&quot;isCorrectAnswer&quot;:false},{&quot;id&quot;:&quot;19081332&quot;,&quot;alias&quot;:null,&quot;text&quot;:&quot;$$U=-G\\frac{mM}{r^3}+konst.$$&quot;,&quot;excludeFromResults&quot;:false,&quot;image&quot;:null,&quot;imageAltText&quot;:null,&quot;isCorrectAnswer&quot;:false}],&quot;resultFormat&quot;:&quot;%&quot;,&quot;minNumberSelections&quot;:1,&quot;maxNumberSelections&quot;:1,&quot;image&quot;:null,&quot;uiType&quot;:&quot;default&quot;,&quot;resultDisplayType&quot;:&quot;default&quot;}"/>
  <p:tag name="VEVOX.ORIGIN.SESSION.ID" val="797753"/>
  <p:tag name="VEVOX.ORIGIN.QUESTION.ID" val="5139833"/>
  <p:tag name="VEVOX.QUESTIONSLIDEID" val="551#3897100759/488455694"/>
  <p:tag name="VEVOX.SLIDEFORMAT.VERSION" val="1.018"/>
</p:tagLst>
</file>

<file path=ppt/tags/tag1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.PLACEHOLDER" val="1"/>
</p:tagLst>
</file>

<file path=ppt/tags/tag1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NTENT.PLACEHOLDER" val="2"/>
</p:tagLst>
</file>

<file path=ppt/tags/tag1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UESTION.WITH.LATEX" val="Hvis $$-G\frac{mM}{r^2}=-\frac{dU}{dr}$$, hvad er da $$U$$?"/>
</p:tagLst>
</file>

<file path=ppt/tags/tag1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" val="{&quot;left&quot;:5,&quot;top&quot;:5,&quot;width&quot;:160,&quot;height&quot;:30}"/>
</p:tagLst>
</file>

<file path=ppt/tags/tag1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LLSTATUSTEXT" val="{&quot;left&quot;:794.8750393700788,&quot;top&quot;:5,&quot;width&quot;:160,&quot;height&quot;:30}"/>
</p:tagLst>
</file>

<file path=ppt/tags/tag1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SHOULDERS" val="{&quot;left&quot;:13,&quot;top&quot;:20,&quot;width&quot;:14,&quot;height&quot;:10}"/>
</p:tagLst>
</file>

<file path=ppt/tags/tag1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HEAD" val="{&quot;left&quot;:15,&quot;top&quot;:10,&quot;width&quot;:10,&quot;height&quot;:10}"/>
</p:tagLst>
</file>

<file path=ppt/tags/tag1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UNTDOWNTIMER.DISPLAY" val="{&quot;left&quot;:892.8750393700788,&quot;top&quot;:473,&quot;width&quot;:60,&quot;height&quot;:60}"/>
</p:tagLst>
</file>

<file path=ppt/tags/tag1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JOIN.URL" val="{&quot;left&quot;:219.9713631889764,&quot;top&quot;:7,&quot;width&quot;:190,&quot;height&quot;:30}"/>
</p:tagLst>
</file>

<file path=ppt/tags/tag1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ACCESSCODE.DISPLAY" val="{&quot;left&quot;:466.6059219160105,&quot;top&quot;:8,&quot;width&quot;:190,&quot;height&quot;:30}"/>
</p:tagLst>
</file>

<file path=ppt/tags/tag1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1"/>
</p:tagLst>
</file>

<file path=ppt/tags/tag1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2"/>
</p:tagLst>
</file>

<file path=ppt/tags/tag1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3"/>
</p:tagLst>
</file>

<file path=ppt/tags/tag1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4"/>
</p:tagLst>
</file>

<file path=ppt/tags/tag1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1"/>
</p:tagLst>
</file>

<file path=ppt/tags/tag1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1"/>
</p:tagLst>
</file>

<file path=ppt/tags/tag1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1"/>
</p:tagLst>
</file>

<file path=ppt/tags/tag1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2"/>
</p:tagLst>
</file>

<file path=ppt/tags/tag1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2"/>
</p:tagLst>
</file>

<file path=ppt/tags/tag1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2"/>
</p:tagLst>
</file>

<file path=ppt/tags/tag1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3"/>
</p:tagLst>
</file>

<file path=ppt/tags/tag1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3"/>
</p:tagLst>
</file>

<file path=ppt/tags/tag1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3"/>
</p:tagLst>
</file>

<file path=ppt/tags/tag1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4"/>
</p:tagLst>
</file>

<file path=ppt/tags/tag1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4"/>
</p:tagLst>
</file>

<file path=ppt/tags/tag1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4"/>
</p:tagLst>
</file>

<file path=ppt/tags/tag1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RESULT" val="{&quot;id&quot;:&quot;5139833&quot;,&quot;questionSettings&quot;:{},&quot;alias&quot;:&quot;&quot;,&quot;text&quot;:&quot;&lt;p&gt;Hvis $$-G\\frac{mM}{r^2}=-\\frac{dU}{dr}$$, hvad er da $$U$$?&lt;/p&gt;&quot;,&quot;@type&quot;:&quot;MultipleChoiceQuestion&quot;,&quot;choices&quot;:[{&quot;id&quot;:&quot;19081329&quot;,&quot;alias&quot;:null,&quot;text&quot;:&quot;$$U=G\\frac{mM}{r^2}+konst.$$&quot;,&quot;excludeFromResults&quot;:false,&quot;image&quot;:null,&quot;imageAltText&quot;:null,&quot;isCorrectAnswer&quot;:false},{&quot;id&quot;:&quot;19081330&quot;,&quot;alias&quot;:null,&quot;text&quot;:&quot;$$U=-G\\frac{mM}{r}+konst.$$&quot;,&quot;excludeFromResults&quot;:false,&quot;image&quot;:null,&quot;imageAltText&quot;:null,&quot;isCorrectAnswer&quot;:true},{&quot;id&quot;:&quot;19081331&quot;,&quot;alias&quot;:null,&quot;text&quot;:&quot;$$U=G\\frac{mM}{r}-konst.$$&quot;,&quot;excludeFromResults&quot;:false,&quot;image&quot;:null,&quot;imageAltText&quot;:null,&quot;isCorrectAnswer&quot;:false},{&quot;id&quot;:&quot;19081332&quot;,&quot;alias&quot;:null,&quot;text&quot;:&quot;$$U=-G\\frac{mM}{r^3}+konst.$$&quot;,&quot;excludeFromResults&quot;:false,&quot;image&quot;:null,&quot;imageAltText&quot;:null,&quot;isCorrectAnswer&quot;:false}],&quot;resultFormat&quot;:&quot;%&quot;,&quot;minNumberSelections&quot;:1,&quot;maxNumberSelections&quot;:1,&quot;image&quot;:null,&quot;uiType&quot;:&quot;default&quot;,&quot;resultDisplayType&quot;:&quot;default&quot;}"/>
  <p:tag name="VEVOX.QUESTIONSLIDEID" val="551#3897100759/488455694"/>
  <p:tag name="VEVOX.SLIDEFORMAT.VERSION" val="1.018"/>
</p:tagLst>
</file>

<file path=ppt/tags/tag1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.PLACEHOLDER" val="1"/>
</p:tagLst>
</file>

<file path=ppt/tags/tag1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NTENT.PLACEHOLDER" val="2"/>
</p:tagLst>
</file>

<file path=ppt/tags/tag1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UESTION.WITH.LATEX" val="Hvis $$-G\frac{mM}{r^2}=-\frac{dU}{dr}$$, hvad er da $$U$$?"/>
</p:tagLst>
</file>

<file path=ppt/tags/tag1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" val="{&quot;left&quot;:5,&quot;top&quot;:5,&quot;width&quot;:160,&quot;height&quot;:30}"/>
</p:tagLst>
</file>

<file path=ppt/tags/tag1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LLSTATUSTEXT" val="{&quot;left&quot;:794.8750393700788,&quot;top&quot;:5,&quot;width&quot;:160,&quot;height&quot;:30}"/>
</p:tagLst>
</file>

<file path=ppt/tags/tag1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SHOULDERS" val="{&quot;left&quot;:13,&quot;top&quot;:20,&quot;width&quot;:14,&quot;height&quot;:10}"/>
</p:tagLst>
</file>

<file path=ppt/tags/tag1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HEAD" val="{&quot;left&quot;:15,&quot;top&quot;:10,&quot;width&quot;:10,&quot;height&quot;:10}"/>
</p:tagLst>
</file>

<file path=ppt/tags/tag1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JOIN.URL" val="{&quot;left&quot;:219.9713631889764,&quot;top&quot;:7,&quot;width&quot;:190,&quot;height&quot;:30}"/>
</p:tagLst>
</file>

<file path=ppt/tags/tag1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ACCESSCODE.DISPLAY" val="{&quot;left&quot;:466.6059219160105,&quot;top&quot;:8,&quot;width&quot;:190,&quot;height&quot;:30}"/>
</p:tagLst>
</file>

<file path=ppt/tags/tag1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1"/>
</p:tagLst>
</file>

<file path=ppt/tags/tag1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2"/>
</p:tagLst>
</file>

<file path=ppt/tags/tag1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3"/>
</p:tagLst>
</file>

<file path=ppt/tags/tag1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4"/>
</p:tagLst>
</file>

<file path=ppt/tags/tag1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1"/>
</p:tagLst>
</file>

<file path=ppt/tags/tag1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1"/>
</p:tagLst>
</file>

<file path=ppt/tags/tag1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1"/>
</p:tagLst>
</file>

<file path=ppt/tags/tag1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2"/>
</p:tagLst>
</file>

<file path=ppt/tags/tag1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2"/>
</p:tagLst>
</file>

<file path=ppt/tags/tag1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2"/>
</p:tagLst>
</file>

<file path=ppt/tags/tag1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3"/>
</p:tagLst>
</file>

<file path=ppt/tags/tag1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3"/>
</p:tagLst>
</file>

<file path=ppt/tags/tag1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3"/>
</p:tagLst>
</file>

<file path=ppt/tags/tag1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4"/>
</p:tagLst>
</file>

<file path=ppt/tags/tag1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4"/>
</p:tagLst>
</file>

<file path=ppt/tags/tag1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4"/>
</p:tagLst>
</file>

<file path=ppt/tags/tag1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RESULT.PLACEHOLDER" val="0"/>
</p:tagLst>
</file>

<file path=ppt/tags/tag1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LL" val="{&quot;id&quot;:&quot;5139834&quot;,&quot;questionSettings&quot;:{},&quot;alias&quot;:&quot;&quot;,&quot;text&quot;:&quot;&lt;p&gt;Hvilke(t) udsagn er sand(e)?&lt;/p&gt;&quot;,&quot;@type&quot;:&quot;MultipleChoiceQuestion&quot;,&quot;choices&quot;:[{&quot;id&quot;:&quot;19081333&quot;,&quot;alias&quot;:null,&quot;text&quot;:&quot;Man kan altid bruge $$U=-G\\frac{mM}{r}$$&quot;,&quot;excludeFromResults&quot;:false,&quot;image&quot;:null,&quot;imageAltText&quot;:null,&quot;isCorrectAnswer&quot;:true},{&quot;id&quot;:&quot;19081334&quot;,&quot;alias&quot;:null,&quot;text&quot;:&quot;Den kinetiske og potentielle energi er lige store, $$K=U$$&quot;,&quot;excludeFromResults&quot;:false,&quot;image&quot;:null,&quot;imageAltText&quot;:null,&quot;isCorrectAnswer&quot;:false},{&quot;id&quot;:&quot;19081335&quot;,&quot;alias&quot;:null,&quot;text&quot;:&quot;Det er en god antagelse at bruge $$\\Delta U=mgh$$ når $$h\\ll R_{\\rm earth}$$&quot;,&quot;excludeFromResults&quot;:false,&quot;image&quot;:null,&quot;imageAltText&quot;:null,&quot;isCorrectAnswer&quot;:false},{&quot;id&quot;:&quot;19081336&quot;,&quot;alias&quot;:null,&quot;text&quot;:&quot;Der er ikke bevarelse af mekanisk energi i gravitationelle systemer&quot;,&quot;excludeFromResults&quot;:false,&quot;image&quot;:null,&quot;imageAltText&quot;:null,&quot;isCorrectAnswer&quot;:false}],&quot;resultFormat&quot;:&quot;%&quot;,&quot;minNumberSelections&quot;:1,&quot;maxNumberSelections&quot;:1,&quot;image&quot;:null,&quot;uiType&quot;:&quot;default&quot;,&quot;resultDisplayType&quot;:&quot;default&quot;}"/>
  <p:tag name="VEVOX.ORIGIN.SESSION.ID" val="797753"/>
  <p:tag name="VEVOX.ORIGIN.QUESTION.ID" val="5139834"/>
  <p:tag name="VEVOX.QUESTIONSLIDEID" val="555#966787535/436112366"/>
  <p:tag name="VEVOX.SLIDEFORMAT.VERSION" val="1.018"/>
</p:tagLst>
</file>

<file path=ppt/tags/tag1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UESTION" val="Hvilke(t) udsagn er sand(e)?"/>
</p:tagLst>
</file>

<file path=ppt/tags/tag1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NTENT.PLACEHOLDER" val="2"/>
</p:tagLst>
</file>

<file path=ppt/tags/tag1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" val="{&quot;left&quot;:5,&quot;top&quot;:5,&quot;width&quot;:160,&quot;height&quot;:30}"/>
</p:tagLst>
</file>

<file path=ppt/tags/tag1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LLSTATUSTEXT" val="{&quot;left&quot;:794.8750393700788,&quot;top&quot;:5,&quot;width&quot;:160,&quot;height&quot;:30}"/>
</p:tagLst>
</file>

<file path=ppt/tags/tag1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SHOULDERS" val="{&quot;left&quot;:13,&quot;top&quot;:20,&quot;width&quot;:14,&quot;height&quot;:10}"/>
</p:tagLst>
</file>

<file path=ppt/tags/tag1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HEAD" val="{&quot;left&quot;:15,&quot;top&quot;:10,&quot;width&quot;:10,&quot;height&quot;:10}"/>
</p:tagLst>
</file>

<file path=ppt/tags/tag1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UNTDOWNTIMER.DISPLAY" val="{&quot;left&quot;:892.8750393700788,&quot;top&quot;:473,&quot;width&quot;:60,&quot;height&quot;:60}"/>
</p:tagLst>
</file>

<file path=ppt/tags/tag1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JOIN.URL" val="{&quot;left&quot;:219.9713631889764,&quot;top&quot;:7,&quot;width&quot;:190,&quot;height&quot;:30}"/>
</p:tagLst>
</file>

<file path=ppt/tags/tag1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ACCESSCODE.DISPLAY" val="{&quot;left&quot;:466.6059219160105,&quot;top&quot;:8,&quot;width&quot;:190,&quot;height&quot;:30}"/>
</p:tagLst>
</file>

<file path=ppt/tags/tag1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1"/>
</p:tagLst>
</file>

<file path=ppt/tags/tag1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2"/>
</p:tagLst>
</file>

<file path=ppt/tags/tag1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3"/>
</p:tagLst>
</file>

<file path=ppt/tags/tag1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1"/>
</p:tagLst>
</file>

<file path=ppt/tags/tag1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1"/>
</p:tagLst>
</file>

<file path=ppt/tags/tag1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1"/>
</p:tagLst>
</file>

<file path=ppt/tags/tag1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2"/>
</p:tagLst>
</file>

<file path=ppt/tags/tag1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2"/>
</p:tagLst>
</file>

<file path=ppt/tags/tag1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2"/>
</p:tagLst>
</file>

<file path=ppt/tags/tag1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3"/>
</p:tagLst>
</file>

<file path=ppt/tags/tag1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3"/>
</p:tagLst>
</file>

<file path=ppt/tags/tag1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3"/>
</p:tagLst>
</file>

<file path=ppt/tags/tag1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4"/>
</p:tagLst>
</file>

<file path=ppt/tags/tag1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4"/>
</p:tagLst>
</file>

<file path=ppt/tags/tag1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4"/>
</p:tagLst>
</file>

<file path=ppt/tags/tag1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4"/>
</p:tagLst>
</file>

<file path=ppt/tags/tag1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RESULT" val="{&quot;id&quot;:&quot;5139834&quot;,&quot;questionSettings&quot;:{},&quot;alias&quot;:&quot;&quot;,&quot;text&quot;:&quot;&lt;p&gt;Hvilke(t) udsagn er sand(e)?&lt;/p&gt;&quot;,&quot;@type&quot;:&quot;MultipleChoiceQuestion&quot;,&quot;choices&quot;:[{&quot;id&quot;:&quot;19081333&quot;,&quot;alias&quot;:null,&quot;text&quot;:&quot;Man kan altid bruge $$U=-G\\frac{mM}{r}$$&quot;,&quot;excludeFromResults&quot;:false,&quot;image&quot;:null,&quot;imageAltText&quot;:null,&quot;isCorrectAnswer&quot;:true},{&quot;id&quot;:&quot;19081334&quot;,&quot;alias&quot;:null,&quot;text&quot;:&quot;Den kinetiske og potentielle energi er lige store, $$K=U$$&quot;,&quot;excludeFromResults&quot;:false,&quot;image&quot;:null,&quot;imageAltText&quot;:null,&quot;isCorrectAnswer&quot;:false},{&quot;id&quot;:&quot;19081335&quot;,&quot;alias&quot;:null,&quot;text&quot;:&quot;Det er en god antagelse at bruge $$\\Delta U=mgh$$ når $$h\\ll R_{\\rm earth}$$&quot;,&quot;excludeFromResults&quot;:false,&quot;image&quot;:null,&quot;imageAltText&quot;:null,&quot;isCorrectAnswer&quot;:false},{&quot;id&quot;:&quot;19081336&quot;,&quot;alias&quot;:null,&quot;text&quot;:&quot;Der er ikke bevarelse af mekanisk energi i gravitationelle systemer&quot;,&quot;excludeFromResults&quot;:false,&quot;image&quot;:null,&quot;imageAltText&quot;:null,&quot;isCorrectAnswer&quot;:false}],&quot;resultFormat&quot;:&quot;%&quot;,&quot;minNumberSelections&quot;:1,&quot;maxNumberSelections&quot;:1,&quot;image&quot;:null,&quot;uiType&quot;:&quot;default&quot;,&quot;resultDisplayType&quot;:&quot;default&quot;}"/>
  <p:tag name="VEVOX.QUESTIONSLIDEID" val="555#966787535/436112366"/>
  <p:tag name="VEVOX.SLIDEFORMAT.VERSION" val="1.018"/>
</p:tagLst>
</file>

<file path=ppt/tags/tag1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UESTION" val="Hvilke(t) udsagn er sand(e)?"/>
</p:tagLst>
</file>

<file path=ppt/tags/tag1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NTENT.PLACEHOLDER" val="2"/>
</p:tagLst>
</file>

<file path=ppt/tags/tag1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" val="{&quot;left&quot;:5,&quot;top&quot;:5,&quot;width&quot;:160,&quot;height&quot;:30}"/>
</p:tagLst>
</file>

<file path=ppt/tags/tag1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LLSTATUSTEXT" val="{&quot;left&quot;:794.8750393700788,&quot;top&quot;:5,&quot;width&quot;:160,&quot;height&quot;:30}"/>
</p:tagLst>
</file>

<file path=ppt/tags/tag1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SHOULDERS" val="{&quot;left&quot;:13,&quot;top&quot;:20,&quot;width&quot;:14,&quot;height&quot;:10}"/>
</p:tagLst>
</file>

<file path=ppt/tags/tag1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HEAD" val="{&quot;left&quot;:15,&quot;top&quot;:10,&quot;width&quot;:10,&quot;height&quot;:10}"/>
</p:tagLst>
</file>

<file path=ppt/tags/tag1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JOIN.URL" val="{&quot;left&quot;:219.9713631889764,&quot;top&quot;:7,&quot;width&quot;:190,&quot;height&quot;:30}"/>
</p:tagLst>
</file>

<file path=ppt/tags/tag1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ACCESSCODE.DISPLAY" val="{&quot;left&quot;:466.6059219160105,&quot;top&quot;:8,&quot;width&quot;:190,&quot;height&quot;:30}"/>
</p:tagLst>
</file>

<file path=ppt/tags/tag1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1"/>
</p:tagLst>
</file>

<file path=ppt/tags/tag1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2"/>
</p:tagLst>
</file>

<file path=ppt/tags/tag1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3"/>
</p:tagLst>
</file>

<file path=ppt/tags/tag1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1"/>
</p:tagLst>
</file>

<file path=ppt/tags/tag1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1"/>
</p:tagLst>
</file>

<file path=ppt/tags/tag1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1"/>
</p:tagLst>
</file>

<file path=ppt/tags/tag1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2"/>
</p:tagLst>
</file>

<file path=ppt/tags/tag1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2"/>
</p:tagLst>
</file>

<file path=ppt/tags/tag1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2"/>
</p:tagLst>
</file>

<file path=ppt/tags/tag1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3"/>
</p:tagLst>
</file>

<file path=ppt/tags/tag1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3"/>
</p:tagLst>
</file>

<file path=ppt/tags/tag1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3"/>
</p:tagLst>
</file>

<file path=ppt/tags/tag1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4"/>
</p:tagLst>
</file>

<file path=ppt/tags/tag1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4"/>
</p:tagLst>
</file>

<file path=ppt/tags/tag1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4"/>
</p:tagLst>
</file>

<file path=ppt/tags/tag1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4"/>
</p:tagLst>
</file>

<file path=ppt/tags/tag1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RESULT.PLACEHOLDER" val="{&quot;left&quot;:0,&quot;top&quot;:432,&quot;width&quot;:959.8750393700788,&quot;height&quot;:96}"/>
</p:tagLst>
</file>

<file path=ppt/tags/tag1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LL" val="{&quot;id&quot;:&quot;5139844&quot;,&quot;questionSettings&quot;:{},&quot;alias&quot;:&quot;&quot;,&quot;text&quot;:&quot;&lt;p&gt;&lt;span&gt;Hvad skal kridtets fart være for at være i kredsløb (km/s)?&lt;/span&gt;&lt;/p&gt;&quot;,&quot;@type&quot;:&quot;NumericQuestion&quot;,&quot;uiType&quot;:&quot;inputfield&quot;,&quot;resultFormat&quot;:&quot;%&quot;,&quot;min&quot;:0,&quot;max&quot;:20,&quot;correctAnswers&quot;:[],&quot;image&quot;:null,&quot;showMean&quot;:true,&quot;showMedian&quot;:false,&quot;showMode&quot;:false,&quot;resultDisplayType&quot;:&quot;default&quot;,&quot;numberOfDecimals&quot;:0,&quot;applyValueRestrictions&quot;:true}"/>
  <p:tag name="VEVOX.ORIGIN.SESSION.ID" val="797753"/>
  <p:tag name="VEVOX.ORIGIN.QUESTION.ID" val="5139844"/>
  <p:tag name="VEVOX.QUESTIONSLIDEID" val="559#2165886527/506361432"/>
  <p:tag name="VEVOX.SLIDEFORMAT.VERSION" val="1.018"/>
</p:tagLst>
</file>

<file path=ppt/tags/tag1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UESTION" val="Hvad skal kridtets fart være for at være i kredsløb (km/s)?"/>
</p:tagLst>
</file>

<file path=ppt/tags/tag1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NTENT.PLACEHOLDER" val="2"/>
</p:tagLst>
</file>

<file path=ppt/tags/tag1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" val="{&quot;left&quot;:5,&quot;top&quot;:5,&quot;width&quot;:160,&quot;height&quot;:30}"/>
</p:tagLst>
</file>

<file path=ppt/tags/tag1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LLSTATUSTEXT" val="{&quot;left&quot;:794.8750393700788,&quot;top&quot;:5,&quot;width&quot;:160,&quot;height&quot;:30}"/>
</p:tagLst>
</file>

<file path=ppt/tags/tag1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SHOULDERS" val="{&quot;left&quot;:13,&quot;top&quot;:20,&quot;width&quot;:14,&quot;height&quot;:10}"/>
</p:tagLst>
</file>

<file path=ppt/tags/tag1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HEAD" val="{&quot;left&quot;:15,&quot;top&quot;:10,&quot;width&quot;:10,&quot;height&quot;:10}"/>
</p:tagLst>
</file>

<file path=ppt/tags/tag1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UNTDOWNTIMER.DISPLAY" val="{&quot;left&quot;:892.8750393700788,&quot;top&quot;:473,&quot;width&quot;:60,&quot;height&quot;:60}"/>
</p:tagLst>
</file>

<file path=ppt/tags/tag1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JOIN.URL" val="{&quot;left&quot;:219.9713631889764,&quot;top&quot;:7,&quot;width&quot;:190,&quot;height&quot;:30}"/>
</p:tagLst>
</file>

<file path=ppt/tags/tag1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ACCESSCODE.DISPLAY" val="{&quot;left&quot;:466.6059219160105,&quot;top&quot;:8,&quot;width&quot;:190,&quot;height&quot;:30}"/>
</p:tagLst>
</file>

<file path=ppt/tags/tag1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NOTCH" val="X"/>
</p:tagLst>
</file>

<file path=ppt/tags/tag1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NUMBERGUIDE" val="X"/>
</p:tagLst>
</file>

<file path=ppt/tags/tag1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1"/>
</p:tagLst>
</file>

<file path=ppt/tags/tag1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1"/>
</p:tagLst>
</file>

<file path=ppt/tags/tag1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2"/>
</p:tagLst>
</file>

<file path=ppt/tags/tag1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2"/>
</p:tagLst>
</file>

<file path=ppt/tags/tag1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NOTCH" val="X"/>
</p:tagLst>
</file>

<file path=ppt/tags/tag1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NUMBERGUIDE" val="X"/>
</p:tagLst>
</file>

<file path=ppt/tags/tag1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3"/>
</p:tagLst>
</file>

<file path=ppt/tags/tag1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3"/>
</p:tagLst>
</file>

<file path=ppt/tags/tag1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4"/>
</p:tagLst>
</file>

<file path=ppt/tags/tag1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4"/>
</p:tagLst>
</file>

<file path=ppt/tags/tag1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NOTCH" val="X"/>
</p:tagLst>
</file>

<file path=ppt/tags/tag1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NUMBERGUIDE" val="X"/>
</p:tagLst>
</file>

<file path=ppt/tags/tag1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5"/>
</p:tagLst>
</file>

<file path=ppt/tags/tag1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5"/>
</p:tagLst>
</file>

<file path=ppt/tags/tag1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6"/>
</p:tagLst>
</file>

<file path=ppt/tags/tag1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6"/>
</p:tagLst>
</file>

<file path=ppt/tags/tag1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NOTCH" val="X"/>
</p:tagLst>
</file>

<file path=ppt/tags/tag1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NUMBERGUIDE" val="X"/>
</p:tagLst>
</file>

<file path=ppt/tags/tag1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7"/>
</p:tagLst>
</file>

<file path=ppt/tags/tag1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7"/>
</p:tagLst>
</file>

<file path=ppt/tags/tag1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8"/>
</p:tagLst>
</file>

<file path=ppt/tags/tag1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8"/>
</p:tagLst>
</file>

<file path=ppt/tags/tag1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NOTCH" val="X"/>
</p:tagLst>
</file>

<file path=ppt/tags/tag1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NUMBERGUIDE" val="X"/>
</p:tagLst>
</file>

<file path=ppt/tags/tag1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9"/>
</p:tagLst>
</file>

<file path=ppt/tags/tag1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9"/>
</p:tagLst>
</file>

<file path=ppt/tags/tag1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10"/>
</p:tagLst>
</file>

<file path=ppt/tags/tag1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10"/>
</p:tagLst>
</file>

<file path=ppt/tags/tag1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NOTCH" val="X"/>
</p:tagLst>
</file>

<file path=ppt/tags/tag1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NUMBERGUIDE" val="X"/>
</p:tagLst>
</file>

<file path=ppt/tags/tag1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11"/>
</p:tagLst>
</file>

<file path=ppt/tags/tag1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11"/>
</p:tagLst>
</file>

<file path=ppt/tags/tag1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12"/>
</p:tagLst>
</file>

<file path=ppt/tags/tag1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12"/>
</p:tagLst>
</file>

<file path=ppt/tags/tag1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NOTCH" val="X"/>
</p:tagLst>
</file>

<file path=ppt/tags/tag1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NUMBERGUIDE" val="X"/>
</p:tagLst>
</file>

<file path=ppt/tags/tag1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13"/>
</p:tagLst>
</file>

<file path=ppt/tags/tag1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13"/>
</p:tagLst>
</file>

<file path=ppt/tags/tag1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14"/>
</p:tagLst>
</file>

<file path=ppt/tags/tag1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14"/>
</p:tagLst>
</file>

<file path=ppt/tags/tag1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NOTCH" val="X"/>
</p:tagLst>
</file>

<file path=ppt/tags/tag1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NUMBERGUIDE" val="X"/>
</p:tagLst>
</file>

<file path=ppt/tags/tag1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15"/>
</p:tagLst>
</file>

<file path=ppt/tags/tag1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15"/>
</p:tagLst>
</file>

<file path=ppt/tags/tag1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16"/>
</p:tagLst>
</file>

<file path=ppt/tags/tag1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16"/>
</p:tagLst>
</file>

<file path=ppt/tags/tag1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NOTCH" val="X"/>
</p:tagLst>
</file>

<file path=ppt/tags/tag1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NUMBERGUIDE" val="X"/>
</p:tagLst>
</file>

<file path=ppt/tags/tag1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17"/>
</p:tagLst>
</file>

<file path=ppt/tags/tag1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17"/>
</p:tagLst>
</file>

<file path=ppt/tags/tag1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18"/>
</p:tagLst>
</file>

<file path=ppt/tags/tag1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18"/>
</p:tagLst>
</file>

<file path=ppt/tags/tag1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NOTCH" val="X"/>
</p:tagLst>
</file>

<file path=ppt/tags/tag1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NUMBERGUIDE" val="X"/>
</p:tagLst>
</file>

<file path=ppt/tags/tag1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19"/>
</p:tagLst>
</file>

<file path=ppt/tags/tag1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19"/>
</p:tagLst>
</file>

<file path=ppt/tags/tag1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20"/>
</p:tagLst>
</file>

<file path=ppt/tags/tag1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20"/>
</p:tagLst>
</file>

<file path=ppt/tags/tag1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NOTCH" val="X"/>
</p:tagLst>
</file>

<file path=ppt/tags/tag1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NUMBERGUIDE" val="X"/>
</p:tagLst>
</file>

<file path=ppt/tags/tag1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21"/>
</p:tagLst>
</file>

<file path=ppt/tags/tag1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21"/>
</p:tagLst>
</file>

<file path=ppt/tags/tag1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NUMERIC.AVERAGE.MEAN" val="X"/>
</p:tagLst>
</file>

<file path=ppt/tags/tag1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RESULT" val="{&quot;id&quot;:&quot;5139844&quot;,&quot;questionSettings&quot;:{},&quot;alias&quot;:&quot;&quot;,&quot;text&quot;:&quot;&lt;p&gt;&lt;span&gt;Hvad skal kridtets fart være for at være i kredsløb (km/s)?&lt;/span&gt;&lt;/p&gt;&quot;,&quot;@type&quot;:&quot;NumericQuestion&quot;,&quot;uiType&quot;:&quot;inputfield&quot;,&quot;resultFormat&quot;:&quot;%&quot;,&quot;min&quot;:0,&quot;max&quot;:20,&quot;correctAnswers&quot;:[],&quot;image&quot;:null,&quot;showMean&quot;:true,&quot;showMedian&quot;:false,&quot;showMode&quot;:false,&quot;resultDisplayType&quot;:&quot;default&quot;,&quot;numberOfDecimals&quot;:0,&quot;applyValueRestrictions&quot;:true}"/>
  <p:tag name="VEVOX.QUESTIONSLIDEID" val="559#2165886527/506361432"/>
  <p:tag name="VEVOX.SLIDEFORMAT.VERSION" val="1.018"/>
</p:tagLst>
</file>

<file path=ppt/tags/tag1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UESTION" val="Hvad skal kridtets fart være for at være i kredsløb (km/s)?"/>
</p:tagLst>
</file>

<file path=ppt/tags/tag1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NTENT.PLACEHOLDER" val="2"/>
</p:tagLst>
</file>

<file path=ppt/tags/tag1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" val="{&quot;left&quot;:5,&quot;top&quot;:5,&quot;width&quot;:160,&quot;height&quot;:30}"/>
</p:tagLst>
</file>

<file path=ppt/tags/tag1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LLSTATUSTEXT" val="{&quot;left&quot;:794.8750393700788,&quot;top&quot;:5,&quot;width&quot;:160,&quot;height&quot;:30}"/>
</p:tagLst>
</file>

<file path=ppt/tags/tag1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SHOULDERS" val="{&quot;left&quot;:13,&quot;top&quot;:20,&quot;width&quot;:14,&quot;height&quot;:10}"/>
</p:tagLst>
</file>

<file path=ppt/tags/tag1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HEAD" val="{&quot;left&quot;:15,&quot;top&quot;:10,&quot;width&quot;:10,&quot;height&quot;:10}"/>
</p:tagLst>
</file>

<file path=ppt/tags/tag1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JOIN.URL" val="{&quot;left&quot;:219.9713631889764,&quot;top&quot;:7,&quot;width&quot;:190,&quot;height&quot;:30}"/>
</p:tagLst>
</file>

<file path=ppt/tags/tag1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ACCESSCODE.DISPLAY" val="{&quot;left&quot;:466.6059219160105,&quot;top&quot;:8,&quot;width&quot;:190,&quot;height&quot;:30}"/>
</p:tagLst>
</file>

<file path=ppt/tags/tag1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NOTCH" val="X"/>
</p:tagLst>
</file>

<file path=ppt/tags/tag1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NUMBERGUIDE" val="X"/>
</p:tagLst>
</file>

<file path=ppt/tags/tag1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1"/>
</p:tagLst>
</file>

<file path=ppt/tags/tag1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1"/>
</p:tagLst>
</file>

<file path=ppt/tags/tag1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2"/>
</p:tagLst>
</file>

<file path=ppt/tags/tag1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2"/>
</p:tagLst>
</file>

<file path=ppt/tags/tag1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NOTCH" val="X"/>
</p:tagLst>
</file>

<file path=ppt/tags/tag1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NUMBERGUIDE" val="X"/>
</p:tagLst>
</file>

<file path=ppt/tags/tag1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3"/>
</p:tagLst>
</file>

<file path=ppt/tags/tag1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3"/>
</p:tagLst>
</file>

<file path=ppt/tags/tag1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4"/>
</p:tagLst>
</file>

<file path=ppt/tags/tag1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4"/>
</p:tagLst>
</file>

<file path=ppt/tags/tag1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NOTCH" val="X"/>
</p:tagLst>
</file>

<file path=ppt/tags/tag1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NUMBERGUIDE" val="X"/>
</p:tagLst>
</file>

<file path=ppt/tags/tag1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5"/>
</p:tagLst>
</file>

<file path=ppt/tags/tag1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5"/>
</p:tagLst>
</file>

<file path=ppt/tags/tag1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6"/>
</p:tagLst>
</file>

<file path=ppt/tags/tag1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6"/>
</p:tagLst>
</file>

<file path=ppt/tags/tag1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NOTCH" val="X"/>
</p:tagLst>
</file>

<file path=ppt/tags/tag1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NUMBERGUIDE" val="X"/>
</p:tagLst>
</file>

<file path=ppt/tags/tag1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7"/>
</p:tagLst>
</file>

<file path=ppt/tags/tag1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7"/>
</p:tagLst>
</file>

<file path=ppt/tags/tag1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8"/>
</p:tagLst>
</file>

<file path=ppt/tags/tag1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8"/>
</p:tagLst>
</file>

<file path=ppt/tags/tag1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NOTCH" val="X"/>
</p:tagLst>
</file>

<file path=ppt/tags/tag1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NUMBERGUIDE" val="X"/>
</p:tagLst>
</file>

<file path=ppt/tags/tag1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9"/>
</p:tagLst>
</file>

<file path=ppt/tags/tag1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9"/>
</p:tagLst>
</file>

<file path=ppt/tags/tag1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10"/>
</p:tagLst>
</file>

<file path=ppt/tags/tag1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10"/>
</p:tagLst>
</file>

<file path=ppt/tags/tag1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NOTCH" val="X"/>
</p:tagLst>
</file>

<file path=ppt/tags/tag1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NUMBERGUIDE" val="X"/>
</p:tagLst>
</file>

<file path=ppt/tags/tag1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11"/>
</p:tagLst>
</file>

<file path=ppt/tags/tag1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11"/>
</p:tagLst>
</file>

<file path=ppt/tags/tag1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12"/>
</p:tagLst>
</file>

<file path=ppt/tags/tag1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12"/>
</p:tagLst>
</file>

<file path=ppt/tags/tag1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NOTCH" val="X"/>
</p:tagLst>
</file>

<file path=ppt/tags/tag1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NUMBERGUIDE" val="X"/>
</p:tagLst>
</file>

<file path=ppt/tags/tag1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13"/>
</p:tagLst>
</file>

<file path=ppt/tags/tag1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13"/>
</p:tagLst>
</file>

<file path=ppt/tags/tag1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14"/>
</p:tagLst>
</file>

<file path=ppt/tags/tag1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14"/>
</p:tagLst>
</file>

<file path=ppt/tags/tag1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NOTCH" val="X"/>
</p:tagLst>
</file>

<file path=ppt/tags/tag1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NUMBERGUIDE" val="X"/>
</p:tagLst>
</file>

<file path=ppt/tags/tag1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15"/>
</p:tagLst>
</file>

<file path=ppt/tags/tag1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15"/>
</p:tagLst>
</file>

<file path=ppt/tags/tag1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16"/>
</p:tagLst>
</file>

<file path=ppt/tags/tag1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16"/>
</p:tagLst>
</file>

<file path=ppt/tags/tag1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NOTCH" val="X"/>
</p:tagLst>
</file>

<file path=ppt/tags/tag1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NUMBERGUIDE" val="X"/>
</p:tagLst>
</file>

<file path=ppt/tags/tag1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17"/>
</p:tagLst>
</file>

<file path=ppt/tags/tag1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17"/>
</p:tagLst>
</file>

<file path=ppt/tags/tag1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18"/>
</p:tagLst>
</file>

<file path=ppt/tags/tag1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18"/>
</p:tagLst>
</file>

<file path=ppt/tags/tag1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NOTCH" val="X"/>
</p:tagLst>
</file>

<file path=ppt/tags/tag1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NUMBERGUIDE" val="X"/>
</p:tagLst>
</file>

<file path=ppt/tags/tag1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19"/>
</p:tagLst>
</file>

<file path=ppt/tags/tag1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19"/>
</p:tagLst>
</file>

<file path=ppt/tags/tag1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20"/>
</p:tagLst>
</file>

<file path=ppt/tags/tag1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20"/>
</p:tagLst>
</file>

<file path=ppt/tags/tag1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NOTCH" val="X"/>
</p:tagLst>
</file>

<file path=ppt/tags/tag1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NUMBERGUIDE" val="X"/>
</p:tagLst>
</file>

<file path=ppt/tags/tag1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21"/>
</p:tagLst>
</file>

<file path=ppt/tags/tag1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21"/>
</p:tagLst>
</file>

<file path=ppt/tags/tag1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NUMERIC.AVERAGE.MEAN" val="X"/>
</p:tagLst>
</file>

<file path=ppt/tags/tag1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RESULT.PLACEHOLDER" val="{&quot;left&quot;:0,&quot;top&quot;:432,&quot;width&quot;:959.8750393700788,&quot;height&quot;:96}"/>
</p:tagLst>
</file>

<file path=ppt/tags/tag1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LL" val="{&quot;id&quot;:&quot;5139835&quot;,&quot;questionSettings&quot;:{},&quot;alias&quot;:&quot;&quot;,&quot;text&quot;:&quot;&lt;p&gt;Hvad gælder om farten i en elliptisk kredsløbsbevægelse (hvor der er impulsmomentbevarelse)&lt;/p&gt;&quot;,&quot;@type&quot;:&quot;MultipleChoiceQuestion&quot;,&quot;choices&quot;:[{&quot;id&quot;:&quot;19081337&quot;,&quot;alias&quot;:null,&quot;text&quot;:&quot;farten er altid den samme&quot;,&quot;excludeFromResults&quot;:false,&quot;image&quot;:null,&quot;imageAltText&quot;:null,&quot;isCorrectAnswer&quot;:false},{&quot;id&quot;:&quot;19081338&quot;,&quot;alias&quot;:null,&quot;text&quot;:&quot;farten er større, når banen er tættere på planeten&quot;,&quot;excludeFromResults&quot;:false,&quot;image&quot;:null,&quot;imageAltText&quot;:null,&quot;isCorrectAnswer&quot;:true},{&quot;id&quot;:&quot;19081339&quot;,&quot;alias&quot;:null,&quot;text&quot;:&quot;farten er mindre, når banen er tættere på planeter&quot;,&quot;excludeFromResults&quot;:false,&quot;image&quot;:null,&quot;imageAltText&quot;:null,&quot;isCorrectAnswer&quot;:false},{&quot;id&quot;:&quot;19081340&quot;,&quot;alias&quot;:null,&quot;text&quot;:&quot;der er intet sammenhæng mellem fart og afstand&quot;,&quot;excludeFromResults&quot;:false,&quot;image&quot;:null,&quot;imageAltText&quot;:null,&quot;isCorrectAnswer&quot;:false}],&quot;resultFormat&quot;:&quot;%&quot;,&quot;minNumberSelections&quot;:1,&quot;maxNumberSelections&quot;:1,&quot;image&quot;:null,&quot;uiType&quot;:&quot;default&quot;,&quot;resultDisplayType&quot;:&quot;default&quot;}"/>
  <p:tag name="VEVOX.ORIGIN.SESSION.ID" val="797753"/>
  <p:tag name="VEVOX.ORIGIN.QUESTION.ID" val="5139835"/>
  <p:tag name="VEVOX.QUESTIONSLIDEID" val="557#1973538101/380574218"/>
  <p:tag name="VEVOX.SLIDEFORMAT.VERSION" val="1.018"/>
</p:tagLst>
</file>

<file path=ppt/tags/tag1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UESTION" val="Hvad gælder om farten i en elliptisk kredsløbsbevægelse (hvor der er impulsmomentbevarelse)"/>
</p:tagLst>
</file>

<file path=ppt/tags/tag1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NTENT.PLACEHOLDER" val="2"/>
</p:tagLst>
</file>

<file path=ppt/tags/tag1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" val="{&quot;left&quot;:5,&quot;top&quot;:5,&quot;width&quot;:160,&quot;height&quot;:30}"/>
</p:tagLst>
</file>

<file path=ppt/tags/tag1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LLSTATUSTEXT" val="{&quot;left&quot;:794.8750393700788,&quot;top&quot;:5,&quot;width&quot;:160,&quot;height&quot;:30}"/>
</p:tagLst>
</file>

<file path=ppt/tags/tag1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SHOULDERS" val="{&quot;left&quot;:13,&quot;top&quot;:20,&quot;width&quot;:14,&quot;height&quot;:10}"/>
</p:tagLst>
</file>

<file path=ppt/tags/tag1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HEAD" val="{&quot;left&quot;:15,&quot;top&quot;:10,&quot;width&quot;:10,&quot;height&quot;:10}"/>
</p:tagLst>
</file>

<file path=ppt/tags/tag1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UNTDOWNTIMER.DISPLAY" val="{&quot;left&quot;:892.8750393700788,&quot;top&quot;:473,&quot;width&quot;:60,&quot;height&quot;:60}"/>
</p:tagLst>
</file>

<file path=ppt/tags/tag1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JOIN.URL" val="{&quot;left&quot;:219.9713631889764,&quot;top&quot;:7,&quot;width&quot;:190,&quot;height&quot;:30}"/>
</p:tagLst>
</file>

<file path=ppt/tags/tag1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ACCESSCODE.DISPLAY" val="{&quot;left&quot;:466.6059219160105,&quot;top&quot;:8,&quot;width&quot;:190,&quot;height&quot;:30}"/>
</p:tagLst>
</file>

<file path=ppt/tags/tag1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1"/>
</p:tagLst>
</file>

<file path=ppt/tags/tag1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1"/>
</p:tagLst>
</file>

<file path=ppt/tags/tag1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1"/>
</p:tagLst>
</file>

<file path=ppt/tags/tag1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1"/>
</p:tagLst>
</file>

<file path=ppt/tags/tag1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2"/>
</p:tagLst>
</file>

<file path=ppt/tags/tag1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2"/>
</p:tagLst>
</file>

<file path=ppt/tags/tag1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2"/>
</p:tagLst>
</file>

<file path=ppt/tags/tag1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2"/>
</p:tagLst>
</file>

<file path=ppt/tags/tag1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3"/>
</p:tagLst>
</file>

<file path=ppt/tags/tag1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3"/>
</p:tagLst>
</file>

<file path=ppt/tags/tag1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3"/>
</p:tagLst>
</file>

<file path=ppt/tags/tag1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3"/>
</p:tagLst>
</file>

<file path=ppt/tags/tag1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4"/>
</p:tagLst>
</file>

<file path=ppt/tags/tag1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4"/>
</p:tagLst>
</file>

<file path=ppt/tags/tag1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4"/>
</p:tagLst>
</file>

<file path=ppt/tags/tag1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4"/>
</p:tagLst>
</file>

<file path=ppt/tags/tag1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RESULT" val="{&quot;id&quot;:&quot;5139835&quot;,&quot;questionSettings&quot;:{},&quot;alias&quot;:&quot;&quot;,&quot;text&quot;:&quot;&lt;p&gt;Hvad gælder om farten i en elliptisk kredsløbsbevægelse (hvor der er impulsmomentbevarelse)&lt;/p&gt;&quot;,&quot;@type&quot;:&quot;MultipleChoiceQuestion&quot;,&quot;choices&quot;:[{&quot;id&quot;:&quot;19081337&quot;,&quot;alias&quot;:null,&quot;text&quot;:&quot;farten er altid den samme&quot;,&quot;excludeFromResults&quot;:false,&quot;image&quot;:null,&quot;imageAltText&quot;:null,&quot;isCorrectAnswer&quot;:false},{&quot;id&quot;:&quot;19081338&quot;,&quot;alias&quot;:null,&quot;text&quot;:&quot;farten er større, når banen er tættere på planeten&quot;,&quot;excludeFromResults&quot;:false,&quot;image&quot;:null,&quot;imageAltText&quot;:null,&quot;isCorrectAnswer&quot;:true},{&quot;id&quot;:&quot;19081339&quot;,&quot;alias&quot;:null,&quot;text&quot;:&quot;farten er mindre, når banen er tættere på planeter&quot;,&quot;excludeFromResults&quot;:false,&quot;image&quot;:null,&quot;imageAltText&quot;:null,&quot;isCorrectAnswer&quot;:false},{&quot;id&quot;:&quot;19081340&quot;,&quot;alias&quot;:null,&quot;text&quot;:&quot;der er intet sammenhæng mellem fart og afstand&quot;,&quot;excludeFromResults&quot;:false,&quot;image&quot;:null,&quot;imageAltText&quot;:null,&quot;isCorrectAnswer&quot;:false}],&quot;resultFormat&quot;:&quot;%&quot;,&quot;minNumberSelections&quot;:1,&quot;maxNumberSelections&quot;:1,&quot;image&quot;:null,&quot;uiType&quot;:&quot;default&quot;,&quot;resultDisplayType&quot;:&quot;default&quot;}"/>
  <p:tag name="VEVOX.QUESTIONSLIDEID" val="557#1973538101/380574218"/>
  <p:tag name="VEVOX.SLIDEFORMAT.VERSION" val="1.018"/>
</p:tagLst>
</file>

<file path=ppt/tags/tag1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UESTION" val="Hvad gælder om farten i en elliptisk kredsløbsbevægelse (hvor der er impulsmomentbevarelse)"/>
</p:tagLst>
</file>

<file path=ppt/tags/tag1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NTENT.PLACEHOLDER" val="2"/>
</p:tagLst>
</file>

<file path=ppt/tags/tag1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" val="{&quot;left&quot;:5,&quot;top&quot;:5,&quot;width&quot;:160,&quot;height&quot;:30}"/>
</p:tagLst>
</file>

<file path=ppt/tags/tag1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LLSTATUSTEXT" val="{&quot;left&quot;:794.8750393700788,&quot;top&quot;:5,&quot;width&quot;:160,&quot;height&quot;:30}"/>
</p:tagLst>
</file>

<file path=ppt/tags/tag1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SHOULDERS" val="{&quot;left&quot;:13,&quot;top&quot;:20,&quot;width&quot;:14,&quot;height&quot;:10}"/>
</p:tagLst>
</file>

<file path=ppt/tags/tag1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HEAD" val="{&quot;left&quot;:15,&quot;top&quot;:10,&quot;width&quot;:10,&quot;height&quot;:10}"/>
</p:tagLst>
</file>

<file path=ppt/tags/tag1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JOIN.URL" val="{&quot;left&quot;:219.9713631889764,&quot;top&quot;:7,&quot;width&quot;:190,&quot;height&quot;:30}"/>
</p:tagLst>
</file>

<file path=ppt/tags/tag1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ACCESSCODE.DISPLAY" val="{&quot;left&quot;:466.6059219160105,&quot;top&quot;:8,&quot;width&quot;:190,&quot;height&quot;:30}"/>
</p:tagLst>
</file>

<file path=ppt/tags/tag1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1"/>
</p:tagLst>
</file>

<file path=ppt/tags/tag1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1"/>
</p:tagLst>
</file>

<file path=ppt/tags/tag1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1"/>
</p:tagLst>
</file>

<file path=ppt/tags/tag1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1"/>
</p:tagLst>
</file>

<file path=ppt/tags/tag1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2"/>
</p:tagLst>
</file>

<file path=ppt/tags/tag1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2"/>
</p:tagLst>
</file>

<file path=ppt/tags/tag1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2"/>
</p:tagLst>
</file>

<file path=ppt/tags/tag1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2"/>
</p:tagLst>
</file>

<file path=ppt/tags/tag1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3"/>
</p:tagLst>
</file>

<file path=ppt/tags/tag1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3"/>
</p:tagLst>
</file>

<file path=ppt/tags/tag1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3"/>
</p:tagLst>
</file>

<file path=ppt/tags/tag1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3"/>
</p:tagLst>
</file>

<file path=ppt/tags/tag1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4"/>
</p:tagLst>
</file>

<file path=ppt/tags/tag1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4"/>
</p:tagLst>
</file>

<file path=ppt/tags/tag1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4"/>
</p:tagLst>
</file>

<file path=ppt/tags/tag1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4"/>
</p:tagLst>
</file>

<file path=ppt/tags/tag1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RESULT.PLACEHOLDER" val="{&quot;left&quot;:0,&quot;top&quot;:432,&quot;width&quot;:959.8750393700788,&quot;height&quot;:96}"/>
</p:tagLst>
</file>

<file path=ppt/theme/theme1.xml><?xml version="1.0" encoding="utf-8"?>
<a:theme xmlns:a="http://schemas.openxmlformats.org/drawingml/2006/main" name="Blank">
  <a:themeElements>
    <a:clrScheme name="DTU">
      <a:dk1>
        <a:srgbClr val="000000"/>
      </a:dk1>
      <a:lt1>
        <a:srgbClr val="FFFFFF"/>
      </a:lt1>
      <a:dk2>
        <a:srgbClr val="990000"/>
      </a:dk2>
      <a:lt2>
        <a:srgbClr val="79238E"/>
      </a:lt2>
      <a:accent1>
        <a:srgbClr val="990000"/>
      </a:accent1>
      <a:accent2>
        <a:srgbClr val="2F3EEA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2F3EEA"/>
      </a:hlink>
      <a:folHlink>
        <a:srgbClr val="990000"/>
      </a:folHlink>
    </a:clrScheme>
    <a:fontScheme name="DT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2"/>
        </a:solidFill>
        <a:ln w="9525" cap="flat" cmpd="sng" algn="ctr">
          <a:solidFill>
            <a:schemeClr val="bg2"/>
          </a:solidFill>
          <a:prstDash val="solid"/>
          <a:miter lim="800000"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432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cap="none" normalizeH="0" baseline="0" dirty="0" err="1">
            <a:ln>
              <a:noFill/>
            </a:ln>
            <a:solidFill>
              <a:srgbClr val="FFFFFF"/>
            </a:solidFill>
            <a:effectLst/>
            <a:latin typeface="+mn-lt"/>
            <a:ea typeface="ＭＳ Ｐゴシック" pitchFamily="-80" charset="-128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algn="l">
          <a:spcBef>
            <a:spcPts val="432"/>
          </a:spcBef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TU Template 16_9 - Purple.potx" id="{88716A68-633E-4D70-A4D2-2D3AA1AE5AE0}" vid="{02BDD6D5-4002-448F-B391-F9FF711AEBB3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70894BA-7A1E-47AE-AF51-0BE875213AA1}">
  <we:reference id="WA200004709" version="1.1.0.2" store="Omex" storeType="OMEX"/>
  <we:alternateReferences>
    <we:reference id="WA200004709" version="1.1.0.2" store="WA200004709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3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3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6.xml"/></Relationships>
</file>

<file path=customXml/_rels/item3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7.xml"/></Relationships>
</file>

<file path=customXml/_rels/item3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8.xml"/></Relationships>
</file>

<file path=customXml/_rels/item3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9.xml"/></Relationships>
</file>

<file path=customXml/_rels/item4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0.xml"/></Relationships>
</file>

<file path=customXml/_rels/item4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1.xml"/></Relationships>
</file>

<file path=customXml/_rels/item4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2.xml"/></Relationships>
</file>

<file path=customXml/_rels/item4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3.xml"/></Relationships>
</file>

<file path=customXml/_rels/item4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4.xml"/></Relationships>
</file>

<file path=customXml/_rels/item4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5.xml"/></Relationships>
</file>

<file path=customXml/_rels/item4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6.xml"/></Relationships>
</file>

<file path=customXml/_rels/item4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7.xml"/></Relationships>
</file>

<file path=customXml/_rels/item4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8.xml"/></Relationships>
</file>

<file path=customXml/_rels/item4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9.xml"/></Relationships>
</file>

<file path=customXml/item1.xml><?xml version="1.0" encoding="utf-8"?>
<TemplafyTemplateConfiguration><![CDATA[{"elementsMetadata":[],"transformationConfigurations":[{"language":"{{DocumentLanguage}}","disableUpdates":false,"type":"proofingLanguage"}],"templateName":"DTU Template 16_9 - Purple","templateDescription":"","enableDocumentContentUpdater":true,"version":"1.2"}]]></TemplafyTemplateConfiguration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DA1FD2B40FDA458284BB6FCA763489" ma:contentTypeVersion="5" ma:contentTypeDescription="Create a new document." ma:contentTypeScope="" ma:versionID="72b2569ebc96083092f6d8e76413cd52">
  <xsd:schema xmlns:xsd="http://www.w3.org/2001/XMLSchema" xmlns:xs="http://www.w3.org/2001/XMLSchema" xmlns:p="http://schemas.microsoft.com/office/2006/metadata/properties" xmlns:ns2="683dcda1-f8c3-442f-ae64-e236c052732d" xmlns:ns3="715bde23-c48d-41ea-a697-dffaa8fbae8d" targetNamespace="http://schemas.microsoft.com/office/2006/metadata/properties" ma:root="true" ma:fieldsID="df14c340b530a7b5c38005fefa6a5693" ns2:_="" ns3:_="">
    <xsd:import namespace="683dcda1-f8c3-442f-ae64-e236c052732d"/>
    <xsd:import namespace="715bde23-c48d-41ea-a697-dffaa8fbae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3dcda1-f8c3-442f-ae64-e236c05273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5bde23-c48d-41ea-a697-dffaa8fbae8d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5.xml><?xml version="1.0" encoding="utf-8"?>
<TemplafyFormConfiguration><![CDATA[{"formFields":[{"required":false,"type":"datePicker","name":"Date","label":"Date","helpTexts":{"prefix":"","postfix":""},"spacing":{},"fullyQualifiedName":"Date"},{"required":false,"placeholder":"","lines":0,"type":"textBox","name":"PresentationTitle","label":"Presentation title","helpTexts":{"prefix":"","postfix":""},"spacing":{},"fullyQualifiedName":"PresentationTitle"}],"formDataEntries":[]}]]></TemplafyFormConfiguration>
</file>

<file path=customXml/item6.xml><?xml version="1.0" encoding="utf-8"?>
<TemplafySlideFormConfiguration><![CDATA[{"formFields":[],"formDataEntries":[]}]]></TemplafySlideFormConfiguration>
</file>

<file path=customXml/item7.xml><?xml version="1.0" encoding="utf-8"?>
<TemplafySlideTemplateConfiguration><![CDATA[{"elementsMetadata":[],"documentContentValidatorConfiguration":{"enableDocumentContentValidator":false,"documentContentValidatorVersion":0},"slideId":"636957682264057965","enableDocumentContentUpdater":true,"version":"1.2"}]]></TemplafySlideTemplateConfiguration>
</file>

<file path=customXml/item8.xml><?xml version="1.0" encoding="utf-8"?>
<TemplafySlideTemplateConfiguration><![CDATA[{"elementsMetadata":[],"documentContentValidatorConfiguration":{"enableDocumentContentValidator":false,"documentContentValidatorVersion":0},"slideId":"636957682264213454","enableDocumentContentUpdater":true,"version":"1.2"}]]></TemplafySlideTemplateConfiguration>
</file>

<file path=customXml/item9.xml><?xml version="1.0" encoding="utf-8"?>
<TemplafySlideFormConfiguration><![CDATA[{"formFields":[],"formDataEntries":[]}]]></TemplafySlideFormConfiguration>
</file>

<file path=customXml/item10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11.xml><?xml version="1.0" encoding="utf-8"?>
<TemplafySlideFormConfiguration><![CDATA[{"formFields":[],"formDataEntries":[]}]]></TemplafySlideFormConfiguration>
</file>

<file path=customXml/item12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13.xml><?xml version="1.0" encoding="utf-8"?>
<TemplafySlideFormConfiguration><![CDATA[{"formFields":[],"formDataEntries":[]}]]></TemplafySlideFormConfiguration>
</file>

<file path=customXml/item14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15.xml><?xml version="1.0" encoding="utf-8"?>
<TemplafySlideFormConfiguration><![CDATA[{"formFields":[],"formDataEntries":[]}]]></TemplafySlideFormConfiguration>
</file>

<file path=customXml/item16.xml><?xml version="1.0" encoding="utf-8"?>
<TemplafySlideFormConfiguration><![CDATA[{"formFields":[],"formDataEntries":[]}]]></TemplafySlideFormConfiguration>
</file>

<file path=customXml/item17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18.xml><?xml version="1.0" encoding="utf-8"?>
<TemplafySlideFormConfiguration><![CDATA[{"formFields":[],"formDataEntries":[]}]]></TemplafySlideFormConfiguration>
</file>

<file path=customXml/item19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20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21.xml><?xml version="1.0" encoding="utf-8"?>
<TemplafySlideFormConfiguration><![CDATA[{"formFields":[],"formDataEntries":[]}]]></TemplafySlideFormConfiguration>
</file>

<file path=customXml/item22.xml><?xml version="1.0" encoding="utf-8"?>
<TemplafySlideFormConfiguration><![CDATA[{"formFields":[],"formDataEntries":[]}]]></TemplafySlideFormConfiguration>
</file>

<file path=customXml/item23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24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25.xml><?xml version="1.0" encoding="utf-8"?>
<TemplafySlideFormConfiguration><![CDATA[{"formFields":[],"formDataEntries":[]}]]></TemplafySlideFormConfiguration>
</file>

<file path=customXml/item26.xml><?xml version="1.0" encoding="utf-8"?>
<TemplafySlideFormConfiguration><![CDATA[{"formFields":[],"formDataEntries":[]}]]></TemplafySlideFormConfiguration>
</file>

<file path=customXml/item27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28.xml><?xml version="1.0" encoding="utf-8"?>
<TemplafySlideFormConfiguration><![CDATA[{"formFields":[],"formDataEntries":[]}]]></TemplafySlideFormConfiguration>
</file>

<file path=customXml/item29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30.xml><?xml version="1.0" encoding="utf-8"?>
<TemplafySlideFormConfiguration><![CDATA[{"formFields":[],"formDataEntries":[]}]]></TemplafySlideFormConfiguration>
</file>

<file path=customXml/item31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32.xml><?xml version="1.0" encoding="utf-8"?>
<TemplafySlideFormConfiguration><![CDATA[{"formFields":[],"formDataEntries":[]}]]></TemplafySlideFormConfiguration>
</file>

<file path=customXml/item33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34.xml><?xml version="1.0" encoding="utf-8"?>
<TemplafySlideFormConfiguration><![CDATA[{"formFields":[],"formDataEntries":[]}]]></TemplafySlideFormConfiguration>
</file>

<file path=customXml/item35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36.xml><?xml version="1.0" encoding="utf-8"?>
<TemplafySlideFormConfiguration><![CDATA[{"formFields":[],"formDataEntries":[]}]]></TemplafySlideFormConfiguration>
</file>

<file path=customXml/item37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38.xml><?xml version="1.0" encoding="utf-8"?>
<TemplafySlideFormConfiguration><![CDATA[{"formFields":[],"formDataEntries":[]}]]></TemplafySlideFormConfiguration>
</file>

<file path=customXml/item39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40.xml><?xml version="1.0" encoding="utf-8"?>
<TemplafySlideFormConfiguration><![CDATA[{"formFields":[],"formDataEntries":[]}]]></TemplafySlideFormConfiguration>
</file>

<file path=customXml/item41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42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43.xml><?xml version="1.0" encoding="utf-8"?>
<TemplafySlideFormConfiguration><![CDATA[{"formFields":[],"formDataEntries":[]}]]></TemplafySlideFormConfiguration>
</file>

<file path=customXml/item44.xml><?xml version="1.0" encoding="utf-8"?>
<TemplafySlideFormConfiguration><![CDATA[{"formFields":[],"formDataEntries":[]}]]></TemplafySlideFormConfiguration>
</file>

<file path=customXml/item45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46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47.xml><?xml version="1.0" encoding="utf-8"?>
<TemplafySlideFormConfiguration><![CDATA[{"formFields":[],"formDataEntries":[]}]]></TemplafySlideFormConfiguration>
</file>

<file path=customXml/item48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49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1334258C-C3E7-4029-A615-C886A240FB15}">
  <ds:schemaRefs/>
</ds:datastoreItem>
</file>

<file path=customXml/itemProps2.xml><?xml version="1.0" encoding="utf-8"?>
<ds:datastoreItem xmlns:ds="http://schemas.openxmlformats.org/officeDocument/2006/customXml" ds:itemID="{B5483110-4746-407F-A75B-5A22B2B637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83dcda1-f8c3-442f-ae64-e236c052732d"/>
    <ds:schemaRef ds:uri="715bde23-c48d-41ea-a697-dffaa8fbae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DDA3FCE-722B-427B-BDA5-3BF57CCC492F}">
  <ds:schemaRefs>
    <ds:schemaRef ds:uri="http://schemas.microsoft.com/office/infopath/2007/PartnerControls"/>
    <ds:schemaRef ds:uri="http://purl.org/dc/elements/1.1/"/>
    <ds:schemaRef ds:uri="683dcda1-f8c3-442f-ae64-e236c052732d"/>
    <ds:schemaRef ds:uri="http://purl.org/dc/terms/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715bde23-c48d-41ea-a697-dffaa8fbae8d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7F5750AA-C6B9-4663-B6E6-4EC48824AB72}">
  <ds:schemaRefs>
    <ds:schemaRef ds:uri="http://schemas.microsoft.com/sharepoint/v3/contenttype/forms"/>
  </ds:schemaRefs>
</ds:datastoreItem>
</file>

<file path=customXml/itemProps5.xml><?xml version="1.0" encoding="utf-8"?>
<ds:datastoreItem xmlns:ds="http://schemas.openxmlformats.org/officeDocument/2006/customXml" ds:itemID="{69ED2CA6-29BB-4407-9012-18ED2ECCD16E}">
  <ds:schemaRefs/>
</ds:datastoreItem>
</file>

<file path=customXml/itemProps6.xml><?xml version="1.0" encoding="utf-8"?>
<ds:datastoreItem xmlns:ds="http://schemas.openxmlformats.org/officeDocument/2006/customXml" ds:itemID="{A24B75EB-8202-4907-9D1E-5F9CF0C29483}">
  <ds:schemaRefs/>
</ds:datastoreItem>
</file>

<file path=customXml/itemProps7.xml><?xml version="1.0" encoding="utf-8"?>
<ds:datastoreItem xmlns:ds="http://schemas.openxmlformats.org/officeDocument/2006/customXml" ds:itemID="{ECA1DA60-FB17-4EB5-97F4-62F99A1A733D}">
  <ds:schemaRefs/>
</ds:datastoreItem>
</file>

<file path=customXml/itemProps8.xml><?xml version="1.0" encoding="utf-8"?>
<ds:datastoreItem xmlns:ds="http://schemas.openxmlformats.org/officeDocument/2006/customXml" ds:itemID="{B30A78E7-315B-4170-8116-72928D1FEAD9}">
  <ds:schemaRefs/>
</ds:datastoreItem>
</file>

<file path=customXml/itemProps9.xml><?xml version="1.0" encoding="utf-8"?>
<ds:datastoreItem xmlns:ds="http://schemas.openxmlformats.org/officeDocument/2006/customXml" ds:itemID="{E618FA3B-8A67-40AE-8AE5-229504AB69D3}">
  <ds:schemaRefs/>
</ds:datastoreItem>
</file>

<file path=customXml/itemProps10.xml><?xml version="1.0" encoding="utf-8"?>
<ds:datastoreItem xmlns:ds="http://schemas.openxmlformats.org/officeDocument/2006/customXml" ds:itemID="{72DFA8D3-35A9-40E1-B6D5-BA9CF24AB4E2}">
  <ds:schemaRefs/>
</ds:datastoreItem>
</file>

<file path=customXml/itemProps11.xml><?xml version="1.0" encoding="utf-8"?>
<ds:datastoreItem xmlns:ds="http://schemas.openxmlformats.org/officeDocument/2006/customXml" ds:itemID="{8BA10DF2-407C-4369-A7E1-F39B697C6C93}">
  <ds:schemaRefs/>
</ds:datastoreItem>
</file>

<file path=customXml/itemProps12.xml><?xml version="1.0" encoding="utf-8"?>
<ds:datastoreItem xmlns:ds="http://schemas.openxmlformats.org/officeDocument/2006/customXml" ds:itemID="{CBE4B4F6-2493-47C6-84C3-E911B8DDB2B8}">
  <ds:schemaRefs/>
</ds:datastoreItem>
</file>

<file path=customXml/itemProps13.xml><?xml version="1.0" encoding="utf-8"?>
<ds:datastoreItem xmlns:ds="http://schemas.openxmlformats.org/officeDocument/2006/customXml" ds:itemID="{C3C5B928-315F-4E2C-955C-D0ED64C914E5}">
  <ds:schemaRefs/>
</ds:datastoreItem>
</file>

<file path=customXml/itemProps14.xml><?xml version="1.0" encoding="utf-8"?>
<ds:datastoreItem xmlns:ds="http://schemas.openxmlformats.org/officeDocument/2006/customXml" ds:itemID="{046D58F9-E262-489D-B3BC-067AF613F03F}">
  <ds:schemaRefs/>
</ds:datastoreItem>
</file>

<file path=customXml/itemProps15.xml><?xml version="1.0" encoding="utf-8"?>
<ds:datastoreItem xmlns:ds="http://schemas.openxmlformats.org/officeDocument/2006/customXml" ds:itemID="{4C8DFAF7-940E-4ED8-A290-CE87055B26FC}">
  <ds:schemaRefs/>
</ds:datastoreItem>
</file>

<file path=customXml/itemProps16.xml><?xml version="1.0" encoding="utf-8"?>
<ds:datastoreItem xmlns:ds="http://schemas.openxmlformats.org/officeDocument/2006/customXml" ds:itemID="{65F85714-221F-4323-85DB-BA704BE022AB}">
  <ds:schemaRefs/>
</ds:datastoreItem>
</file>

<file path=customXml/itemProps17.xml><?xml version="1.0" encoding="utf-8"?>
<ds:datastoreItem xmlns:ds="http://schemas.openxmlformats.org/officeDocument/2006/customXml" ds:itemID="{406D3F97-1570-4AB4-8772-8949C71B5BC7}">
  <ds:schemaRefs/>
</ds:datastoreItem>
</file>

<file path=customXml/itemProps18.xml><?xml version="1.0" encoding="utf-8"?>
<ds:datastoreItem xmlns:ds="http://schemas.openxmlformats.org/officeDocument/2006/customXml" ds:itemID="{E8D62A98-8D05-4A1C-87B3-B81941A72B7B}">
  <ds:schemaRefs/>
</ds:datastoreItem>
</file>

<file path=customXml/itemProps19.xml><?xml version="1.0" encoding="utf-8"?>
<ds:datastoreItem xmlns:ds="http://schemas.openxmlformats.org/officeDocument/2006/customXml" ds:itemID="{AD3A57A0-49D1-4098-9B49-1A5A04B0A6C4}">
  <ds:schemaRefs/>
</ds:datastoreItem>
</file>

<file path=customXml/itemProps20.xml><?xml version="1.0" encoding="utf-8"?>
<ds:datastoreItem xmlns:ds="http://schemas.openxmlformats.org/officeDocument/2006/customXml" ds:itemID="{2510E99A-0556-4F11-ACF8-E6B2B3B914E2}">
  <ds:schemaRefs/>
</ds:datastoreItem>
</file>

<file path=customXml/itemProps21.xml><?xml version="1.0" encoding="utf-8"?>
<ds:datastoreItem xmlns:ds="http://schemas.openxmlformats.org/officeDocument/2006/customXml" ds:itemID="{26ED529B-4AF0-4134-A50E-0C68251FCB5D}">
  <ds:schemaRefs/>
</ds:datastoreItem>
</file>

<file path=customXml/itemProps22.xml><?xml version="1.0" encoding="utf-8"?>
<ds:datastoreItem xmlns:ds="http://schemas.openxmlformats.org/officeDocument/2006/customXml" ds:itemID="{E59A295A-3453-40BA-BFC8-91399FB88D9E}">
  <ds:schemaRefs/>
</ds:datastoreItem>
</file>

<file path=customXml/itemProps23.xml><?xml version="1.0" encoding="utf-8"?>
<ds:datastoreItem xmlns:ds="http://schemas.openxmlformats.org/officeDocument/2006/customXml" ds:itemID="{C84CEE81-5F0B-484A-932B-5CA02F0A54F0}">
  <ds:schemaRefs/>
</ds:datastoreItem>
</file>

<file path=customXml/itemProps24.xml><?xml version="1.0" encoding="utf-8"?>
<ds:datastoreItem xmlns:ds="http://schemas.openxmlformats.org/officeDocument/2006/customXml" ds:itemID="{F1E8E9F3-3C80-489D-A2A0-938B4DD8B406}">
  <ds:schemaRefs/>
</ds:datastoreItem>
</file>

<file path=customXml/itemProps25.xml><?xml version="1.0" encoding="utf-8"?>
<ds:datastoreItem xmlns:ds="http://schemas.openxmlformats.org/officeDocument/2006/customXml" ds:itemID="{A3F98DA2-2E1F-40F6-8E44-14573B51F9D9}">
  <ds:schemaRefs/>
</ds:datastoreItem>
</file>

<file path=customXml/itemProps26.xml><?xml version="1.0" encoding="utf-8"?>
<ds:datastoreItem xmlns:ds="http://schemas.openxmlformats.org/officeDocument/2006/customXml" ds:itemID="{AA6EF08D-EB6E-4B8C-B7B8-9AF7F838EDD5}">
  <ds:schemaRefs/>
</ds:datastoreItem>
</file>

<file path=customXml/itemProps27.xml><?xml version="1.0" encoding="utf-8"?>
<ds:datastoreItem xmlns:ds="http://schemas.openxmlformats.org/officeDocument/2006/customXml" ds:itemID="{8861CAB9-192A-41A6-822B-E01867367B4D}">
  <ds:schemaRefs/>
</ds:datastoreItem>
</file>

<file path=customXml/itemProps28.xml><?xml version="1.0" encoding="utf-8"?>
<ds:datastoreItem xmlns:ds="http://schemas.openxmlformats.org/officeDocument/2006/customXml" ds:itemID="{A6C5BE09-6DF4-4010-B330-5115A3D1733F}">
  <ds:schemaRefs/>
</ds:datastoreItem>
</file>

<file path=customXml/itemProps29.xml><?xml version="1.0" encoding="utf-8"?>
<ds:datastoreItem xmlns:ds="http://schemas.openxmlformats.org/officeDocument/2006/customXml" ds:itemID="{39671C2C-E47D-4279-8993-B708812FA908}">
  <ds:schemaRefs/>
</ds:datastoreItem>
</file>

<file path=customXml/itemProps30.xml><?xml version="1.0" encoding="utf-8"?>
<ds:datastoreItem xmlns:ds="http://schemas.openxmlformats.org/officeDocument/2006/customXml" ds:itemID="{DF0CD7D7-2BBB-4C9A-8B0C-764C550CD99F}">
  <ds:schemaRefs/>
</ds:datastoreItem>
</file>

<file path=customXml/itemProps31.xml><?xml version="1.0" encoding="utf-8"?>
<ds:datastoreItem xmlns:ds="http://schemas.openxmlformats.org/officeDocument/2006/customXml" ds:itemID="{BA0CA56E-9CCE-4225-808A-11B4E85655C6}">
  <ds:schemaRefs/>
</ds:datastoreItem>
</file>

<file path=customXml/itemProps32.xml><?xml version="1.0" encoding="utf-8"?>
<ds:datastoreItem xmlns:ds="http://schemas.openxmlformats.org/officeDocument/2006/customXml" ds:itemID="{68DE37B6-C422-4DA5-B1EB-3FF5C43CB31B}">
  <ds:schemaRefs/>
</ds:datastoreItem>
</file>

<file path=customXml/itemProps33.xml><?xml version="1.0" encoding="utf-8"?>
<ds:datastoreItem xmlns:ds="http://schemas.openxmlformats.org/officeDocument/2006/customXml" ds:itemID="{A418A863-5B99-4783-BA6C-CD36F462F742}">
  <ds:schemaRefs/>
</ds:datastoreItem>
</file>

<file path=customXml/itemProps34.xml><?xml version="1.0" encoding="utf-8"?>
<ds:datastoreItem xmlns:ds="http://schemas.openxmlformats.org/officeDocument/2006/customXml" ds:itemID="{2A999BD1-5C0C-4706-A915-BED9B9008048}">
  <ds:schemaRefs/>
</ds:datastoreItem>
</file>

<file path=customXml/itemProps35.xml><?xml version="1.0" encoding="utf-8"?>
<ds:datastoreItem xmlns:ds="http://schemas.openxmlformats.org/officeDocument/2006/customXml" ds:itemID="{EC7D11A0-54FB-4957-89B7-38C0D26F8080}">
  <ds:schemaRefs/>
</ds:datastoreItem>
</file>

<file path=customXml/itemProps36.xml><?xml version="1.0" encoding="utf-8"?>
<ds:datastoreItem xmlns:ds="http://schemas.openxmlformats.org/officeDocument/2006/customXml" ds:itemID="{CA561173-C128-46D4-92BD-6BAC34A175AC}">
  <ds:schemaRefs/>
</ds:datastoreItem>
</file>

<file path=customXml/itemProps37.xml><?xml version="1.0" encoding="utf-8"?>
<ds:datastoreItem xmlns:ds="http://schemas.openxmlformats.org/officeDocument/2006/customXml" ds:itemID="{D08D6D2A-349D-46B3-BAF5-F4B50056B7A0}">
  <ds:schemaRefs/>
</ds:datastoreItem>
</file>

<file path=customXml/itemProps38.xml><?xml version="1.0" encoding="utf-8"?>
<ds:datastoreItem xmlns:ds="http://schemas.openxmlformats.org/officeDocument/2006/customXml" ds:itemID="{5182D62F-939E-4961-91A7-0DB72F632DD9}">
  <ds:schemaRefs/>
</ds:datastoreItem>
</file>

<file path=customXml/itemProps39.xml><?xml version="1.0" encoding="utf-8"?>
<ds:datastoreItem xmlns:ds="http://schemas.openxmlformats.org/officeDocument/2006/customXml" ds:itemID="{A4E13B6A-356D-42B6-B078-5310C838A3AE}">
  <ds:schemaRefs/>
</ds:datastoreItem>
</file>

<file path=customXml/itemProps40.xml><?xml version="1.0" encoding="utf-8"?>
<ds:datastoreItem xmlns:ds="http://schemas.openxmlformats.org/officeDocument/2006/customXml" ds:itemID="{E9E62D15-D804-407B-B4FE-347F4DCC64CA}">
  <ds:schemaRefs/>
</ds:datastoreItem>
</file>

<file path=customXml/itemProps41.xml><?xml version="1.0" encoding="utf-8"?>
<ds:datastoreItem xmlns:ds="http://schemas.openxmlformats.org/officeDocument/2006/customXml" ds:itemID="{27E50CCB-FA37-4BAB-A226-3DC3F5266DAD}">
  <ds:schemaRefs/>
</ds:datastoreItem>
</file>

<file path=customXml/itemProps42.xml><?xml version="1.0" encoding="utf-8"?>
<ds:datastoreItem xmlns:ds="http://schemas.openxmlformats.org/officeDocument/2006/customXml" ds:itemID="{49284AF3-76AF-49E8-9B7B-B088BBF42978}">
  <ds:schemaRefs/>
</ds:datastoreItem>
</file>

<file path=customXml/itemProps43.xml><?xml version="1.0" encoding="utf-8"?>
<ds:datastoreItem xmlns:ds="http://schemas.openxmlformats.org/officeDocument/2006/customXml" ds:itemID="{D6821A01-FC26-4F9F-9257-829918024C55}">
  <ds:schemaRefs/>
</ds:datastoreItem>
</file>

<file path=customXml/itemProps44.xml><?xml version="1.0" encoding="utf-8"?>
<ds:datastoreItem xmlns:ds="http://schemas.openxmlformats.org/officeDocument/2006/customXml" ds:itemID="{B81CA02B-9178-4BF5-A241-D21187E305BF}">
  <ds:schemaRefs/>
</ds:datastoreItem>
</file>

<file path=customXml/itemProps45.xml><?xml version="1.0" encoding="utf-8"?>
<ds:datastoreItem xmlns:ds="http://schemas.openxmlformats.org/officeDocument/2006/customXml" ds:itemID="{023B523D-2B92-4366-B6CA-1E9287A749F9}">
  <ds:schemaRefs/>
</ds:datastoreItem>
</file>

<file path=customXml/itemProps46.xml><?xml version="1.0" encoding="utf-8"?>
<ds:datastoreItem xmlns:ds="http://schemas.openxmlformats.org/officeDocument/2006/customXml" ds:itemID="{57ADFB86-1F12-44C7-8072-FCA4E26FFFFA}">
  <ds:schemaRefs/>
</ds:datastoreItem>
</file>

<file path=customXml/itemProps47.xml><?xml version="1.0" encoding="utf-8"?>
<ds:datastoreItem xmlns:ds="http://schemas.openxmlformats.org/officeDocument/2006/customXml" ds:itemID="{FD25373D-7D28-4B30-9EB6-EF3F4CB3DA27}">
  <ds:schemaRefs/>
</ds:datastoreItem>
</file>

<file path=customXml/itemProps48.xml><?xml version="1.0" encoding="utf-8"?>
<ds:datastoreItem xmlns:ds="http://schemas.openxmlformats.org/officeDocument/2006/customXml" ds:itemID="{CAF12700-83DF-4B6B-87F4-DA149E90D740}">
  <ds:schemaRefs/>
</ds:datastoreItem>
</file>

<file path=customXml/itemProps49.xml><?xml version="1.0" encoding="utf-8"?>
<ds:datastoreItem xmlns:ds="http://schemas.openxmlformats.org/officeDocument/2006/customXml" ds:itemID="{A6888765-BB87-4268-9B68-704F6EAFF716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01__temperatur_varme__10060_2024__alec</Template>
  <TotalTime>2118</TotalTime>
  <Words>1609</Words>
  <Application>Microsoft Office PowerPoint</Application>
  <PresentationFormat>Custom</PresentationFormat>
  <Paragraphs>394</Paragraphs>
  <Slides>35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Cambria Math</vt:lpstr>
      <vt:lpstr>Verdana</vt:lpstr>
      <vt:lpstr>Blank</vt:lpstr>
      <vt:lpstr>PowerPoint Presentation</vt:lpstr>
      <vt:lpstr>Gravitation</vt:lpstr>
      <vt:lpstr>Join the Vevox session</vt:lpstr>
      <vt:lpstr>Hvad lærte jeg sidst for længe siden?</vt:lpstr>
      <vt:lpstr>Hvad gælder for en jævn cirkelbevægelse?</vt:lpstr>
      <vt:lpstr>Hvad gælder for en jævn cirkelbevægelse?</vt:lpstr>
      <vt:lpstr>Hvad skal jeg lære i dag?</vt:lpstr>
      <vt:lpstr>Newtons gravitationslov</vt:lpstr>
      <vt:lpstr>Tyngdeaccelerationen på Jordens overflade</vt:lpstr>
      <vt:lpstr> </vt:lpstr>
      <vt:lpstr> </vt:lpstr>
      <vt:lpstr>Tyngdekraften er konservativ</vt:lpstr>
      <vt:lpstr> </vt:lpstr>
      <vt:lpstr> </vt:lpstr>
      <vt:lpstr>Det gravitationelle potential</vt:lpstr>
      <vt:lpstr>Hvilke(t) udsagn er sand(e)?</vt:lpstr>
      <vt:lpstr>Hvilke(t) udsagn er sand(e)?</vt:lpstr>
      <vt:lpstr>Gravitationel energibevarelse</vt:lpstr>
      <vt:lpstr>Undvigelseshastighed</vt:lpstr>
      <vt:lpstr>Hvad skal jeg lære i dag?</vt:lpstr>
      <vt:lpstr>Kredsløb</vt:lpstr>
      <vt:lpstr>Kredsløb</vt:lpstr>
      <vt:lpstr>Hvad skal kridtets fart være for at være i kredsløb (km/s)?</vt:lpstr>
      <vt:lpstr>Hvad skal kridtets fart være for at være i kredsløb (km/s)?</vt:lpstr>
      <vt:lpstr>Kredsløb</vt:lpstr>
      <vt:lpstr>Keplers Love</vt:lpstr>
      <vt:lpstr>Banen for en planet er en ellipse med Solen i et af de to brændpunkter</vt:lpstr>
      <vt:lpstr>Et linjesegment, der forbinder en planet og Solen, udspænder lige store arealer i lige tidsintervaller</vt:lpstr>
      <vt:lpstr>Hvad gælder om farten i en elliptisk kredsløbsbevægelse (hvor der er impulsmomentbevarelse)</vt:lpstr>
      <vt:lpstr>Hvad gælder om farten i en elliptisk kredsløbsbevægelse (hvor der er impulsmomentbevarelse)</vt:lpstr>
      <vt:lpstr>Kvadratet på en planets omløbstid er proportionalt med tredje potens af længden på den halve store akse i dens bane</vt:lpstr>
      <vt:lpstr>Einstein’s gravitationsteori</vt:lpstr>
      <vt:lpstr>Sorte huller</vt:lpstr>
      <vt:lpstr>Hvad skal jeg lære i dag?</vt:lpstr>
      <vt:lpstr>Ligninger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Alexander Simon Thrysøe</dc:creator>
  <cp:lastModifiedBy>Alexander Simon Thrysøe</cp:lastModifiedBy>
  <cp:revision>17</cp:revision>
  <dcterms:created xsi:type="dcterms:W3CDTF">2024-08-12T09:15:35Z</dcterms:created>
  <dcterms:modified xsi:type="dcterms:W3CDTF">2025-10-04T20:46:24Z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dIsCodeFreeTemplate">
    <vt:lpwstr>True</vt:lpwstr>
  </property>
  <property fmtid="{D5CDD505-2E9C-101B-9397-08002B2CF9AE}" pid="3" name="TemplafyTimeStamp">
    <vt:lpwstr>2019-06-10T12:57:05.6036816Z</vt:lpwstr>
  </property>
  <property fmtid="{D5CDD505-2E9C-101B-9397-08002B2CF9AE}" pid="4" name="ContentTypeId">
    <vt:lpwstr>0x0101009ADA1FD2B40FDA458284BB6FCA763489</vt:lpwstr>
  </property>
</Properties>
</file>