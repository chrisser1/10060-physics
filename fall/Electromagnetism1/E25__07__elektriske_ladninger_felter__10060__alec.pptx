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8"/>
  </p:sldMasterIdLst>
  <p:notesMasterIdLst>
    <p:notesMasterId r:id="rId83"/>
  </p:notesMasterIdLst>
  <p:handoutMasterIdLst>
    <p:handoutMasterId r:id="rId84"/>
  </p:handoutMasterIdLst>
  <p:sldIdLst>
    <p:sldId id="256" r:id="rId49"/>
    <p:sldId id="260" r:id="rId50"/>
    <p:sldId id="579" r:id="rId51"/>
    <p:sldId id="580" r:id="rId52"/>
    <p:sldId id="581" r:id="rId53"/>
    <p:sldId id="550" r:id="rId54"/>
    <p:sldId id="555" r:id="rId55"/>
    <p:sldId id="556" r:id="rId56"/>
    <p:sldId id="557" r:id="rId57"/>
    <p:sldId id="578" r:id="rId58"/>
    <p:sldId id="588" r:id="rId59"/>
    <p:sldId id="589" r:id="rId60"/>
    <p:sldId id="561" r:id="rId61"/>
    <p:sldId id="551" r:id="rId62"/>
    <p:sldId id="590" r:id="rId63"/>
    <p:sldId id="591" r:id="rId64"/>
    <p:sldId id="567" r:id="rId65"/>
    <p:sldId id="558" r:id="rId66"/>
    <p:sldId id="583" r:id="rId67"/>
    <p:sldId id="584" r:id="rId68"/>
    <p:sldId id="571" r:id="rId69"/>
    <p:sldId id="565" r:id="rId70"/>
    <p:sldId id="596" r:id="rId71"/>
    <p:sldId id="568" r:id="rId72"/>
    <p:sldId id="569" r:id="rId73"/>
    <p:sldId id="595" r:id="rId74"/>
    <p:sldId id="585" r:id="rId75"/>
    <p:sldId id="586" r:id="rId76"/>
    <p:sldId id="594" r:id="rId77"/>
    <p:sldId id="570" r:id="rId78"/>
    <p:sldId id="572" r:id="rId79"/>
    <p:sldId id="592" r:id="rId80"/>
    <p:sldId id="593" r:id="rId81"/>
    <p:sldId id="573" r:id="rId82"/>
  </p:sldIdLst>
  <p:sldSz cx="12190413" cy="6858000"/>
  <p:notesSz cx="6858000" cy="9144000"/>
  <p:custDataLst>
    <p:tags r:id="rId85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351"/>
    <a:srgbClr val="0B0C0E"/>
    <a:srgbClr val="79238E"/>
    <a:srgbClr val="008737"/>
    <a:srgbClr val="F7BCB3"/>
    <a:srgbClr val="FC7634"/>
    <a:srgbClr val="F6D04D"/>
    <a:srgbClr val="171748"/>
    <a:srgbClr val="1FD082"/>
    <a:srgbClr val="2F3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5A6DD-9DFF-411A-9B0E-83ACA6A2BFB4}" v="59" dt="2025-10-17T20:56:30.765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0627" autoAdjust="0"/>
  </p:normalViewPr>
  <p:slideViewPr>
    <p:cSldViewPr showGuides="1">
      <p:cViewPr varScale="1">
        <p:scale>
          <a:sx n="59" d="100"/>
          <a:sy n="59" d="100"/>
        </p:scale>
        <p:origin x="72" y="28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slide" Target="slides/slide15.xml"/><Relationship Id="rId68" Type="http://schemas.openxmlformats.org/officeDocument/2006/relationships/slide" Target="slides/slide20.xml"/><Relationship Id="rId84" Type="http://schemas.openxmlformats.org/officeDocument/2006/relationships/handoutMaster" Target="handoutMasters/handoutMaster1.xml"/><Relationship Id="rId89" Type="http://schemas.openxmlformats.org/officeDocument/2006/relationships/tableStyles" Target="tableStyles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slide" Target="slides/slide5.xml"/><Relationship Id="rId58" Type="http://schemas.openxmlformats.org/officeDocument/2006/relationships/slide" Target="slides/slide10.xml"/><Relationship Id="rId74" Type="http://schemas.openxmlformats.org/officeDocument/2006/relationships/slide" Target="slides/slide26.xml"/><Relationship Id="rId79" Type="http://schemas.openxmlformats.org/officeDocument/2006/relationships/slide" Target="slides/slide31.xml"/><Relationship Id="rId5" Type="http://schemas.openxmlformats.org/officeDocument/2006/relationships/customXml" Target="../customXml/item5.xml"/><Relationship Id="rId90" Type="http://schemas.microsoft.com/office/2016/11/relationships/changesInfo" Target="changesInfos/changesInfo1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slideMaster" Target="slideMasters/slideMaster1.xml"/><Relationship Id="rId56" Type="http://schemas.openxmlformats.org/officeDocument/2006/relationships/slide" Target="slides/slide8.xml"/><Relationship Id="rId64" Type="http://schemas.openxmlformats.org/officeDocument/2006/relationships/slide" Target="slides/slide16.xml"/><Relationship Id="rId69" Type="http://schemas.openxmlformats.org/officeDocument/2006/relationships/slide" Target="slides/slide21.xml"/><Relationship Id="rId77" Type="http://schemas.openxmlformats.org/officeDocument/2006/relationships/slide" Target="slides/slide29.xml"/><Relationship Id="rId8" Type="http://schemas.openxmlformats.org/officeDocument/2006/relationships/customXml" Target="../customXml/item8.xml"/><Relationship Id="rId51" Type="http://schemas.openxmlformats.org/officeDocument/2006/relationships/slide" Target="slides/slide3.xml"/><Relationship Id="rId72" Type="http://schemas.openxmlformats.org/officeDocument/2006/relationships/slide" Target="slides/slide24.xml"/><Relationship Id="rId80" Type="http://schemas.openxmlformats.org/officeDocument/2006/relationships/slide" Target="slides/slide32.xml"/><Relationship Id="rId85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slide" Target="slides/slide11.xml"/><Relationship Id="rId67" Type="http://schemas.openxmlformats.org/officeDocument/2006/relationships/slide" Target="slides/slide19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slide" Target="slides/slide6.xml"/><Relationship Id="rId62" Type="http://schemas.openxmlformats.org/officeDocument/2006/relationships/slide" Target="slides/slide14.xml"/><Relationship Id="rId70" Type="http://schemas.openxmlformats.org/officeDocument/2006/relationships/slide" Target="slides/slide22.xml"/><Relationship Id="rId75" Type="http://schemas.openxmlformats.org/officeDocument/2006/relationships/slide" Target="slides/slide27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1.xml"/><Relationship Id="rId57" Type="http://schemas.openxmlformats.org/officeDocument/2006/relationships/slide" Target="slides/slide9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slide" Target="slides/slide4.xml"/><Relationship Id="rId60" Type="http://schemas.openxmlformats.org/officeDocument/2006/relationships/slide" Target="slides/slide12.xml"/><Relationship Id="rId65" Type="http://schemas.openxmlformats.org/officeDocument/2006/relationships/slide" Target="slides/slide17.xml"/><Relationship Id="rId73" Type="http://schemas.openxmlformats.org/officeDocument/2006/relationships/slide" Target="slides/slide25.xml"/><Relationship Id="rId78" Type="http://schemas.openxmlformats.org/officeDocument/2006/relationships/slide" Target="slides/slide30.xml"/><Relationship Id="rId81" Type="http://schemas.openxmlformats.org/officeDocument/2006/relationships/slide" Target="slides/slide33.xml"/><Relationship Id="rId86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slide" Target="slides/slide2.xml"/><Relationship Id="rId55" Type="http://schemas.openxmlformats.org/officeDocument/2006/relationships/slide" Target="slides/slide7.xml"/><Relationship Id="rId76" Type="http://schemas.openxmlformats.org/officeDocument/2006/relationships/slide" Target="slides/slide28.xml"/><Relationship Id="rId7" Type="http://schemas.openxmlformats.org/officeDocument/2006/relationships/customXml" Target="../customXml/item7.xml"/><Relationship Id="rId71" Type="http://schemas.openxmlformats.org/officeDocument/2006/relationships/slide" Target="slides/slide23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slide" Target="slides/slide18.xml"/><Relationship Id="rId87" Type="http://schemas.openxmlformats.org/officeDocument/2006/relationships/viewProps" Target="viewProps.xml"/><Relationship Id="rId61" Type="http://schemas.openxmlformats.org/officeDocument/2006/relationships/slide" Target="slides/slide13.xml"/><Relationship Id="rId82" Type="http://schemas.openxmlformats.org/officeDocument/2006/relationships/slide" Target="slides/slide34.xml"/><Relationship Id="rId19" Type="http://schemas.openxmlformats.org/officeDocument/2006/relationships/customXml" Target="../customXml/item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Simon Thrysøe" userId="3f9b9528-1df8-4235-9262-8bdb6141b1d9" providerId="ADAL" clId="{45C9CCB0-01C4-4662-962D-7EB51A4BA1E1}"/>
    <pc:docChg chg="undo custSel addSld delSld modSld sldOrd">
      <pc:chgData name="Alexander Simon Thrysøe" userId="3f9b9528-1df8-4235-9262-8bdb6141b1d9" providerId="ADAL" clId="{45C9CCB0-01C4-4662-962D-7EB51A4BA1E1}" dt="2025-10-17T20:59:57.231" v="4155" actId="47"/>
      <pc:docMkLst>
        <pc:docMk/>
      </pc:docMkLst>
      <pc:sldChg chg="addSp delSp modSp mod">
        <pc:chgData name="Alexander Simon Thrysøe" userId="3f9b9528-1df8-4235-9262-8bdb6141b1d9" providerId="ADAL" clId="{45C9CCB0-01C4-4662-962D-7EB51A4BA1E1}" dt="2025-10-17T20:52:56.414" v="4051"/>
        <pc:sldMkLst>
          <pc:docMk/>
          <pc:sldMk cId="1635377456" sldId="579"/>
        </pc:sldMkLst>
        <pc:spChg chg="mod">
          <ac:chgData name="Alexander Simon Thrysøe" userId="3f9b9528-1df8-4235-9262-8bdb6141b1d9" providerId="ADAL" clId="{45C9CCB0-01C4-4662-962D-7EB51A4BA1E1}" dt="2025-10-17T20:52:53.260" v="96"/>
          <ac:spMkLst>
            <pc:docMk/>
            <pc:sldMk cId="1635377456" sldId="579"/>
            <ac:spMk id="4" creationId="{188158A2-97C5-4834-96E8-FB267A46F467}"/>
          </ac:spMkLst>
        </pc:spChg>
        <pc:spChg chg="del">
          <ac:chgData name="Alexander Simon Thrysøe" userId="3f9b9528-1df8-4235-9262-8bdb6141b1d9" providerId="ADAL" clId="{45C9CCB0-01C4-4662-962D-7EB51A4BA1E1}" dt="2025-10-17T20:52:53.577" v="103"/>
          <ac:spMkLst>
            <pc:docMk/>
            <pc:sldMk cId="1635377456" sldId="579"/>
            <ac:spMk id="6" creationId="{4F31D31A-E4E3-47FC-8893-B4B49746EBBD}"/>
          </ac:spMkLst>
        </pc:spChg>
        <pc:spChg chg="del">
          <ac:chgData name="Alexander Simon Thrysøe" userId="3f9b9528-1df8-4235-9262-8bdb6141b1d9" providerId="ADAL" clId="{45C9CCB0-01C4-4662-962D-7EB51A4BA1E1}" dt="2025-10-17T20:52:53.577" v="104"/>
          <ac:spMkLst>
            <pc:docMk/>
            <pc:sldMk cId="1635377456" sldId="579"/>
            <ac:spMk id="7" creationId="{25F28835-B7DE-42A2-AFE6-2CE4D167EF76}"/>
          </ac:spMkLst>
        </pc:spChg>
        <pc:spChg chg="del">
          <ac:chgData name="Alexander Simon Thrysøe" userId="3f9b9528-1df8-4235-9262-8bdb6141b1d9" providerId="ADAL" clId="{45C9CCB0-01C4-4662-962D-7EB51A4BA1E1}" dt="2025-10-17T20:52:53.577" v="105"/>
          <ac:spMkLst>
            <pc:docMk/>
            <pc:sldMk cId="1635377456" sldId="579"/>
            <ac:spMk id="8" creationId="{6595267A-527B-4EEC-BA0A-3D7BDCB6239D}"/>
          </ac:spMkLst>
        </pc:spChg>
        <pc:spChg chg="del">
          <ac:chgData name="Alexander Simon Thrysøe" userId="3f9b9528-1df8-4235-9262-8bdb6141b1d9" providerId="ADAL" clId="{45C9CCB0-01C4-4662-962D-7EB51A4BA1E1}" dt="2025-10-17T20:52:53.577" v="106"/>
          <ac:spMkLst>
            <pc:docMk/>
            <pc:sldMk cId="1635377456" sldId="579"/>
            <ac:spMk id="9" creationId="{7951D09F-1CAD-44DB-A974-B618EC46ADE6}"/>
          </ac:spMkLst>
        </pc:spChg>
        <pc:spChg chg="del">
          <ac:chgData name="Alexander Simon Thrysøe" userId="3f9b9528-1df8-4235-9262-8bdb6141b1d9" providerId="ADAL" clId="{45C9CCB0-01C4-4662-962D-7EB51A4BA1E1}" dt="2025-10-17T20:52:53.577" v="107"/>
          <ac:spMkLst>
            <pc:docMk/>
            <pc:sldMk cId="1635377456" sldId="579"/>
            <ac:spMk id="10" creationId="{B6603FFC-418B-4CD2-AAB0-7348A9FEE37C}"/>
          </ac:spMkLst>
        </pc:spChg>
        <pc:spChg chg="del">
          <ac:chgData name="Alexander Simon Thrysøe" userId="3f9b9528-1df8-4235-9262-8bdb6141b1d9" providerId="ADAL" clId="{45C9CCB0-01C4-4662-962D-7EB51A4BA1E1}" dt="2025-10-17T20:52:53.577" v="108"/>
          <ac:spMkLst>
            <pc:docMk/>
            <pc:sldMk cId="1635377456" sldId="579"/>
            <ac:spMk id="11" creationId="{F6B6157B-49F6-4C4C-B790-1E04249F0F7D}"/>
          </ac:spMkLst>
        </pc:spChg>
        <pc:spChg chg="del">
          <ac:chgData name="Alexander Simon Thrysøe" userId="3f9b9528-1df8-4235-9262-8bdb6141b1d9" providerId="ADAL" clId="{45C9CCB0-01C4-4662-962D-7EB51A4BA1E1}" dt="2025-10-17T20:52:53.577" v="109"/>
          <ac:spMkLst>
            <pc:docMk/>
            <pc:sldMk cId="1635377456" sldId="579"/>
            <ac:spMk id="12" creationId="{C959869B-4136-49FC-A9D3-BB89D4BEBE05}"/>
          </ac:spMkLst>
        </pc:spChg>
        <pc:spChg chg="del">
          <ac:chgData name="Alexander Simon Thrysøe" userId="3f9b9528-1df8-4235-9262-8bdb6141b1d9" providerId="ADAL" clId="{45C9CCB0-01C4-4662-962D-7EB51A4BA1E1}" dt="2025-10-17T20:52:53.577" v="110"/>
          <ac:spMkLst>
            <pc:docMk/>
            <pc:sldMk cId="1635377456" sldId="579"/>
            <ac:spMk id="13" creationId="{04971B38-1FEE-4898-8BD6-60C532A40F41}"/>
          </ac:spMkLst>
        </pc:spChg>
        <pc:spChg chg="del">
          <ac:chgData name="Alexander Simon Thrysøe" userId="3f9b9528-1df8-4235-9262-8bdb6141b1d9" providerId="ADAL" clId="{45C9CCB0-01C4-4662-962D-7EB51A4BA1E1}" dt="2025-10-17T20:52:53.577" v="111"/>
          <ac:spMkLst>
            <pc:docMk/>
            <pc:sldMk cId="1635377456" sldId="579"/>
            <ac:spMk id="14" creationId="{F80D177C-14DC-438D-B516-2A7B868C2BE1}"/>
          </ac:spMkLst>
        </pc:spChg>
        <pc:spChg chg="del">
          <ac:chgData name="Alexander Simon Thrysøe" userId="3f9b9528-1df8-4235-9262-8bdb6141b1d9" providerId="ADAL" clId="{45C9CCB0-01C4-4662-962D-7EB51A4BA1E1}" dt="2025-10-17T20:52:53.577" v="112"/>
          <ac:spMkLst>
            <pc:docMk/>
            <pc:sldMk cId="1635377456" sldId="579"/>
            <ac:spMk id="15" creationId="{415E192A-8E88-4B4D-AA9B-6D2AE40C6E5C}"/>
          </ac:spMkLst>
        </pc:spChg>
        <pc:spChg chg="del">
          <ac:chgData name="Alexander Simon Thrysøe" userId="3f9b9528-1df8-4235-9262-8bdb6141b1d9" providerId="ADAL" clId="{45C9CCB0-01C4-4662-962D-7EB51A4BA1E1}" dt="2025-10-17T20:52:53.592" v="113"/>
          <ac:spMkLst>
            <pc:docMk/>
            <pc:sldMk cId="1635377456" sldId="579"/>
            <ac:spMk id="16" creationId="{A5B91884-E11F-42EF-BFD9-1D97D5EA1071}"/>
          </ac:spMkLst>
        </pc:spChg>
        <pc:spChg chg="del">
          <ac:chgData name="Alexander Simon Thrysøe" userId="3f9b9528-1df8-4235-9262-8bdb6141b1d9" providerId="ADAL" clId="{45C9CCB0-01C4-4662-962D-7EB51A4BA1E1}" dt="2025-10-17T20:52:53.593" v="114"/>
          <ac:spMkLst>
            <pc:docMk/>
            <pc:sldMk cId="1635377456" sldId="579"/>
            <ac:spMk id="17" creationId="{55B9FF7D-A4C4-43F7-A392-1943F3E6AAD9}"/>
          </ac:spMkLst>
        </pc:spChg>
        <pc:spChg chg="del">
          <ac:chgData name="Alexander Simon Thrysøe" userId="3f9b9528-1df8-4235-9262-8bdb6141b1d9" providerId="ADAL" clId="{45C9CCB0-01C4-4662-962D-7EB51A4BA1E1}" dt="2025-10-17T20:52:53.593" v="115"/>
          <ac:spMkLst>
            <pc:docMk/>
            <pc:sldMk cId="1635377456" sldId="579"/>
            <ac:spMk id="18" creationId="{65D699E4-71E1-44E1-9DAA-1C42354913E5}"/>
          </ac:spMkLst>
        </pc:spChg>
        <pc:spChg chg="del">
          <ac:chgData name="Alexander Simon Thrysøe" userId="3f9b9528-1df8-4235-9262-8bdb6141b1d9" providerId="ADAL" clId="{45C9CCB0-01C4-4662-962D-7EB51A4BA1E1}" dt="2025-10-17T20:52:53.593" v="116"/>
          <ac:spMkLst>
            <pc:docMk/>
            <pc:sldMk cId="1635377456" sldId="579"/>
            <ac:spMk id="19" creationId="{A801E5B7-FD53-470B-9A6F-01CFDE68DB45}"/>
          </ac:spMkLst>
        </pc:spChg>
        <pc:spChg chg="del">
          <ac:chgData name="Alexander Simon Thrysøe" userId="3f9b9528-1df8-4235-9262-8bdb6141b1d9" providerId="ADAL" clId="{45C9CCB0-01C4-4662-962D-7EB51A4BA1E1}" dt="2025-10-17T20:52:53.593" v="117"/>
          <ac:spMkLst>
            <pc:docMk/>
            <pc:sldMk cId="1635377456" sldId="579"/>
            <ac:spMk id="20" creationId="{70035045-0A48-4114-AB99-4E4A87E4C1FE}"/>
          </ac:spMkLst>
        </pc:spChg>
        <pc:spChg chg="del">
          <ac:chgData name="Alexander Simon Thrysøe" userId="3f9b9528-1df8-4235-9262-8bdb6141b1d9" providerId="ADAL" clId="{45C9CCB0-01C4-4662-962D-7EB51A4BA1E1}" dt="2025-10-17T20:52:53.593" v="118"/>
          <ac:spMkLst>
            <pc:docMk/>
            <pc:sldMk cId="1635377456" sldId="579"/>
            <ac:spMk id="21" creationId="{D4D564A1-3138-48EF-A154-F419F6975E13}"/>
          </ac:spMkLst>
        </pc:spChg>
        <pc:spChg chg="del">
          <ac:chgData name="Alexander Simon Thrysøe" userId="3f9b9528-1df8-4235-9262-8bdb6141b1d9" providerId="ADAL" clId="{45C9CCB0-01C4-4662-962D-7EB51A4BA1E1}" dt="2025-10-17T20:52:53.593" v="119"/>
          <ac:spMkLst>
            <pc:docMk/>
            <pc:sldMk cId="1635377456" sldId="579"/>
            <ac:spMk id="22" creationId="{83013B18-3D18-497C-9A9E-C4B298F629BE}"/>
          </ac:spMkLst>
        </pc:spChg>
        <pc:spChg chg="del">
          <ac:chgData name="Alexander Simon Thrysøe" userId="3f9b9528-1df8-4235-9262-8bdb6141b1d9" providerId="ADAL" clId="{45C9CCB0-01C4-4662-962D-7EB51A4BA1E1}" dt="2025-10-17T20:52:53.593" v="120"/>
          <ac:spMkLst>
            <pc:docMk/>
            <pc:sldMk cId="1635377456" sldId="579"/>
            <ac:spMk id="23" creationId="{BE6F70D7-FD7B-4315-9D77-2AC413CF48CA}"/>
          </ac:spMkLst>
        </pc:spChg>
        <pc:spChg chg="del">
          <ac:chgData name="Alexander Simon Thrysøe" userId="3f9b9528-1df8-4235-9262-8bdb6141b1d9" providerId="ADAL" clId="{45C9CCB0-01C4-4662-962D-7EB51A4BA1E1}" dt="2025-10-17T20:52:53.593" v="121"/>
          <ac:spMkLst>
            <pc:docMk/>
            <pc:sldMk cId="1635377456" sldId="579"/>
            <ac:spMk id="24" creationId="{E6C0817F-91C1-4D31-AB47-F0DC34621E94}"/>
          </ac:spMkLst>
        </pc:spChg>
        <pc:spChg chg="del">
          <ac:chgData name="Alexander Simon Thrysøe" userId="3f9b9528-1df8-4235-9262-8bdb6141b1d9" providerId="ADAL" clId="{45C9CCB0-01C4-4662-962D-7EB51A4BA1E1}" dt="2025-10-17T20:52:53.593" v="122"/>
          <ac:spMkLst>
            <pc:docMk/>
            <pc:sldMk cId="1635377456" sldId="579"/>
            <ac:spMk id="25" creationId="{1614BB41-45CF-4686-97EF-AE41800D9F33}"/>
          </ac:spMkLst>
        </pc:spChg>
        <pc:spChg chg="del">
          <ac:chgData name="Alexander Simon Thrysøe" userId="3f9b9528-1df8-4235-9262-8bdb6141b1d9" providerId="ADAL" clId="{45C9CCB0-01C4-4662-962D-7EB51A4BA1E1}" dt="2025-10-17T20:52:53.593" v="123"/>
          <ac:spMkLst>
            <pc:docMk/>
            <pc:sldMk cId="1635377456" sldId="579"/>
            <ac:spMk id="26" creationId="{4ACB2E0D-83D2-48C5-855C-4051316E4DE6}"/>
          </ac:spMkLst>
        </pc:spChg>
        <pc:spChg chg="del">
          <ac:chgData name="Alexander Simon Thrysøe" userId="3f9b9528-1df8-4235-9262-8bdb6141b1d9" providerId="ADAL" clId="{45C9CCB0-01C4-4662-962D-7EB51A4BA1E1}" dt="2025-10-17T20:52:53.593" v="124"/>
          <ac:spMkLst>
            <pc:docMk/>
            <pc:sldMk cId="1635377456" sldId="579"/>
            <ac:spMk id="27" creationId="{470B761F-7C26-47D1-AB4E-4E9BF7A654CC}"/>
          </ac:spMkLst>
        </pc:spChg>
        <pc:spChg chg="del">
          <ac:chgData name="Alexander Simon Thrysøe" userId="3f9b9528-1df8-4235-9262-8bdb6141b1d9" providerId="ADAL" clId="{45C9CCB0-01C4-4662-962D-7EB51A4BA1E1}" dt="2025-10-17T20:52:53.593" v="125"/>
          <ac:spMkLst>
            <pc:docMk/>
            <pc:sldMk cId="1635377456" sldId="579"/>
            <ac:spMk id="28" creationId="{66667CF3-BF24-4090-BBB7-6A8D9478971A}"/>
          </ac:spMkLst>
        </pc:spChg>
        <pc:spChg chg="del">
          <ac:chgData name="Alexander Simon Thrysøe" userId="3f9b9528-1df8-4235-9262-8bdb6141b1d9" providerId="ADAL" clId="{45C9CCB0-01C4-4662-962D-7EB51A4BA1E1}" dt="2025-10-17T20:52:53.593" v="126"/>
          <ac:spMkLst>
            <pc:docMk/>
            <pc:sldMk cId="1635377456" sldId="579"/>
            <ac:spMk id="29" creationId="{FFFE0CBA-A616-4770-8576-83D30576BFEC}"/>
          </ac:spMkLst>
        </pc:spChg>
        <pc:spChg chg="del">
          <ac:chgData name="Alexander Simon Thrysøe" userId="3f9b9528-1df8-4235-9262-8bdb6141b1d9" providerId="ADAL" clId="{45C9CCB0-01C4-4662-962D-7EB51A4BA1E1}" dt="2025-10-17T20:52:53.593" v="127"/>
          <ac:spMkLst>
            <pc:docMk/>
            <pc:sldMk cId="1635377456" sldId="579"/>
            <ac:spMk id="30" creationId="{F3C81C4A-0459-4352-9E45-B12D58477DB9}"/>
          </ac:spMkLst>
        </pc:spChg>
        <pc:spChg chg="del">
          <ac:chgData name="Alexander Simon Thrysøe" userId="3f9b9528-1df8-4235-9262-8bdb6141b1d9" providerId="ADAL" clId="{45C9CCB0-01C4-4662-962D-7EB51A4BA1E1}" dt="2025-10-17T20:52:53.593" v="128"/>
          <ac:spMkLst>
            <pc:docMk/>
            <pc:sldMk cId="1635377456" sldId="579"/>
            <ac:spMk id="31" creationId="{9ADA9256-44F9-48A5-8C1C-297A5869D848}"/>
          </ac:spMkLst>
        </pc:spChg>
        <pc:spChg chg="del">
          <ac:chgData name="Alexander Simon Thrysøe" userId="3f9b9528-1df8-4235-9262-8bdb6141b1d9" providerId="ADAL" clId="{45C9CCB0-01C4-4662-962D-7EB51A4BA1E1}" dt="2025-10-17T20:52:53.593" v="129"/>
          <ac:spMkLst>
            <pc:docMk/>
            <pc:sldMk cId="1635377456" sldId="579"/>
            <ac:spMk id="32" creationId="{513F8072-1AD0-4AC8-B393-4FC3C3B79F0A}"/>
          </ac:spMkLst>
        </pc:spChg>
        <pc:spChg chg="del">
          <ac:chgData name="Alexander Simon Thrysøe" userId="3f9b9528-1df8-4235-9262-8bdb6141b1d9" providerId="ADAL" clId="{45C9CCB0-01C4-4662-962D-7EB51A4BA1E1}" dt="2025-10-17T20:52:53.593" v="130"/>
          <ac:spMkLst>
            <pc:docMk/>
            <pc:sldMk cId="1635377456" sldId="579"/>
            <ac:spMk id="33" creationId="{03E830CA-7CF1-4330-B58C-19474EDF9216}"/>
          </ac:spMkLst>
        </pc:spChg>
        <pc:spChg chg="del">
          <ac:chgData name="Alexander Simon Thrysøe" userId="3f9b9528-1df8-4235-9262-8bdb6141b1d9" providerId="ADAL" clId="{45C9CCB0-01C4-4662-962D-7EB51A4BA1E1}" dt="2025-10-17T20:52:53.593" v="131"/>
          <ac:spMkLst>
            <pc:docMk/>
            <pc:sldMk cId="1635377456" sldId="579"/>
            <ac:spMk id="34" creationId="{AB604DE3-D29C-4D6D-9EC3-75DC4E3567CE}"/>
          </ac:spMkLst>
        </pc:spChg>
        <pc:spChg chg="del">
          <ac:chgData name="Alexander Simon Thrysøe" userId="3f9b9528-1df8-4235-9262-8bdb6141b1d9" providerId="ADAL" clId="{45C9CCB0-01C4-4662-962D-7EB51A4BA1E1}" dt="2025-10-17T20:52:53.593" v="132"/>
          <ac:spMkLst>
            <pc:docMk/>
            <pc:sldMk cId="1635377456" sldId="579"/>
            <ac:spMk id="35" creationId="{69E11727-85BE-4977-AE84-DA15CFE4E931}"/>
          </ac:spMkLst>
        </pc:spChg>
        <pc:spChg chg="del">
          <ac:chgData name="Alexander Simon Thrysøe" userId="3f9b9528-1df8-4235-9262-8bdb6141b1d9" providerId="ADAL" clId="{45C9CCB0-01C4-4662-962D-7EB51A4BA1E1}" dt="2025-10-17T20:52:53.593" v="133"/>
          <ac:spMkLst>
            <pc:docMk/>
            <pc:sldMk cId="1635377456" sldId="579"/>
            <ac:spMk id="36" creationId="{FCF35862-C193-43CD-AB4C-04B36A736804}"/>
          </ac:spMkLst>
        </pc:spChg>
        <pc:spChg chg="del">
          <ac:chgData name="Alexander Simon Thrysøe" userId="3f9b9528-1df8-4235-9262-8bdb6141b1d9" providerId="ADAL" clId="{45C9CCB0-01C4-4662-962D-7EB51A4BA1E1}" dt="2025-10-17T20:52:53.593" v="134"/>
          <ac:spMkLst>
            <pc:docMk/>
            <pc:sldMk cId="1635377456" sldId="579"/>
            <ac:spMk id="37" creationId="{3861234D-8581-4477-9953-DC6B8381AF74}"/>
          </ac:spMkLst>
        </pc:spChg>
        <pc:spChg chg="del">
          <ac:chgData name="Alexander Simon Thrysøe" userId="3f9b9528-1df8-4235-9262-8bdb6141b1d9" providerId="ADAL" clId="{45C9CCB0-01C4-4662-962D-7EB51A4BA1E1}" dt="2025-10-17T20:52:53.593" v="135"/>
          <ac:spMkLst>
            <pc:docMk/>
            <pc:sldMk cId="1635377456" sldId="579"/>
            <ac:spMk id="38" creationId="{A001D5A8-651B-4AAA-8D1C-FE45F8C06888}"/>
          </ac:spMkLst>
        </pc:spChg>
        <pc:spChg chg="del">
          <ac:chgData name="Alexander Simon Thrysøe" userId="3f9b9528-1df8-4235-9262-8bdb6141b1d9" providerId="ADAL" clId="{45C9CCB0-01C4-4662-962D-7EB51A4BA1E1}" dt="2025-10-17T20:52:53.593" v="136"/>
          <ac:spMkLst>
            <pc:docMk/>
            <pc:sldMk cId="1635377456" sldId="579"/>
            <ac:spMk id="39" creationId="{74128AEA-828F-454E-823F-0BEFD3B09C75}"/>
          </ac:spMkLst>
        </pc:spChg>
        <pc:spChg chg="del">
          <ac:chgData name="Alexander Simon Thrysøe" userId="3f9b9528-1df8-4235-9262-8bdb6141b1d9" providerId="ADAL" clId="{45C9CCB0-01C4-4662-962D-7EB51A4BA1E1}" dt="2025-10-17T20:52:53.593" v="137"/>
          <ac:spMkLst>
            <pc:docMk/>
            <pc:sldMk cId="1635377456" sldId="579"/>
            <ac:spMk id="40" creationId="{2CD86174-FEAC-4A5B-966D-8FB3CAD6D38B}"/>
          </ac:spMkLst>
        </pc:spChg>
        <pc:spChg chg="del">
          <ac:chgData name="Alexander Simon Thrysøe" userId="3f9b9528-1df8-4235-9262-8bdb6141b1d9" providerId="ADAL" clId="{45C9CCB0-01C4-4662-962D-7EB51A4BA1E1}" dt="2025-10-17T20:52:53.593" v="138"/>
          <ac:spMkLst>
            <pc:docMk/>
            <pc:sldMk cId="1635377456" sldId="579"/>
            <ac:spMk id="41" creationId="{2BE626D7-21F7-47F8-A7EB-9E0465641339}"/>
          </ac:spMkLst>
        </pc:spChg>
        <pc:spChg chg="del">
          <ac:chgData name="Alexander Simon Thrysøe" userId="3f9b9528-1df8-4235-9262-8bdb6141b1d9" providerId="ADAL" clId="{45C9CCB0-01C4-4662-962D-7EB51A4BA1E1}" dt="2025-10-17T20:52:53.593" v="139"/>
          <ac:spMkLst>
            <pc:docMk/>
            <pc:sldMk cId="1635377456" sldId="579"/>
            <ac:spMk id="42" creationId="{6EAFD324-7236-4924-BE1D-334495C2AA5E}"/>
          </ac:spMkLst>
        </pc:spChg>
        <pc:spChg chg="del">
          <ac:chgData name="Alexander Simon Thrysøe" userId="3f9b9528-1df8-4235-9262-8bdb6141b1d9" providerId="ADAL" clId="{45C9CCB0-01C4-4662-962D-7EB51A4BA1E1}" dt="2025-10-17T20:52:53.593" v="140"/>
          <ac:spMkLst>
            <pc:docMk/>
            <pc:sldMk cId="1635377456" sldId="579"/>
            <ac:spMk id="43" creationId="{F162E88C-5EBC-4F74-8D12-C8D2239D2878}"/>
          </ac:spMkLst>
        </pc:spChg>
        <pc:spChg chg="del">
          <ac:chgData name="Alexander Simon Thrysøe" userId="3f9b9528-1df8-4235-9262-8bdb6141b1d9" providerId="ADAL" clId="{45C9CCB0-01C4-4662-962D-7EB51A4BA1E1}" dt="2025-10-17T20:52:53.593" v="141"/>
          <ac:spMkLst>
            <pc:docMk/>
            <pc:sldMk cId="1635377456" sldId="579"/>
            <ac:spMk id="44" creationId="{1044FE69-772C-4C7C-AE45-33095DDDED1F}"/>
          </ac:spMkLst>
        </pc:spChg>
        <pc:spChg chg="del">
          <ac:chgData name="Alexander Simon Thrysøe" userId="3f9b9528-1df8-4235-9262-8bdb6141b1d9" providerId="ADAL" clId="{45C9CCB0-01C4-4662-962D-7EB51A4BA1E1}" dt="2025-10-17T20:52:53.593" v="142"/>
          <ac:spMkLst>
            <pc:docMk/>
            <pc:sldMk cId="1635377456" sldId="579"/>
            <ac:spMk id="45" creationId="{05451589-F21D-4BF9-B47C-7A91FC6E8897}"/>
          </ac:spMkLst>
        </pc:spChg>
        <pc:spChg chg="del">
          <ac:chgData name="Alexander Simon Thrysøe" userId="3f9b9528-1df8-4235-9262-8bdb6141b1d9" providerId="ADAL" clId="{45C9CCB0-01C4-4662-962D-7EB51A4BA1E1}" dt="2025-10-17T20:52:53.608" v="143"/>
          <ac:spMkLst>
            <pc:docMk/>
            <pc:sldMk cId="1635377456" sldId="579"/>
            <ac:spMk id="46" creationId="{0F941584-EF6D-4466-B170-CBEB77AF9C62}"/>
          </ac:spMkLst>
        </pc:spChg>
        <pc:spChg chg="del">
          <ac:chgData name="Alexander Simon Thrysøe" userId="3f9b9528-1df8-4235-9262-8bdb6141b1d9" providerId="ADAL" clId="{45C9CCB0-01C4-4662-962D-7EB51A4BA1E1}" dt="2025-10-17T20:52:53.608" v="144"/>
          <ac:spMkLst>
            <pc:docMk/>
            <pc:sldMk cId="1635377456" sldId="579"/>
            <ac:spMk id="47" creationId="{BB5A655C-6A7C-4056-A1C5-3DEA6F32FC52}"/>
          </ac:spMkLst>
        </pc:spChg>
        <pc:spChg chg="del">
          <ac:chgData name="Alexander Simon Thrysøe" userId="3f9b9528-1df8-4235-9262-8bdb6141b1d9" providerId="ADAL" clId="{45C9CCB0-01C4-4662-962D-7EB51A4BA1E1}" dt="2025-10-17T20:52:53.608" v="145"/>
          <ac:spMkLst>
            <pc:docMk/>
            <pc:sldMk cId="1635377456" sldId="579"/>
            <ac:spMk id="48" creationId="{1CE7B8D1-31F9-4E6C-8A8F-E0AF6ACA6639}"/>
          </ac:spMkLst>
        </pc:spChg>
        <pc:spChg chg="del">
          <ac:chgData name="Alexander Simon Thrysøe" userId="3f9b9528-1df8-4235-9262-8bdb6141b1d9" providerId="ADAL" clId="{45C9CCB0-01C4-4662-962D-7EB51A4BA1E1}" dt="2025-10-17T20:52:53.608" v="146"/>
          <ac:spMkLst>
            <pc:docMk/>
            <pc:sldMk cId="1635377456" sldId="579"/>
            <ac:spMk id="49" creationId="{DD6686EF-311B-4A68-934C-4D6B5C1E8B21}"/>
          </ac:spMkLst>
        </pc:spChg>
        <pc:spChg chg="del">
          <ac:chgData name="Alexander Simon Thrysøe" userId="3f9b9528-1df8-4235-9262-8bdb6141b1d9" providerId="ADAL" clId="{45C9CCB0-01C4-4662-962D-7EB51A4BA1E1}" dt="2025-10-17T20:52:53.608" v="147"/>
          <ac:spMkLst>
            <pc:docMk/>
            <pc:sldMk cId="1635377456" sldId="579"/>
            <ac:spMk id="50" creationId="{EEE8EB9F-E50B-47B4-8941-86D4280E4C43}"/>
          </ac:spMkLst>
        </pc:spChg>
        <pc:spChg chg="del">
          <ac:chgData name="Alexander Simon Thrysøe" userId="3f9b9528-1df8-4235-9262-8bdb6141b1d9" providerId="ADAL" clId="{45C9CCB0-01C4-4662-962D-7EB51A4BA1E1}" dt="2025-10-17T20:52:53.608" v="148"/>
          <ac:spMkLst>
            <pc:docMk/>
            <pc:sldMk cId="1635377456" sldId="579"/>
            <ac:spMk id="51" creationId="{9D85E6F1-6971-4147-BAE7-1CC45E734AB8}"/>
          </ac:spMkLst>
        </pc:spChg>
        <pc:spChg chg="del">
          <ac:chgData name="Alexander Simon Thrysøe" userId="3f9b9528-1df8-4235-9262-8bdb6141b1d9" providerId="ADAL" clId="{45C9CCB0-01C4-4662-962D-7EB51A4BA1E1}" dt="2025-10-17T20:52:53.608" v="149"/>
          <ac:spMkLst>
            <pc:docMk/>
            <pc:sldMk cId="1635377456" sldId="579"/>
            <ac:spMk id="52" creationId="{1FF92C70-3F63-4859-A743-DC2CC35D23E6}"/>
          </ac:spMkLst>
        </pc:spChg>
        <pc:spChg chg="del">
          <ac:chgData name="Alexander Simon Thrysøe" userId="3f9b9528-1df8-4235-9262-8bdb6141b1d9" providerId="ADAL" clId="{45C9CCB0-01C4-4662-962D-7EB51A4BA1E1}" dt="2025-10-17T20:52:53.608" v="150"/>
          <ac:spMkLst>
            <pc:docMk/>
            <pc:sldMk cId="1635377456" sldId="579"/>
            <ac:spMk id="53" creationId="{8800B3B6-761B-47AD-B058-055C7D08664C}"/>
          </ac:spMkLst>
        </pc:spChg>
        <pc:spChg chg="del">
          <ac:chgData name="Alexander Simon Thrysøe" userId="3f9b9528-1df8-4235-9262-8bdb6141b1d9" providerId="ADAL" clId="{45C9CCB0-01C4-4662-962D-7EB51A4BA1E1}" dt="2025-10-17T20:52:53.608" v="151"/>
          <ac:spMkLst>
            <pc:docMk/>
            <pc:sldMk cId="1635377456" sldId="579"/>
            <ac:spMk id="54" creationId="{9AD494D2-39D7-4953-80A7-9F851DF98EA5}"/>
          </ac:spMkLst>
        </pc:spChg>
        <pc:spChg chg="del">
          <ac:chgData name="Alexander Simon Thrysøe" userId="3f9b9528-1df8-4235-9262-8bdb6141b1d9" providerId="ADAL" clId="{45C9CCB0-01C4-4662-962D-7EB51A4BA1E1}" dt="2025-10-17T20:52:53.608" v="152"/>
          <ac:spMkLst>
            <pc:docMk/>
            <pc:sldMk cId="1635377456" sldId="579"/>
            <ac:spMk id="55" creationId="{2C680E28-B3FC-45F9-BD83-B6FD1B687A50}"/>
          </ac:spMkLst>
        </pc:spChg>
        <pc:spChg chg="del">
          <ac:chgData name="Alexander Simon Thrysøe" userId="3f9b9528-1df8-4235-9262-8bdb6141b1d9" providerId="ADAL" clId="{45C9CCB0-01C4-4662-962D-7EB51A4BA1E1}" dt="2025-10-17T20:52:53.608" v="153"/>
          <ac:spMkLst>
            <pc:docMk/>
            <pc:sldMk cId="1635377456" sldId="579"/>
            <ac:spMk id="56" creationId="{D343FEA4-9100-4CA6-BFC4-F8570166CD6E}"/>
          </ac:spMkLst>
        </pc:spChg>
        <pc:spChg chg="del">
          <ac:chgData name="Alexander Simon Thrysøe" userId="3f9b9528-1df8-4235-9262-8bdb6141b1d9" providerId="ADAL" clId="{45C9CCB0-01C4-4662-962D-7EB51A4BA1E1}" dt="2025-10-17T20:52:53.608" v="154"/>
          <ac:spMkLst>
            <pc:docMk/>
            <pc:sldMk cId="1635377456" sldId="579"/>
            <ac:spMk id="57" creationId="{2D94CBFC-4885-4ED3-B3E4-92481AEB5EF7}"/>
          </ac:spMkLst>
        </pc:spChg>
        <pc:spChg chg="del">
          <ac:chgData name="Alexander Simon Thrysøe" userId="3f9b9528-1df8-4235-9262-8bdb6141b1d9" providerId="ADAL" clId="{45C9CCB0-01C4-4662-962D-7EB51A4BA1E1}" dt="2025-10-17T20:52:53.608" v="155"/>
          <ac:spMkLst>
            <pc:docMk/>
            <pc:sldMk cId="1635377456" sldId="579"/>
            <ac:spMk id="58" creationId="{ECCC3BFE-5210-4272-8007-D5391007F86C}"/>
          </ac:spMkLst>
        </pc:spChg>
        <pc:spChg chg="del">
          <ac:chgData name="Alexander Simon Thrysøe" userId="3f9b9528-1df8-4235-9262-8bdb6141b1d9" providerId="ADAL" clId="{45C9CCB0-01C4-4662-962D-7EB51A4BA1E1}" dt="2025-10-17T20:52:53.608" v="156"/>
          <ac:spMkLst>
            <pc:docMk/>
            <pc:sldMk cId="1635377456" sldId="579"/>
            <ac:spMk id="59" creationId="{6B595954-1FE7-4C80-85A7-17FAEA4D5A5D}"/>
          </ac:spMkLst>
        </pc:spChg>
        <pc:spChg chg="del">
          <ac:chgData name="Alexander Simon Thrysøe" userId="3f9b9528-1df8-4235-9262-8bdb6141b1d9" providerId="ADAL" clId="{45C9CCB0-01C4-4662-962D-7EB51A4BA1E1}" dt="2025-10-17T20:52:53.608" v="157"/>
          <ac:spMkLst>
            <pc:docMk/>
            <pc:sldMk cId="1635377456" sldId="579"/>
            <ac:spMk id="60" creationId="{625CF490-B348-446D-ACE9-5AB849520055}"/>
          </ac:spMkLst>
        </pc:spChg>
        <pc:spChg chg="del">
          <ac:chgData name="Alexander Simon Thrysøe" userId="3f9b9528-1df8-4235-9262-8bdb6141b1d9" providerId="ADAL" clId="{45C9CCB0-01C4-4662-962D-7EB51A4BA1E1}" dt="2025-10-17T20:52:53.608" v="158"/>
          <ac:spMkLst>
            <pc:docMk/>
            <pc:sldMk cId="1635377456" sldId="579"/>
            <ac:spMk id="61" creationId="{F4311FFB-296B-4EC8-BE24-3947D767FF37}"/>
          </ac:spMkLst>
        </pc:spChg>
        <pc:spChg chg="del">
          <ac:chgData name="Alexander Simon Thrysøe" userId="3f9b9528-1df8-4235-9262-8bdb6141b1d9" providerId="ADAL" clId="{45C9CCB0-01C4-4662-962D-7EB51A4BA1E1}" dt="2025-10-17T20:52:53.608" v="159"/>
          <ac:spMkLst>
            <pc:docMk/>
            <pc:sldMk cId="1635377456" sldId="579"/>
            <ac:spMk id="62" creationId="{22ED0142-D66B-4BFF-881E-EC620C2DE99C}"/>
          </ac:spMkLst>
        </pc:spChg>
        <pc:spChg chg="del">
          <ac:chgData name="Alexander Simon Thrysøe" userId="3f9b9528-1df8-4235-9262-8bdb6141b1d9" providerId="ADAL" clId="{45C9CCB0-01C4-4662-962D-7EB51A4BA1E1}" dt="2025-10-17T20:52:53.608" v="160"/>
          <ac:spMkLst>
            <pc:docMk/>
            <pc:sldMk cId="1635377456" sldId="579"/>
            <ac:spMk id="63" creationId="{F51D14F4-E91F-4806-8BF1-CE3709FD808A}"/>
          </ac:spMkLst>
        </pc:spChg>
        <pc:spChg chg="del">
          <ac:chgData name="Alexander Simon Thrysøe" userId="3f9b9528-1df8-4235-9262-8bdb6141b1d9" providerId="ADAL" clId="{45C9CCB0-01C4-4662-962D-7EB51A4BA1E1}" dt="2025-10-17T20:52:53.608" v="161"/>
          <ac:spMkLst>
            <pc:docMk/>
            <pc:sldMk cId="1635377456" sldId="579"/>
            <ac:spMk id="1536" creationId="{A6EA41F4-3CB3-4030-90BF-59016452F99B}"/>
          </ac:spMkLst>
        </pc:spChg>
        <pc:spChg chg="del">
          <ac:chgData name="Alexander Simon Thrysøe" userId="3f9b9528-1df8-4235-9262-8bdb6141b1d9" providerId="ADAL" clId="{45C9CCB0-01C4-4662-962D-7EB51A4BA1E1}" dt="2025-10-17T20:52:53.608" v="162"/>
          <ac:spMkLst>
            <pc:docMk/>
            <pc:sldMk cId="1635377456" sldId="579"/>
            <ac:spMk id="1537" creationId="{CC34D417-33C9-453D-B158-9FBE356C75E8}"/>
          </ac:spMkLst>
        </pc:spChg>
        <pc:spChg chg="del">
          <ac:chgData name="Alexander Simon Thrysøe" userId="3f9b9528-1df8-4235-9262-8bdb6141b1d9" providerId="ADAL" clId="{45C9CCB0-01C4-4662-962D-7EB51A4BA1E1}" dt="2025-10-17T20:52:53.608" v="163"/>
          <ac:spMkLst>
            <pc:docMk/>
            <pc:sldMk cId="1635377456" sldId="579"/>
            <ac:spMk id="1538" creationId="{FB99F4DE-EB01-4217-8BEF-4F0E349E9127}"/>
          </ac:spMkLst>
        </pc:spChg>
        <pc:spChg chg="del">
          <ac:chgData name="Alexander Simon Thrysøe" userId="3f9b9528-1df8-4235-9262-8bdb6141b1d9" providerId="ADAL" clId="{45C9CCB0-01C4-4662-962D-7EB51A4BA1E1}" dt="2025-10-17T20:52:53.608" v="164"/>
          <ac:spMkLst>
            <pc:docMk/>
            <pc:sldMk cId="1635377456" sldId="579"/>
            <ac:spMk id="1539" creationId="{638901E3-657B-426C-8429-0740F94DB8B8}"/>
          </ac:spMkLst>
        </pc:spChg>
        <pc:spChg chg="del">
          <ac:chgData name="Alexander Simon Thrysøe" userId="3f9b9528-1df8-4235-9262-8bdb6141b1d9" providerId="ADAL" clId="{45C9CCB0-01C4-4662-962D-7EB51A4BA1E1}" dt="2025-10-17T20:52:53.608" v="165"/>
          <ac:spMkLst>
            <pc:docMk/>
            <pc:sldMk cId="1635377456" sldId="579"/>
            <ac:spMk id="1540" creationId="{3A6B326B-972C-4953-93D7-A5125BE7C6AF}"/>
          </ac:spMkLst>
        </pc:spChg>
        <pc:spChg chg="del">
          <ac:chgData name="Alexander Simon Thrysøe" userId="3f9b9528-1df8-4235-9262-8bdb6141b1d9" providerId="ADAL" clId="{45C9CCB0-01C4-4662-962D-7EB51A4BA1E1}" dt="2025-10-17T20:52:53.608" v="166"/>
          <ac:spMkLst>
            <pc:docMk/>
            <pc:sldMk cId="1635377456" sldId="579"/>
            <ac:spMk id="1541" creationId="{1F593B2E-49D1-4636-AD6C-C7FC62346420}"/>
          </ac:spMkLst>
        </pc:spChg>
        <pc:spChg chg="del">
          <ac:chgData name="Alexander Simon Thrysøe" userId="3f9b9528-1df8-4235-9262-8bdb6141b1d9" providerId="ADAL" clId="{45C9CCB0-01C4-4662-962D-7EB51A4BA1E1}" dt="2025-10-17T20:52:53.608" v="167"/>
          <ac:spMkLst>
            <pc:docMk/>
            <pc:sldMk cId="1635377456" sldId="579"/>
            <ac:spMk id="1542" creationId="{2DE4E78B-8E8F-4EFD-AE41-04B86F78B5A0}"/>
          </ac:spMkLst>
        </pc:spChg>
        <pc:spChg chg="del">
          <ac:chgData name="Alexander Simon Thrysøe" userId="3f9b9528-1df8-4235-9262-8bdb6141b1d9" providerId="ADAL" clId="{45C9CCB0-01C4-4662-962D-7EB51A4BA1E1}" dt="2025-10-17T20:52:53.608" v="168"/>
          <ac:spMkLst>
            <pc:docMk/>
            <pc:sldMk cId="1635377456" sldId="579"/>
            <ac:spMk id="1543" creationId="{1F9A8E45-ADCC-41AD-A3D7-ED819FEC685F}"/>
          </ac:spMkLst>
        </pc:spChg>
        <pc:spChg chg="del">
          <ac:chgData name="Alexander Simon Thrysøe" userId="3f9b9528-1df8-4235-9262-8bdb6141b1d9" providerId="ADAL" clId="{45C9CCB0-01C4-4662-962D-7EB51A4BA1E1}" dt="2025-10-17T20:52:53.608" v="169"/>
          <ac:spMkLst>
            <pc:docMk/>
            <pc:sldMk cId="1635377456" sldId="579"/>
            <ac:spMk id="1544" creationId="{875DC2DF-1F67-42C5-AC6F-AA74866D972A}"/>
          </ac:spMkLst>
        </pc:spChg>
        <pc:spChg chg="del">
          <ac:chgData name="Alexander Simon Thrysøe" userId="3f9b9528-1df8-4235-9262-8bdb6141b1d9" providerId="ADAL" clId="{45C9CCB0-01C4-4662-962D-7EB51A4BA1E1}" dt="2025-10-17T20:52:53.608" v="170"/>
          <ac:spMkLst>
            <pc:docMk/>
            <pc:sldMk cId="1635377456" sldId="579"/>
            <ac:spMk id="1545" creationId="{D85F2808-4EEB-417D-985B-A721B7186C21}"/>
          </ac:spMkLst>
        </pc:spChg>
        <pc:spChg chg="del">
          <ac:chgData name="Alexander Simon Thrysøe" userId="3f9b9528-1df8-4235-9262-8bdb6141b1d9" providerId="ADAL" clId="{45C9CCB0-01C4-4662-962D-7EB51A4BA1E1}" dt="2025-10-17T20:52:53.623" v="171"/>
          <ac:spMkLst>
            <pc:docMk/>
            <pc:sldMk cId="1635377456" sldId="579"/>
            <ac:spMk id="1546" creationId="{A079B723-08C2-45BB-AE95-522130F944C2}"/>
          </ac:spMkLst>
        </pc:spChg>
        <pc:spChg chg="del">
          <ac:chgData name="Alexander Simon Thrysøe" userId="3f9b9528-1df8-4235-9262-8bdb6141b1d9" providerId="ADAL" clId="{45C9CCB0-01C4-4662-962D-7EB51A4BA1E1}" dt="2025-10-17T20:52:53.623" v="172"/>
          <ac:spMkLst>
            <pc:docMk/>
            <pc:sldMk cId="1635377456" sldId="579"/>
            <ac:spMk id="1547" creationId="{0A053323-C504-40DB-A8B3-88814CFDCED1}"/>
          </ac:spMkLst>
        </pc:spChg>
        <pc:spChg chg="del">
          <ac:chgData name="Alexander Simon Thrysøe" userId="3f9b9528-1df8-4235-9262-8bdb6141b1d9" providerId="ADAL" clId="{45C9CCB0-01C4-4662-962D-7EB51A4BA1E1}" dt="2025-10-17T20:52:53.623" v="173"/>
          <ac:spMkLst>
            <pc:docMk/>
            <pc:sldMk cId="1635377456" sldId="579"/>
            <ac:spMk id="1548" creationId="{29A5CAFB-3A53-4366-B6D4-F245D0FD6BB3}"/>
          </ac:spMkLst>
        </pc:spChg>
        <pc:spChg chg="del">
          <ac:chgData name="Alexander Simon Thrysøe" userId="3f9b9528-1df8-4235-9262-8bdb6141b1d9" providerId="ADAL" clId="{45C9CCB0-01C4-4662-962D-7EB51A4BA1E1}" dt="2025-10-17T20:52:53.625" v="174"/>
          <ac:spMkLst>
            <pc:docMk/>
            <pc:sldMk cId="1635377456" sldId="579"/>
            <ac:spMk id="1549" creationId="{AE637017-4048-423F-86AE-E8FC5BC0E706}"/>
          </ac:spMkLst>
        </pc:spChg>
        <pc:spChg chg="del">
          <ac:chgData name="Alexander Simon Thrysøe" userId="3f9b9528-1df8-4235-9262-8bdb6141b1d9" providerId="ADAL" clId="{45C9CCB0-01C4-4662-962D-7EB51A4BA1E1}" dt="2025-10-17T20:52:53.625" v="175"/>
          <ac:spMkLst>
            <pc:docMk/>
            <pc:sldMk cId="1635377456" sldId="579"/>
            <ac:spMk id="1550" creationId="{D39E29E9-4F2C-4A14-92A7-C5CA830125F4}"/>
          </ac:spMkLst>
        </pc:spChg>
        <pc:spChg chg="del">
          <ac:chgData name="Alexander Simon Thrysøe" userId="3f9b9528-1df8-4235-9262-8bdb6141b1d9" providerId="ADAL" clId="{45C9CCB0-01C4-4662-962D-7EB51A4BA1E1}" dt="2025-10-17T20:52:53.625" v="176"/>
          <ac:spMkLst>
            <pc:docMk/>
            <pc:sldMk cId="1635377456" sldId="579"/>
            <ac:spMk id="1551" creationId="{1F82C551-CB32-46B2-B11B-24E483E268CF}"/>
          </ac:spMkLst>
        </pc:spChg>
        <pc:spChg chg="del">
          <ac:chgData name="Alexander Simon Thrysøe" userId="3f9b9528-1df8-4235-9262-8bdb6141b1d9" providerId="ADAL" clId="{45C9CCB0-01C4-4662-962D-7EB51A4BA1E1}" dt="2025-10-17T20:52:53.625" v="177"/>
          <ac:spMkLst>
            <pc:docMk/>
            <pc:sldMk cId="1635377456" sldId="579"/>
            <ac:spMk id="1552" creationId="{93F80D9F-98E0-4775-85A9-F15ED8C7B993}"/>
          </ac:spMkLst>
        </pc:spChg>
        <pc:spChg chg="del">
          <ac:chgData name="Alexander Simon Thrysøe" userId="3f9b9528-1df8-4235-9262-8bdb6141b1d9" providerId="ADAL" clId="{45C9CCB0-01C4-4662-962D-7EB51A4BA1E1}" dt="2025-10-17T20:52:53.625" v="178"/>
          <ac:spMkLst>
            <pc:docMk/>
            <pc:sldMk cId="1635377456" sldId="579"/>
            <ac:spMk id="1553" creationId="{A50697FD-8E4E-429B-8F96-D04DCA294007}"/>
          </ac:spMkLst>
        </pc:spChg>
        <pc:spChg chg="del">
          <ac:chgData name="Alexander Simon Thrysøe" userId="3f9b9528-1df8-4235-9262-8bdb6141b1d9" providerId="ADAL" clId="{45C9CCB0-01C4-4662-962D-7EB51A4BA1E1}" dt="2025-10-17T20:52:53.625" v="179"/>
          <ac:spMkLst>
            <pc:docMk/>
            <pc:sldMk cId="1635377456" sldId="579"/>
            <ac:spMk id="1554" creationId="{F7C6C7F5-FFFF-4690-BD85-2CF28E209678}"/>
          </ac:spMkLst>
        </pc:spChg>
        <pc:spChg chg="del">
          <ac:chgData name="Alexander Simon Thrysøe" userId="3f9b9528-1df8-4235-9262-8bdb6141b1d9" providerId="ADAL" clId="{45C9CCB0-01C4-4662-962D-7EB51A4BA1E1}" dt="2025-10-17T20:52:53.625" v="180"/>
          <ac:spMkLst>
            <pc:docMk/>
            <pc:sldMk cId="1635377456" sldId="579"/>
            <ac:spMk id="1555" creationId="{5995AF70-C3D7-4838-8D01-4B6FE6B4C5CA}"/>
          </ac:spMkLst>
        </pc:spChg>
        <pc:spChg chg="del">
          <ac:chgData name="Alexander Simon Thrysøe" userId="3f9b9528-1df8-4235-9262-8bdb6141b1d9" providerId="ADAL" clId="{45C9CCB0-01C4-4662-962D-7EB51A4BA1E1}" dt="2025-10-17T20:52:53.625" v="181"/>
          <ac:spMkLst>
            <pc:docMk/>
            <pc:sldMk cId="1635377456" sldId="579"/>
            <ac:spMk id="1556" creationId="{07868ADB-D8BC-43D1-B0D3-EEC47BFA27F3}"/>
          </ac:spMkLst>
        </pc:spChg>
        <pc:spChg chg="del">
          <ac:chgData name="Alexander Simon Thrysøe" userId="3f9b9528-1df8-4235-9262-8bdb6141b1d9" providerId="ADAL" clId="{45C9CCB0-01C4-4662-962D-7EB51A4BA1E1}" dt="2025-10-17T20:52:53.625" v="182"/>
          <ac:spMkLst>
            <pc:docMk/>
            <pc:sldMk cId="1635377456" sldId="579"/>
            <ac:spMk id="1557" creationId="{9AB6C988-6FBF-4332-A352-36FF5A762328}"/>
          </ac:spMkLst>
        </pc:spChg>
        <pc:spChg chg="del">
          <ac:chgData name="Alexander Simon Thrysøe" userId="3f9b9528-1df8-4235-9262-8bdb6141b1d9" providerId="ADAL" clId="{45C9CCB0-01C4-4662-962D-7EB51A4BA1E1}" dt="2025-10-17T20:52:53.625" v="183"/>
          <ac:spMkLst>
            <pc:docMk/>
            <pc:sldMk cId="1635377456" sldId="579"/>
            <ac:spMk id="1558" creationId="{EBEA5EAD-1C4A-4E52-9C48-0836B7E68D6F}"/>
          </ac:spMkLst>
        </pc:spChg>
        <pc:spChg chg="del">
          <ac:chgData name="Alexander Simon Thrysøe" userId="3f9b9528-1df8-4235-9262-8bdb6141b1d9" providerId="ADAL" clId="{45C9CCB0-01C4-4662-962D-7EB51A4BA1E1}" dt="2025-10-17T20:52:53.625" v="184"/>
          <ac:spMkLst>
            <pc:docMk/>
            <pc:sldMk cId="1635377456" sldId="579"/>
            <ac:spMk id="1559" creationId="{463405EB-8F07-43DB-88E5-EEBC779F21DD}"/>
          </ac:spMkLst>
        </pc:spChg>
        <pc:spChg chg="del">
          <ac:chgData name="Alexander Simon Thrysøe" userId="3f9b9528-1df8-4235-9262-8bdb6141b1d9" providerId="ADAL" clId="{45C9CCB0-01C4-4662-962D-7EB51A4BA1E1}" dt="2025-10-17T20:52:53.625" v="185"/>
          <ac:spMkLst>
            <pc:docMk/>
            <pc:sldMk cId="1635377456" sldId="579"/>
            <ac:spMk id="1560" creationId="{D06F252C-A648-45AB-B12E-B2FAAF58A9CF}"/>
          </ac:spMkLst>
        </pc:spChg>
        <pc:spChg chg="del">
          <ac:chgData name="Alexander Simon Thrysøe" userId="3f9b9528-1df8-4235-9262-8bdb6141b1d9" providerId="ADAL" clId="{45C9CCB0-01C4-4662-962D-7EB51A4BA1E1}" dt="2025-10-17T20:52:53.625" v="186"/>
          <ac:spMkLst>
            <pc:docMk/>
            <pc:sldMk cId="1635377456" sldId="579"/>
            <ac:spMk id="1561" creationId="{44F0CA52-8FA2-4A29-9468-962EC83C5A11}"/>
          </ac:spMkLst>
        </pc:spChg>
        <pc:spChg chg="del">
          <ac:chgData name="Alexander Simon Thrysøe" userId="3f9b9528-1df8-4235-9262-8bdb6141b1d9" providerId="ADAL" clId="{45C9CCB0-01C4-4662-962D-7EB51A4BA1E1}" dt="2025-10-17T20:52:53.625" v="187"/>
          <ac:spMkLst>
            <pc:docMk/>
            <pc:sldMk cId="1635377456" sldId="579"/>
            <ac:spMk id="1562" creationId="{7EBE6504-A43F-4519-8BBF-664A4340AC5B}"/>
          </ac:spMkLst>
        </pc:spChg>
        <pc:spChg chg="del">
          <ac:chgData name="Alexander Simon Thrysøe" userId="3f9b9528-1df8-4235-9262-8bdb6141b1d9" providerId="ADAL" clId="{45C9CCB0-01C4-4662-962D-7EB51A4BA1E1}" dt="2025-10-17T20:52:53.625" v="188"/>
          <ac:spMkLst>
            <pc:docMk/>
            <pc:sldMk cId="1635377456" sldId="579"/>
            <ac:spMk id="1563" creationId="{8F1FA23F-DD2E-4CD8-A4A6-9E50135BC332}"/>
          </ac:spMkLst>
        </pc:spChg>
        <pc:spChg chg="del">
          <ac:chgData name="Alexander Simon Thrysøe" userId="3f9b9528-1df8-4235-9262-8bdb6141b1d9" providerId="ADAL" clId="{45C9CCB0-01C4-4662-962D-7EB51A4BA1E1}" dt="2025-10-17T20:52:53.625" v="189"/>
          <ac:spMkLst>
            <pc:docMk/>
            <pc:sldMk cId="1635377456" sldId="579"/>
            <ac:spMk id="1564" creationId="{E0DD9EF6-21BC-4EF1-B67B-348A187B6CE6}"/>
          </ac:spMkLst>
        </pc:spChg>
        <pc:spChg chg="del">
          <ac:chgData name="Alexander Simon Thrysøe" userId="3f9b9528-1df8-4235-9262-8bdb6141b1d9" providerId="ADAL" clId="{45C9CCB0-01C4-4662-962D-7EB51A4BA1E1}" dt="2025-10-17T20:52:53.625" v="190"/>
          <ac:spMkLst>
            <pc:docMk/>
            <pc:sldMk cId="1635377456" sldId="579"/>
            <ac:spMk id="1565" creationId="{6B12E4BF-8154-4222-B6F1-55D1C3C48144}"/>
          </ac:spMkLst>
        </pc:spChg>
        <pc:spChg chg="del">
          <ac:chgData name="Alexander Simon Thrysøe" userId="3f9b9528-1df8-4235-9262-8bdb6141b1d9" providerId="ADAL" clId="{45C9CCB0-01C4-4662-962D-7EB51A4BA1E1}" dt="2025-10-17T20:52:53.625" v="191"/>
          <ac:spMkLst>
            <pc:docMk/>
            <pc:sldMk cId="1635377456" sldId="579"/>
            <ac:spMk id="1566" creationId="{802FCE06-CC2B-410F-8E06-9451580DED98}"/>
          </ac:spMkLst>
        </pc:spChg>
        <pc:spChg chg="del">
          <ac:chgData name="Alexander Simon Thrysøe" userId="3f9b9528-1df8-4235-9262-8bdb6141b1d9" providerId="ADAL" clId="{45C9CCB0-01C4-4662-962D-7EB51A4BA1E1}" dt="2025-10-17T20:52:53.625" v="192"/>
          <ac:spMkLst>
            <pc:docMk/>
            <pc:sldMk cId="1635377456" sldId="579"/>
            <ac:spMk id="1567" creationId="{8C6B1971-E1A1-4627-965B-0C4B840EC392}"/>
          </ac:spMkLst>
        </pc:spChg>
        <pc:spChg chg="del">
          <ac:chgData name="Alexander Simon Thrysøe" userId="3f9b9528-1df8-4235-9262-8bdb6141b1d9" providerId="ADAL" clId="{45C9CCB0-01C4-4662-962D-7EB51A4BA1E1}" dt="2025-10-17T20:52:53.625" v="193"/>
          <ac:spMkLst>
            <pc:docMk/>
            <pc:sldMk cId="1635377456" sldId="579"/>
            <ac:spMk id="1568" creationId="{D410EBEE-284F-4613-89B3-64A21E89C5E4}"/>
          </ac:spMkLst>
        </pc:spChg>
        <pc:spChg chg="del">
          <ac:chgData name="Alexander Simon Thrysøe" userId="3f9b9528-1df8-4235-9262-8bdb6141b1d9" providerId="ADAL" clId="{45C9CCB0-01C4-4662-962D-7EB51A4BA1E1}" dt="2025-10-17T20:52:53.625" v="194"/>
          <ac:spMkLst>
            <pc:docMk/>
            <pc:sldMk cId="1635377456" sldId="579"/>
            <ac:spMk id="1569" creationId="{1AE43636-2B23-4826-97D3-401F0D7B92A6}"/>
          </ac:spMkLst>
        </pc:spChg>
        <pc:spChg chg="del">
          <ac:chgData name="Alexander Simon Thrysøe" userId="3f9b9528-1df8-4235-9262-8bdb6141b1d9" providerId="ADAL" clId="{45C9CCB0-01C4-4662-962D-7EB51A4BA1E1}" dt="2025-10-17T20:52:53.625" v="195"/>
          <ac:spMkLst>
            <pc:docMk/>
            <pc:sldMk cId="1635377456" sldId="579"/>
            <ac:spMk id="1570" creationId="{DE3E22A0-B85D-4188-AF7A-4C16229748BE}"/>
          </ac:spMkLst>
        </pc:spChg>
        <pc:spChg chg="del">
          <ac:chgData name="Alexander Simon Thrysøe" userId="3f9b9528-1df8-4235-9262-8bdb6141b1d9" providerId="ADAL" clId="{45C9CCB0-01C4-4662-962D-7EB51A4BA1E1}" dt="2025-10-17T20:52:53.625" v="196"/>
          <ac:spMkLst>
            <pc:docMk/>
            <pc:sldMk cId="1635377456" sldId="579"/>
            <ac:spMk id="1571" creationId="{2B6541DE-F140-41BC-943D-3A4935C0E035}"/>
          </ac:spMkLst>
        </pc:spChg>
        <pc:spChg chg="del">
          <ac:chgData name="Alexander Simon Thrysøe" userId="3f9b9528-1df8-4235-9262-8bdb6141b1d9" providerId="ADAL" clId="{45C9CCB0-01C4-4662-962D-7EB51A4BA1E1}" dt="2025-10-17T20:52:53.625" v="197"/>
          <ac:spMkLst>
            <pc:docMk/>
            <pc:sldMk cId="1635377456" sldId="579"/>
            <ac:spMk id="1572" creationId="{0FE477F3-23BF-4C40-B71A-7BC219BF82F5}"/>
          </ac:spMkLst>
        </pc:spChg>
        <pc:spChg chg="del">
          <ac:chgData name="Alexander Simon Thrysøe" userId="3f9b9528-1df8-4235-9262-8bdb6141b1d9" providerId="ADAL" clId="{45C9CCB0-01C4-4662-962D-7EB51A4BA1E1}" dt="2025-10-17T20:52:53.625" v="198"/>
          <ac:spMkLst>
            <pc:docMk/>
            <pc:sldMk cId="1635377456" sldId="579"/>
            <ac:spMk id="1573" creationId="{A5D684AA-351E-4FD9-BE6F-A2C3BF24EC3D}"/>
          </ac:spMkLst>
        </pc:spChg>
        <pc:spChg chg="del">
          <ac:chgData name="Alexander Simon Thrysøe" userId="3f9b9528-1df8-4235-9262-8bdb6141b1d9" providerId="ADAL" clId="{45C9CCB0-01C4-4662-962D-7EB51A4BA1E1}" dt="2025-10-17T20:52:53.625" v="199"/>
          <ac:spMkLst>
            <pc:docMk/>
            <pc:sldMk cId="1635377456" sldId="579"/>
            <ac:spMk id="1574" creationId="{2EB2605B-DB5A-4633-B3AC-CBE6CC1444B1}"/>
          </ac:spMkLst>
        </pc:spChg>
        <pc:spChg chg="del">
          <ac:chgData name="Alexander Simon Thrysøe" userId="3f9b9528-1df8-4235-9262-8bdb6141b1d9" providerId="ADAL" clId="{45C9CCB0-01C4-4662-962D-7EB51A4BA1E1}" dt="2025-10-17T20:52:53.625" v="200"/>
          <ac:spMkLst>
            <pc:docMk/>
            <pc:sldMk cId="1635377456" sldId="579"/>
            <ac:spMk id="1575" creationId="{5663FD37-BF9B-4057-9992-BCD0D1E62F41}"/>
          </ac:spMkLst>
        </pc:spChg>
        <pc:spChg chg="del">
          <ac:chgData name="Alexander Simon Thrysøe" userId="3f9b9528-1df8-4235-9262-8bdb6141b1d9" providerId="ADAL" clId="{45C9CCB0-01C4-4662-962D-7EB51A4BA1E1}" dt="2025-10-17T20:52:53.625" v="201"/>
          <ac:spMkLst>
            <pc:docMk/>
            <pc:sldMk cId="1635377456" sldId="579"/>
            <ac:spMk id="1576" creationId="{830CF182-41C1-417F-B0F2-B7268F6952FB}"/>
          </ac:spMkLst>
        </pc:spChg>
        <pc:spChg chg="del">
          <ac:chgData name="Alexander Simon Thrysøe" userId="3f9b9528-1df8-4235-9262-8bdb6141b1d9" providerId="ADAL" clId="{45C9CCB0-01C4-4662-962D-7EB51A4BA1E1}" dt="2025-10-17T20:52:53.625" v="202"/>
          <ac:spMkLst>
            <pc:docMk/>
            <pc:sldMk cId="1635377456" sldId="579"/>
            <ac:spMk id="1577" creationId="{A04423DC-1867-493B-910A-8829D55AD7DD}"/>
          </ac:spMkLst>
        </pc:spChg>
        <pc:spChg chg="del">
          <ac:chgData name="Alexander Simon Thrysøe" userId="3f9b9528-1df8-4235-9262-8bdb6141b1d9" providerId="ADAL" clId="{45C9CCB0-01C4-4662-962D-7EB51A4BA1E1}" dt="2025-10-17T20:52:53.625" v="203"/>
          <ac:spMkLst>
            <pc:docMk/>
            <pc:sldMk cId="1635377456" sldId="579"/>
            <ac:spMk id="1578" creationId="{8A1B1B8B-58C9-48B4-81D0-43F5A0995716}"/>
          </ac:spMkLst>
        </pc:spChg>
        <pc:spChg chg="del">
          <ac:chgData name="Alexander Simon Thrysøe" userId="3f9b9528-1df8-4235-9262-8bdb6141b1d9" providerId="ADAL" clId="{45C9CCB0-01C4-4662-962D-7EB51A4BA1E1}" dt="2025-10-17T20:52:53.625" v="204"/>
          <ac:spMkLst>
            <pc:docMk/>
            <pc:sldMk cId="1635377456" sldId="579"/>
            <ac:spMk id="1579" creationId="{BA9C0AFB-4E36-49A0-8F3F-4C31BF05D66B}"/>
          </ac:spMkLst>
        </pc:spChg>
        <pc:spChg chg="del">
          <ac:chgData name="Alexander Simon Thrysøe" userId="3f9b9528-1df8-4235-9262-8bdb6141b1d9" providerId="ADAL" clId="{45C9CCB0-01C4-4662-962D-7EB51A4BA1E1}" dt="2025-10-17T20:52:53.641" v="205"/>
          <ac:spMkLst>
            <pc:docMk/>
            <pc:sldMk cId="1635377456" sldId="579"/>
            <ac:spMk id="1580" creationId="{9B9D02EC-E07C-4979-A834-4EFAE1E37E75}"/>
          </ac:spMkLst>
        </pc:spChg>
        <pc:spChg chg="del">
          <ac:chgData name="Alexander Simon Thrysøe" userId="3f9b9528-1df8-4235-9262-8bdb6141b1d9" providerId="ADAL" clId="{45C9CCB0-01C4-4662-962D-7EB51A4BA1E1}" dt="2025-10-17T20:52:53.641" v="206"/>
          <ac:spMkLst>
            <pc:docMk/>
            <pc:sldMk cId="1635377456" sldId="579"/>
            <ac:spMk id="1581" creationId="{9D968B7D-4A99-46B4-BE36-865C7BABBBD7}"/>
          </ac:spMkLst>
        </pc:spChg>
        <pc:spChg chg="del">
          <ac:chgData name="Alexander Simon Thrysøe" userId="3f9b9528-1df8-4235-9262-8bdb6141b1d9" providerId="ADAL" clId="{45C9CCB0-01C4-4662-962D-7EB51A4BA1E1}" dt="2025-10-17T20:52:53.641" v="207"/>
          <ac:spMkLst>
            <pc:docMk/>
            <pc:sldMk cId="1635377456" sldId="579"/>
            <ac:spMk id="1582" creationId="{437D07B9-E315-45A8-8E71-8F35E613BD2C}"/>
          </ac:spMkLst>
        </pc:spChg>
        <pc:spChg chg="del">
          <ac:chgData name="Alexander Simon Thrysøe" userId="3f9b9528-1df8-4235-9262-8bdb6141b1d9" providerId="ADAL" clId="{45C9CCB0-01C4-4662-962D-7EB51A4BA1E1}" dt="2025-10-17T20:52:53.641" v="208"/>
          <ac:spMkLst>
            <pc:docMk/>
            <pc:sldMk cId="1635377456" sldId="579"/>
            <ac:spMk id="1583" creationId="{347EF9C9-12A8-4F54-A955-DFE8F053F006}"/>
          </ac:spMkLst>
        </pc:spChg>
        <pc:spChg chg="add mod">
          <ac:chgData name="Alexander Simon Thrysøe" userId="3f9b9528-1df8-4235-9262-8bdb6141b1d9" providerId="ADAL" clId="{45C9CCB0-01C4-4662-962D-7EB51A4BA1E1}" dt="2025-10-17T20:52:54.327" v="683"/>
          <ac:spMkLst>
            <pc:docMk/>
            <pc:sldMk cId="1635377456" sldId="579"/>
            <ac:spMk id="1584" creationId="{803CC52A-F6D5-4367-9130-7E88BB54B48F}"/>
          </ac:spMkLst>
        </pc:spChg>
        <pc:spChg chg="add mod">
          <ac:chgData name="Alexander Simon Thrysøe" userId="3f9b9528-1df8-4235-9262-8bdb6141b1d9" providerId="ADAL" clId="{45C9CCB0-01C4-4662-962D-7EB51A4BA1E1}" dt="2025-10-17T20:52:54.331" v="691"/>
          <ac:spMkLst>
            <pc:docMk/>
            <pc:sldMk cId="1635377456" sldId="579"/>
            <ac:spMk id="1585" creationId="{E5F5E64E-962F-4B5D-983A-7C82B61787E5}"/>
          </ac:spMkLst>
        </pc:spChg>
        <pc:spChg chg="add mod">
          <ac:chgData name="Alexander Simon Thrysøe" userId="3f9b9528-1df8-4235-9262-8bdb6141b1d9" providerId="ADAL" clId="{45C9CCB0-01C4-4662-962D-7EB51A4BA1E1}" dt="2025-10-17T20:52:54.337" v="699"/>
          <ac:spMkLst>
            <pc:docMk/>
            <pc:sldMk cId="1635377456" sldId="579"/>
            <ac:spMk id="1586" creationId="{67A906A5-A3C5-477E-A6E2-8C48C248EDB2}"/>
          </ac:spMkLst>
        </pc:spChg>
        <pc:spChg chg="add mod">
          <ac:chgData name="Alexander Simon Thrysøe" userId="3f9b9528-1df8-4235-9262-8bdb6141b1d9" providerId="ADAL" clId="{45C9CCB0-01C4-4662-962D-7EB51A4BA1E1}" dt="2025-10-17T20:52:54.342" v="707"/>
          <ac:spMkLst>
            <pc:docMk/>
            <pc:sldMk cId="1635377456" sldId="579"/>
            <ac:spMk id="1587" creationId="{3E073F3D-D754-4F52-9820-38B1F6A00A1E}"/>
          </ac:spMkLst>
        </pc:spChg>
        <pc:spChg chg="add mod">
          <ac:chgData name="Alexander Simon Thrysøe" userId="3f9b9528-1df8-4235-9262-8bdb6141b1d9" providerId="ADAL" clId="{45C9CCB0-01C4-4662-962D-7EB51A4BA1E1}" dt="2025-10-17T20:52:54.346" v="715"/>
          <ac:spMkLst>
            <pc:docMk/>
            <pc:sldMk cId="1635377456" sldId="579"/>
            <ac:spMk id="1588" creationId="{0530E238-3126-45C0-B1CB-C22C48108F57}"/>
          </ac:spMkLst>
        </pc:spChg>
        <pc:spChg chg="add mod">
          <ac:chgData name="Alexander Simon Thrysøe" userId="3f9b9528-1df8-4235-9262-8bdb6141b1d9" providerId="ADAL" clId="{45C9CCB0-01C4-4662-962D-7EB51A4BA1E1}" dt="2025-10-17T20:52:54.352" v="723"/>
          <ac:spMkLst>
            <pc:docMk/>
            <pc:sldMk cId="1635377456" sldId="579"/>
            <ac:spMk id="1589" creationId="{586DB982-4AE4-4400-80BD-5A4FA5BCE9F2}"/>
          </ac:spMkLst>
        </pc:spChg>
        <pc:spChg chg="add mod">
          <ac:chgData name="Alexander Simon Thrysøe" userId="3f9b9528-1df8-4235-9262-8bdb6141b1d9" providerId="ADAL" clId="{45C9CCB0-01C4-4662-962D-7EB51A4BA1E1}" dt="2025-10-17T20:52:54.357" v="731"/>
          <ac:spMkLst>
            <pc:docMk/>
            <pc:sldMk cId="1635377456" sldId="579"/>
            <ac:spMk id="1590" creationId="{84F2E7F6-BC1D-4529-9E22-120DD5B39B4A}"/>
          </ac:spMkLst>
        </pc:spChg>
        <pc:spChg chg="add mod">
          <ac:chgData name="Alexander Simon Thrysøe" userId="3f9b9528-1df8-4235-9262-8bdb6141b1d9" providerId="ADAL" clId="{45C9CCB0-01C4-4662-962D-7EB51A4BA1E1}" dt="2025-10-17T20:52:54.361" v="739"/>
          <ac:spMkLst>
            <pc:docMk/>
            <pc:sldMk cId="1635377456" sldId="579"/>
            <ac:spMk id="1591" creationId="{5E827FFF-B3EE-495D-91E4-0B06D82938DC}"/>
          </ac:spMkLst>
        </pc:spChg>
        <pc:spChg chg="add mod">
          <ac:chgData name="Alexander Simon Thrysøe" userId="3f9b9528-1df8-4235-9262-8bdb6141b1d9" providerId="ADAL" clId="{45C9CCB0-01C4-4662-962D-7EB51A4BA1E1}" dt="2025-10-17T20:52:54.366" v="747"/>
          <ac:spMkLst>
            <pc:docMk/>
            <pc:sldMk cId="1635377456" sldId="579"/>
            <ac:spMk id="1592" creationId="{9F04D511-CF7A-40BB-8435-15254DB8770D}"/>
          </ac:spMkLst>
        </pc:spChg>
        <pc:spChg chg="add mod">
          <ac:chgData name="Alexander Simon Thrysøe" userId="3f9b9528-1df8-4235-9262-8bdb6141b1d9" providerId="ADAL" clId="{45C9CCB0-01C4-4662-962D-7EB51A4BA1E1}" dt="2025-10-17T20:52:54.373" v="755"/>
          <ac:spMkLst>
            <pc:docMk/>
            <pc:sldMk cId="1635377456" sldId="579"/>
            <ac:spMk id="1593" creationId="{A2455DFE-7A96-4FF8-A9B7-A796B62162C4}"/>
          </ac:spMkLst>
        </pc:spChg>
        <pc:spChg chg="add mod">
          <ac:chgData name="Alexander Simon Thrysøe" userId="3f9b9528-1df8-4235-9262-8bdb6141b1d9" providerId="ADAL" clId="{45C9CCB0-01C4-4662-962D-7EB51A4BA1E1}" dt="2025-10-17T20:52:54.377" v="763"/>
          <ac:spMkLst>
            <pc:docMk/>
            <pc:sldMk cId="1635377456" sldId="579"/>
            <ac:spMk id="1594" creationId="{192EBF56-10AA-42F2-9AE0-2B81250BEB97}"/>
          </ac:spMkLst>
        </pc:spChg>
        <pc:spChg chg="add mod">
          <ac:chgData name="Alexander Simon Thrysøe" userId="3f9b9528-1df8-4235-9262-8bdb6141b1d9" providerId="ADAL" clId="{45C9CCB0-01C4-4662-962D-7EB51A4BA1E1}" dt="2025-10-17T20:52:54.381" v="771"/>
          <ac:spMkLst>
            <pc:docMk/>
            <pc:sldMk cId="1635377456" sldId="579"/>
            <ac:spMk id="1595" creationId="{779E53F2-BFF5-48E0-826B-7B91F6B5C53F}"/>
          </ac:spMkLst>
        </pc:spChg>
        <pc:spChg chg="add mod">
          <ac:chgData name="Alexander Simon Thrysøe" userId="3f9b9528-1df8-4235-9262-8bdb6141b1d9" providerId="ADAL" clId="{45C9CCB0-01C4-4662-962D-7EB51A4BA1E1}" dt="2025-10-17T20:52:54.386" v="779"/>
          <ac:spMkLst>
            <pc:docMk/>
            <pc:sldMk cId="1635377456" sldId="579"/>
            <ac:spMk id="1596" creationId="{D47CBE66-DF1B-4BAB-A820-9A36305C40EA}"/>
          </ac:spMkLst>
        </pc:spChg>
        <pc:spChg chg="add mod">
          <ac:chgData name="Alexander Simon Thrysøe" userId="3f9b9528-1df8-4235-9262-8bdb6141b1d9" providerId="ADAL" clId="{45C9CCB0-01C4-4662-962D-7EB51A4BA1E1}" dt="2025-10-17T20:52:54.390" v="787"/>
          <ac:spMkLst>
            <pc:docMk/>
            <pc:sldMk cId="1635377456" sldId="579"/>
            <ac:spMk id="1597" creationId="{B7CCAD1F-885C-4E97-9690-7C42431922F7}"/>
          </ac:spMkLst>
        </pc:spChg>
        <pc:spChg chg="add mod">
          <ac:chgData name="Alexander Simon Thrysøe" userId="3f9b9528-1df8-4235-9262-8bdb6141b1d9" providerId="ADAL" clId="{45C9CCB0-01C4-4662-962D-7EB51A4BA1E1}" dt="2025-10-17T20:52:54.396" v="795"/>
          <ac:spMkLst>
            <pc:docMk/>
            <pc:sldMk cId="1635377456" sldId="579"/>
            <ac:spMk id="1598" creationId="{274F582D-D256-4F82-82AE-A6114E8B4D1B}"/>
          </ac:spMkLst>
        </pc:spChg>
        <pc:spChg chg="add mod">
          <ac:chgData name="Alexander Simon Thrysøe" userId="3f9b9528-1df8-4235-9262-8bdb6141b1d9" providerId="ADAL" clId="{45C9CCB0-01C4-4662-962D-7EB51A4BA1E1}" dt="2025-10-17T20:52:54.400" v="803"/>
          <ac:spMkLst>
            <pc:docMk/>
            <pc:sldMk cId="1635377456" sldId="579"/>
            <ac:spMk id="1599" creationId="{2B328D39-2AAD-4C3B-BD4F-A5ADB4674CF7}"/>
          </ac:spMkLst>
        </pc:spChg>
        <pc:spChg chg="add mod">
          <ac:chgData name="Alexander Simon Thrysøe" userId="3f9b9528-1df8-4235-9262-8bdb6141b1d9" providerId="ADAL" clId="{45C9CCB0-01C4-4662-962D-7EB51A4BA1E1}" dt="2025-10-17T20:52:54.406" v="811"/>
          <ac:spMkLst>
            <pc:docMk/>
            <pc:sldMk cId="1635377456" sldId="579"/>
            <ac:spMk id="1984" creationId="{F9244E16-8647-4E90-A087-53A500C7FAAD}"/>
          </ac:spMkLst>
        </pc:spChg>
        <pc:spChg chg="add mod">
          <ac:chgData name="Alexander Simon Thrysøe" userId="3f9b9528-1df8-4235-9262-8bdb6141b1d9" providerId="ADAL" clId="{45C9CCB0-01C4-4662-962D-7EB51A4BA1E1}" dt="2025-10-17T20:52:54.410" v="819"/>
          <ac:spMkLst>
            <pc:docMk/>
            <pc:sldMk cId="1635377456" sldId="579"/>
            <ac:spMk id="1985" creationId="{1A8D698A-9578-4629-8166-FEEB7FD0D6AF}"/>
          </ac:spMkLst>
        </pc:spChg>
        <pc:spChg chg="add mod">
          <ac:chgData name="Alexander Simon Thrysøe" userId="3f9b9528-1df8-4235-9262-8bdb6141b1d9" providerId="ADAL" clId="{45C9CCB0-01C4-4662-962D-7EB51A4BA1E1}" dt="2025-10-17T20:52:54.414" v="827"/>
          <ac:spMkLst>
            <pc:docMk/>
            <pc:sldMk cId="1635377456" sldId="579"/>
            <ac:spMk id="1986" creationId="{BEEA25E8-2115-43AE-857E-6AF0395AB7C3}"/>
          </ac:spMkLst>
        </pc:spChg>
        <pc:spChg chg="add mod">
          <ac:chgData name="Alexander Simon Thrysøe" userId="3f9b9528-1df8-4235-9262-8bdb6141b1d9" providerId="ADAL" clId="{45C9CCB0-01C4-4662-962D-7EB51A4BA1E1}" dt="2025-10-17T20:52:54.420" v="835"/>
          <ac:spMkLst>
            <pc:docMk/>
            <pc:sldMk cId="1635377456" sldId="579"/>
            <ac:spMk id="1987" creationId="{9A8C24E3-CF07-487A-A957-73AC08B8B427}"/>
          </ac:spMkLst>
        </pc:spChg>
        <pc:spChg chg="add mod">
          <ac:chgData name="Alexander Simon Thrysøe" userId="3f9b9528-1df8-4235-9262-8bdb6141b1d9" providerId="ADAL" clId="{45C9CCB0-01C4-4662-962D-7EB51A4BA1E1}" dt="2025-10-17T20:52:54.424" v="843"/>
          <ac:spMkLst>
            <pc:docMk/>
            <pc:sldMk cId="1635377456" sldId="579"/>
            <ac:spMk id="1988" creationId="{E4E4ECA1-B9B5-456C-A455-DAD04B36FC96}"/>
          </ac:spMkLst>
        </pc:spChg>
        <pc:spChg chg="add mod">
          <ac:chgData name="Alexander Simon Thrysøe" userId="3f9b9528-1df8-4235-9262-8bdb6141b1d9" providerId="ADAL" clId="{45C9CCB0-01C4-4662-962D-7EB51A4BA1E1}" dt="2025-10-17T20:52:54.430" v="851"/>
          <ac:spMkLst>
            <pc:docMk/>
            <pc:sldMk cId="1635377456" sldId="579"/>
            <ac:spMk id="1989" creationId="{3A8213FA-F46B-4941-99B7-0B96EA8975C4}"/>
          </ac:spMkLst>
        </pc:spChg>
        <pc:spChg chg="add mod">
          <ac:chgData name="Alexander Simon Thrysøe" userId="3f9b9528-1df8-4235-9262-8bdb6141b1d9" providerId="ADAL" clId="{45C9CCB0-01C4-4662-962D-7EB51A4BA1E1}" dt="2025-10-17T20:52:54.434" v="859"/>
          <ac:spMkLst>
            <pc:docMk/>
            <pc:sldMk cId="1635377456" sldId="579"/>
            <ac:spMk id="1990" creationId="{A6AEE74B-82BE-4CAA-A3E6-726B789AE029}"/>
          </ac:spMkLst>
        </pc:spChg>
        <pc:spChg chg="add mod">
          <ac:chgData name="Alexander Simon Thrysøe" userId="3f9b9528-1df8-4235-9262-8bdb6141b1d9" providerId="ADAL" clId="{45C9CCB0-01C4-4662-962D-7EB51A4BA1E1}" dt="2025-10-17T20:52:54.439" v="867"/>
          <ac:spMkLst>
            <pc:docMk/>
            <pc:sldMk cId="1635377456" sldId="579"/>
            <ac:spMk id="1991" creationId="{43D14995-772A-4244-BB4B-ECC501C93F87}"/>
          </ac:spMkLst>
        </pc:spChg>
        <pc:spChg chg="add mod">
          <ac:chgData name="Alexander Simon Thrysøe" userId="3f9b9528-1df8-4235-9262-8bdb6141b1d9" providerId="ADAL" clId="{45C9CCB0-01C4-4662-962D-7EB51A4BA1E1}" dt="2025-10-17T20:52:54.443" v="875"/>
          <ac:spMkLst>
            <pc:docMk/>
            <pc:sldMk cId="1635377456" sldId="579"/>
            <ac:spMk id="1992" creationId="{3E9533CF-59A7-441F-A27F-3A733FD51E0F}"/>
          </ac:spMkLst>
        </pc:spChg>
        <pc:spChg chg="add mod">
          <ac:chgData name="Alexander Simon Thrysøe" userId="3f9b9528-1df8-4235-9262-8bdb6141b1d9" providerId="ADAL" clId="{45C9CCB0-01C4-4662-962D-7EB51A4BA1E1}" dt="2025-10-17T20:52:54.450" v="883"/>
          <ac:spMkLst>
            <pc:docMk/>
            <pc:sldMk cId="1635377456" sldId="579"/>
            <ac:spMk id="1993" creationId="{4B91528A-F51D-4462-8CA4-F248F62A332B}"/>
          </ac:spMkLst>
        </pc:spChg>
        <pc:spChg chg="add mod">
          <ac:chgData name="Alexander Simon Thrysøe" userId="3f9b9528-1df8-4235-9262-8bdb6141b1d9" providerId="ADAL" clId="{45C9CCB0-01C4-4662-962D-7EB51A4BA1E1}" dt="2025-10-17T20:52:54.454" v="891"/>
          <ac:spMkLst>
            <pc:docMk/>
            <pc:sldMk cId="1635377456" sldId="579"/>
            <ac:spMk id="1994" creationId="{E10AC59E-B11A-4BE5-95E9-F0907FD4C933}"/>
          </ac:spMkLst>
        </pc:spChg>
        <pc:spChg chg="add mod">
          <ac:chgData name="Alexander Simon Thrysøe" userId="3f9b9528-1df8-4235-9262-8bdb6141b1d9" providerId="ADAL" clId="{45C9CCB0-01C4-4662-962D-7EB51A4BA1E1}" dt="2025-10-17T20:52:54.458" v="899"/>
          <ac:spMkLst>
            <pc:docMk/>
            <pc:sldMk cId="1635377456" sldId="579"/>
            <ac:spMk id="1995" creationId="{62D60BF5-7353-4BD2-A0B2-1F70D173025D}"/>
          </ac:spMkLst>
        </pc:spChg>
        <pc:spChg chg="add mod">
          <ac:chgData name="Alexander Simon Thrysøe" userId="3f9b9528-1df8-4235-9262-8bdb6141b1d9" providerId="ADAL" clId="{45C9CCB0-01C4-4662-962D-7EB51A4BA1E1}" dt="2025-10-17T20:52:54.463" v="907"/>
          <ac:spMkLst>
            <pc:docMk/>
            <pc:sldMk cId="1635377456" sldId="579"/>
            <ac:spMk id="1996" creationId="{83D87E93-3AC5-4728-935E-07527D62F25B}"/>
          </ac:spMkLst>
        </pc:spChg>
        <pc:spChg chg="add mod">
          <ac:chgData name="Alexander Simon Thrysøe" userId="3f9b9528-1df8-4235-9262-8bdb6141b1d9" providerId="ADAL" clId="{45C9CCB0-01C4-4662-962D-7EB51A4BA1E1}" dt="2025-10-17T20:52:54.468" v="915"/>
          <ac:spMkLst>
            <pc:docMk/>
            <pc:sldMk cId="1635377456" sldId="579"/>
            <ac:spMk id="1997" creationId="{A106A482-28E9-4E93-9695-F21857ACC8A0}"/>
          </ac:spMkLst>
        </pc:spChg>
        <pc:spChg chg="add mod">
          <ac:chgData name="Alexander Simon Thrysøe" userId="3f9b9528-1df8-4235-9262-8bdb6141b1d9" providerId="ADAL" clId="{45C9CCB0-01C4-4662-962D-7EB51A4BA1E1}" dt="2025-10-17T20:52:54.472" v="923"/>
          <ac:spMkLst>
            <pc:docMk/>
            <pc:sldMk cId="1635377456" sldId="579"/>
            <ac:spMk id="1998" creationId="{5B4197E1-ED6C-43D5-A8FC-4D32DCE41030}"/>
          </ac:spMkLst>
        </pc:spChg>
        <pc:spChg chg="add mod">
          <ac:chgData name="Alexander Simon Thrysøe" userId="3f9b9528-1df8-4235-9262-8bdb6141b1d9" providerId="ADAL" clId="{45C9CCB0-01C4-4662-962D-7EB51A4BA1E1}" dt="2025-10-17T20:52:54.476" v="931"/>
          <ac:spMkLst>
            <pc:docMk/>
            <pc:sldMk cId="1635377456" sldId="579"/>
            <ac:spMk id="1999" creationId="{A810604C-8042-419B-9448-C21764D50F90}"/>
          </ac:spMkLst>
        </pc:spChg>
        <pc:spChg chg="add mod">
          <ac:chgData name="Alexander Simon Thrysøe" userId="3f9b9528-1df8-4235-9262-8bdb6141b1d9" providerId="ADAL" clId="{45C9CCB0-01C4-4662-962D-7EB51A4BA1E1}" dt="2025-10-17T20:52:54.481" v="939"/>
          <ac:spMkLst>
            <pc:docMk/>
            <pc:sldMk cId="1635377456" sldId="579"/>
            <ac:spMk id="2000" creationId="{EF58455E-4912-40D0-99A2-25DEDF46449A}"/>
          </ac:spMkLst>
        </pc:spChg>
        <pc:spChg chg="add mod">
          <ac:chgData name="Alexander Simon Thrysøe" userId="3f9b9528-1df8-4235-9262-8bdb6141b1d9" providerId="ADAL" clId="{45C9CCB0-01C4-4662-962D-7EB51A4BA1E1}" dt="2025-10-17T20:52:54.487" v="947"/>
          <ac:spMkLst>
            <pc:docMk/>
            <pc:sldMk cId="1635377456" sldId="579"/>
            <ac:spMk id="2001" creationId="{0CE5FD37-04CF-4651-85FE-799C38AE2194}"/>
          </ac:spMkLst>
        </pc:spChg>
        <pc:spChg chg="add mod">
          <ac:chgData name="Alexander Simon Thrysøe" userId="3f9b9528-1df8-4235-9262-8bdb6141b1d9" providerId="ADAL" clId="{45C9CCB0-01C4-4662-962D-7EB51A4BA1E1}" dt="2025-10-17T20:52:54.492" v="955"/>
          <ac:spMkLst>
            <pc:docMk/>
            <pc:sldMk cId="1635377456" sldId="579"/>
            <ac:spMk id="2002" creationId="{5EDE030D-1296-4E21-AE64-11744B82644B}"/>
          </ac:spMkLst>
        </pc:spChg>
        <pc:spChg chg="add mod">
          <ac:chgData name="Alexander Simon Thrysøe" userId="3f9b9528-1df8-4235-9262-8bdb6141b1d9" providerId="ADAL" clId="{45C9CCB0-01C4-4662-962D-7EB51A4BA1E1}" dt="2025-10-17T20:52:54.497" v="963"/>
          <ac:spMkLst>
            <pc:docMk/>
            <pc:sldMk cId="1635377456" sldId="579"/>
            <ac:spMk id="2003" creationId="{3560D550-2368-479D-8A79-483785245274}"/>
          </ac:spMkLst>
        </pc:spChg>
        <pc:spChg chg="add mod">
          <ac:chgData name="Alexander Simon Thrysøe" userId="3f9b9528-1df8-4235-9262-8bdb6141b1d9" providerId="ADAL" clId="{45C9CCB0-01C4-4662-962D-7EB51A4BA1E1}" dt="2025-10-17T20:52:54.502" v="971"/>
          <ac:spMkLst>
            <pc:docMk/>
            <pc:sldMk cId="1635377456" sldId="579"/>
            <ac:spMk id="2004" creationId="{E6FD2A3D-B423-40AA-92C2-E5564BEE6639}"/>
          </ac:spMkLst>
        </pc:spChg>
        <pc:spChg chg="add mod">
          <ac:chgData name="Alexander Simon Thrysøe" userId="3f9b9528-1df8-4235-9262-8bdb6141b1d9" providerId="ADAL" clId="{45C9CCB0-01C4-4662-962D-7EB51A4BA1E1}" dt="2025-10-17T20:52:54.506" v="979"/>
          <ac:spMkLst>
            <pc:docMk/>
            <pc:sldMk cId="1635377456" sldId="579"/>
            <ac:spMk id="2005" creationId="{D2A116C0-265B-4726-923E-1D5B2818707F}"/>
          </ac:spMkLst>
        </pc:spChg>
        <pc:spChg chg="add mod">
          <ac:chgData name="Alexander Simon Thrysøe" userId="3f9b9528-1df8-4235-9262-8bdb6141b1d9" providerId="ADAL" clId="{45C9CCB0-01C4-4662-962D-7EB51A4BA1E1}" dt="2025-10-17T20:52:54.511" v="987"/>
          <ac:spMkLst>
            <pc:docMk/>
            <pc:sldMk cId="1635377456" sldId="579"/>
            <ac:spMk id="2006" creationId="{A97B6986-2743-4358-BEA2-524BAF7A8683}"/>
          </ac:spMkLst>
        </pc:spChg>
        <pc:spChg chg="add mod">
          <ac:chgData name="Alexander Simon Thrysøe" userId="3f9b9528-1df8-4235-9262-8bdb6141b1d9" providerId="ADAL" clId="{45C9CCB0-01C4-4662-962D-7EB51A4BA1E1}" dt="2025-10-17T20:52:54.515" v="995"/>
          <ac:spMkLst>
            <pc:docMk/>
            <pc:sldMk cId="1635377456" sldId="579"/>
            <ac:spMk id="2007" creationId="{2941E7CA-14EC-4675-BAE0-FD4C79429F69}"/>
          </ac:spMkLst>
        </pc:spChg>
        <pc:spChg chg="add mod">
          <ac:chgData name="Alexander Simon Thrysøe" userId="3f9b9528-1df8-4235-9262-8bdb6141b1d9" providerId="ADAL" clId="{45C9CCB0-01C4-4662-962D-7EB51A4BA1E1}" dt="2025-10-17T20:52:54.519" v="1003"/>
          <ac:spMkLst>
            <pc:docMk/>
            <pc:sldMk cId="1635377456" sldId="579"/>
            <ac:spMk id="2008" creationId="{BAC2631E-26E7-47AC-A52B-5272ABED9A1F}"/>
          </ac:spMkLst>
        </pc:spChg>
        <pc:spChg chg="add mod">
          <ac:chgData name="Alexander Simon Thrysøe" userId="3f9b9528-1df8-4235-9262-8bdb6141b1d9" providerId="ADAL" clId="{45C9CCB0-01C4-4662-962D-7EB51A4BA1E1}" dt="2025-10-17T20:52:54.525" v="1011"/>
          <ac:spMkLst>
            <pc:docMk/>
            <pc:sldMk cId="1635377456" sldId="579"/>
            <ac:spMk id="2009" creationId="{4930211A-88CF-479D-8C0F-E54B64786E37}"/>
          </ac:spMkLst>
        </pc:spChg>
        <pc:spChg chg="add mod">
          <ac:chgData name="Alexander Simon Thrysøe" userId="3f9b9528-1df8-4235-9262-8bdb6141b1d9" providerId="ADAL" clId="{45C9CCB0-01C4-4662-962D-7EB51A4BA1E1}" dt="2025-10-17T20:52:54.529" v="1019"/>
          <ac:spMkLst>
            <pc:docMk/>
            <pc:sldMk cId="1635377456" sldId="579"/>
            <ac:spMk id="2010" creationId="{74A5175A-F102-4C6B-95B4-7F88D503A74C}"/>
          </ac:spMkLst>
        </pc:spChg>
        <pc:spChg chg="add mod">
          <ac:chgData name="Alexander Simon Thrysøe" userId="3f9b9528-1df8-4235-9262-8bdb6141b1d9" providerId="ADAL" clId="{45C9CCB0-01C4-4662-962D-7EB51A4BA1E1}" dt="2025-10-17T20:52:54.535" v="1027"/>
          <ac:spMkLst>
            <pc:docMk/>
            <pc:sldMk cId="1635377456" sldId="579"/>
            <ac:spMk id="2011" creationId="{9E0F27AE-20EE-440F-9A77-4D29BF163115}"/>
          </ac:spMkLst>
        </pc:spChg>
        <pc:spChg chg="add mod">
          <ac:chgData name="Alexander Simon Thrysøe" userId="3f9b9528-1df8-4235-9262-8bdb6141b1d9" providerId="ADAL" clId="{45C9CCB0-01C4-4662-962D-7EB51A4BA1E1}" dt="2025-10-17T20:52:54.539" v="1035"/>
          <ac:spMkLst>
            <pc:docMk/>
            <pc:sldMk cId="1635377456" sldId="579"/>
            <ac:spMk id="2012" creationId="{A52AB0DE-1BE4-4BF2-9778-7F05D119CA05}"/>
          </ac:spMkLst>
        </pc:spChg>
        <pc:spChg chg="add mod">
          <ac:chgData name="Alexander Simon Thrysøe" userId="3f9b9528-1df8-4235-9262-8bdb6141b1d9" providerId="ADAL" clId="{45C9CCB0-01C4-4662-962D-7EB51A4BA1E1}" dt="2025-10-17T20:52:54.545" v="1043"/>
          <ac:spMkLst>
            <pc:docMk/>
            <pc:sldMk cId="1635377456" sldId="579"/>
            <ac:spMk id="2013" creationId="{D6237D9F-DA89-4974-A205-EAD0DF7D2AB0}"/>
          </ac:spMkLst>
        </pc:spChg>
        <pc:spChg chg="add mod">
          <ac:chgData name="Alexander Simon Thrysøe" userId="3f9b9528-1df8-4235-9262-8bdb6141b1d9" providerId="ADAL" clId="{45C9CCB0-01C4-4662-962D-7EB51A4BA1E1}" dt="2025-10-17T20:52:54.549" v="1051"/>
          <ac:spMkLst>
            <pc:docMk/>
            <pc:sldMk cId="1635377456" sldId="579"/>
            <ac:spMk id="2014" creationId="{2882A9E3-EA5A-4FF5-B190-D93102D38955}"/>
          </ac:spMkLst>
        </pc:spChg>
        <pc:spChg chg="add mod">
          <ac:chgData name="Alexander Simon Thrysøe" userId="3f9b9528-1df8-4235-9262-8bdb6141b1d9" providerId="ADAL" clId="{45C9CCB0-01C4-4662-962D-7EB51A4BA1E1}" dt="2025-10-17T20:52:54.553" v="1059"/>
          <ac:spMkLst>
            <pc:docMk/>
            <pc:sldMk cId="1635377456" sldId="579"/>
            <ac:spMk id="2015" creationId="{5DB45C23-1663-46FE-BEC1-1C4DB62DDFD6}"/>
          </ac:spMkLst>
        </pc:spChg>
        <pc:spChg chg="add mod">
          <ac:chgData name="Alexander Simon Thrysøe" userId="3f9b9528-1df8-4235-9262-8bdb6141b1d9" providerId="ADAL" clId="{45C9CCB0-01C4-4662-962D-7EB51A4BA1E1}" dt="2025-10-17T20:52:54.559" v="1067"/>
          <ac:spMkLst>
            <pc:docMk/>
            <pc:sldMk cId="1635377456" sldId="579"/>
            <ac:spMk id="2016" creationId="{A4D1B001-2DBE-4BC2-AD6E-B4762830BFA5}"/>
          </ac:spMkLst>
        </pc:spChg>
        <pc:spChg chg="add mod">
          <ac:chgData name="Alexander Simon Thrysøe" userId="3f9b9528-1df8-4235-9262-8bdb6141b1d9" providerId="ADAL" clId="{45C9CCB0-01C4-4662-962D-7EB51A4BA1E1}" dt="2025-10-17T20:52:54.562" v="1075"/>
          <ac:spMkLst>
            <pc:docMk/>
            <pc:sldMk cId="1635377456" sldId="579"/>
            <ac:spMk id="2017" creationId="{034FAAA8-7818-4B95-8862-37EDECC5B0B8}"/>
          </ac:spMkLst>
        </pc:spChg>
        <pc:spChg chg="add mod">
          <ac:chgData name="Alexander Simon Thrysøe" userId="3f9b9528-1df8-4235-9262-8bdb6141b1d9" providerId="ADAL" clId="{45C9CCB0-01C4-4662-962D-7EB51A4BA1E1}" dt="2025-10-17T20:52:54.568" v="1083"/>
          <ac:spMkLst>
            <pc:docMk/>
            <pc:sldMk cId="1635377456" sldId="579"/>
            <ac:spMk id="2018" creationId="{4F67F502-95C9-40B0-8022-2A0EAB4678C8}"/>
          </ac:spMkLst>
        </pc:spChg>
        <pc:spChg chg="add mod">
          <ac:chgData name="Alexander Simon Thrysøe" userId="3f9b9528-1df8-4235-9262-8bdb6141b1d9" providerId="ADAL" clId="{45C9CCB0-01C4-4662-962D-7EB51A4BA1E1}" dt="2025-10-17T20:52:54.572" v="1091"/>
          <ac:spMkLst>
            <pc:docMk/>
            <pc:sldMk cId="1635377456" sldId="579"/>
            <ac:spMk id="2019" creationId="{E5F69D21-1034-449B-AC0D-10DCD196F3EB}"/>
          </ac:spMkLst>
        </pc:spChg>
        <pc:spChg chg="add mod">
          <ac:chgData name="Alexander Simon Thrysøe" userId="3f9b9528-1df8-4235-9262-8bdb6141b1d9" providerId="ADAL" clId="{45C9CCB0-01C4-4662-962D-7EB51A4BA1E1}" dt="2025-10-17T20:52:54.579" v="1099"/>
          <ac:spMkLst>
            <pc:docMk/>
            <pc:sldMk cId="1635377456" sldId="579"/>
            <ac:spMk id="2020" creationId="{D5F81136-19CB-484E-90FA-203891E6D06C}"/>
          </ac:spMkLst>
        </pc:spChg>
        <pc:spChg chg="del">
          <ac:chgData name="Alexander Simon Thrysøe" userId="3f9b9528-1df8-4235-9262-8bdb6141b1d9" providerId="ADAL" clId="{45C9CCB0-01C4-4662-962D-7EB51A4BA1E1}" dt="2025-10-17T20:52:53.641" v="209"/>
          <ac:spMkLst>
            <pc:docMk/>
            <pc:sldMk cId="1635377456" sldId="579"/>
            <ac:spMk id="2021" creationId="{6B1E1E11-85C1-4AAC-860B-54E4E1ED1211}"/>
          </ac:spMkLst>
        </pc:spChg>
        <pc:spChg chg="del">
          <ac:chgData name="Alexander Simon Thrysøe" userId="3f9b9528-1df8-4235-9262-8bdb6141b1d9" providerId="ADAL" clId="{45C9CCB0-01C4-4662-962D-7EB51A4BA1E1}" dt="2025-10-17T20:52:53.641" v="210"/>
          <ac:spMkLst>
            <pc:docMk/>
            <pc:sldMk cId="1635377456" sldId="579"/>
            <ac:spMk id="2022" creationId="{0BDAA79B-D61A-4C90-B08E-DDEEF3B936DB}"/>
          </ac:spMkLst>
        </pc:spChg>
        <pc:spChg chg="del">
          <ac:chgData name="Alexander Simon Thrysøe" userId="3f9b9528-1df8-4235-9262-8bdb6141b1d9" providerId="ADAL" clId="{45C9CCB0-01C4-4662-962D-7EB51A4BA1E1}" dt="2025-10-17T20:52:53.641" v="211"/>
          <ac:spMkLst>
            <pc:docMk/>
            <pc:sldMk cId="1635377456" sldId="579"/>
            <ac:spMk id="2023" creationId="{FB574825-186B-47B9-8CC3-32D314ED8970}"/>
          </ac:spMkLst>
        </pc:spChg>
        <pc:spChg chg="del">
          <ac:chgData name="Alexander Simon Thrysøe" userId="3f9b9528-1df8-4235-9262-8bdb6141b1d9" providerId="ADAL" clId="{45C9CCB0-01C4-4662-962D-7EB51A4BA1E1}" dt="2025-10-17T20:52:53.641" v="212"/>
          <ac:spMkLst>
            <pc:docMk/>
            <pc:sldMk cId="1635377456" sldId="579"/>
            <ac:spMk id="2024" creationId="{6167B5F3-F6C7-44D2-B0AB-D887C099F1AA}"/>
          </ac:spMkLst>
        </pc:spChg>
        <pc:spChg chg="del">
          <ac:chgData name="Alexander Simon Thrysøe" userId="3f9b9528-1df8-4235-9262-8bdb6141b1d9" providerId="ADAL" clId="{45C9CCB0-01C4-4662-962D-7EB51A4BA1E1}" dt="2025-10-17T20:52:53.641" v="213"/>
          <ac:spMkLst>
            <pc:docMk/>
            <pc:sldMk cId="1635377456" sldId="579"/>
            <ac:spMk id="2025" creationId="{FA101D37-1ABF-4608-A0AB-318A2C7F268E}"/>
          </ac:spMkLst>
        </pc:spChg>
        <pc:spChg chg="del">
          <ac:chgData name="Alexander Simon Thrysøe" userId="3f9b9528-1df8-4235-9262-8bdb6141b1d9" providerId="ADAL" clId="{45C9CCB0-01C4-4662-962D-7EB51A4BA1E1}" dt="2025-10-17T20:52:53.641" v="214"/>
          <ac:spMkLst>
            <pc:docMk/>
            <pc:sldMk cId="1635377456" sldId="579"/>
            <ac:spMk id="2026" creationId="{52F48C7C-27BA-4777-9834-5F9F4AE023A6}"/>
          </ac:spMkLst>
        </pc:spChg>
        <pc:spChg chg="del">
          <ac:chgData name="Alexander Simon Thrysøe" userId="3f9b9528-1df8-4235-9262-8bdb6141b1d9" providerId="ADAL" clId="{45C9CCB0-01C4-4662-962D-7EB51A4BA1E1}" dt="2025-10-17T20:52:53.641" v="215"/>
          <ac:spMkLst>
            <pc:docMk/>
            <pc:sldMk cId="1635377456" sldId="579"/>
            <ac:spMk id="2027" creationId="{66213869-D4E7-4DF9-AD9C-29C0F56EB31C}"/>
          </ac:spMkLst>
        </pc:spChg>
        <pc:spChg chg="del">
          <ac:chgData name="Alexander Simon Thrysøe" userId="3f9b9528-1df8-4235-9262-8bdb6141b1d9" providerId="ADAL" clId="{45C9CCB0-01C4-4662-962D-7EB51A4BA1E1}" dt="2025-10-17T20:52:53.641" v="216"/>
          <ac:spMkLst>
            <pc:docMk/>
            <pc:sldMk cId="1635377456" sldId="579"/>
            <ac:spMk id="2028" creationId="{C66894B0-E90C-4343-8C59-BE7863A5FA15}"/>
          </ac:spMkLst>
        </pc:spChg>
        <pc:spChg chg="del">
          <ac:chgData name="Alexander Simon Thrysøe" userId="3f9b9528-1df8-4235-9262-8bdb6141b1d9" providerId="ADAL" clId="{45C9CCB0-01C4-4662-962D-7EB51A4BA1E1}" dt="2025-10-17T20:52:53.641" v="217"/>
          <ac:spMkLst>
            <pc:docMk/>
            <pc:sldMk cId="1635377456" sldId="579"/>
            <ac:spMk id="2029" creationId="{EFE54164-0C1B-4201-808E-9AA33DE3978F}"/>
          </ac:spMkLst>
        </pc:spChg>
        <pc:spChg chg="del">
          <ac:chgData name="Alexander Simon Thrysøe" userId="3f9b9528-1df8-4235-9262-8bdb6141b1d9" providerId="ADAL" clId="{45C9CCB0-01C4-4662-962D-7EB51A4BA1E1}" dt="2025-10-17T20:52:53.641" v="218"/>
          <ac:spMkLst>
            <pc:docMk/>
            <pc:sldMk cId="1635377456" sldId="579"/>
            <ac:spMk id="2030" creationId="{E7B325A0-A63C-4FEE-8293-25B4B3C49254}"/>
          </ac:spMkLst>
        </pc:spChg>
        <pc:spChg chg="del">
          <ac:chgData name="Alexander Simon Thrysøe" userId="3f9b9528-1df8-4235-9262-8bdb6141b1d9" providerId="ADAL" clId="{45C9CCB0-01C4-4662-962D-7EB51A4BA1E1}" dt="2025-10-17T20:52:53.641" v="219"/>
          <ac:spMkLst>
            <pc:docMk/>
            <pc:sldMk cId="1635377456" sldId="579"/>
            <ac:spMk id="2031" creationId="{6044F047-1002-4E89-B757-44261F5DB991}"/>
          </ac:spMkLst>
        </pc:spChg>
        <pc:spChg chg="del">
          <ac:chgData name="Alexander Simon Thrysøe" userId="3f9b9528-1df8-4235-9262-8bdb6141b1d9" providerId="ADAL" clId="{45C9CCB0-01C4-4662-962D-7EB51A4BA1E1}" dt="2025-10-17T20:52:53.641" v="220"/>
          <ac:spMkLst>
            <pc:docMk/>
            <pc:sldMk cId="1635377456" sldId="579"/>
            <ac:spMk id="2032" creationId="{64BF8C91-B874-45FE-803C-9E4E270239F8}"/>
          </ac:spMkLst>
        </pc:spChg>
        <pc:spChg chg="del">
          <ac:chgData name="Alexander Simon Thrysøe" userId="3f9b9528-1df8-4235-9262-8bdb6141b1d9" providerId="ADAL" clId="{45C9CCB0-01C4-4662-962D-7EB51A4BA1E1}" dt="2025-10-17T20:52:53.641" v="221"/>
          <ac:spMkLst>
            <pc:docMk/>
            <pc:sldMk cId="1635377456" sldId="579"/>
            <ac:spMk id="2033" creationId="{F9E8B89D-557D-4F05-BC18-5A9035E8ED95}"/>
          </ac:spMkLst>
        </pc:spChg>
        <pc:spChg chg="del">
          <ac:chgData name="Alexander Simon Thrysøe" userId="3f9b9528-1df8-4235-9262-8bdb6141b1d9" providerId="ADAL" clId="{45C9CCB0-01C4-4662-962D-7EB51A4BA1E1}" dt="2025-10-17T20:52:53.641" v="222"/>
          <ac:spMkLst>
            <pc:docMk/>
            <pc:sldMk cId="1635377456" sldId="579"/>
            <ac:spMk id="2034" creationId="{35879CF7-8700-4430-8CFF-4ED4A7FDAC1A}"/>
          </ac:spMkLst>
        </pc:spChg>
        <pc:spChg chg="del">
          <ac:chgData name="Alexander Simon Thrysøe" userId="3f9b9528-1df8-4235-9262-8bdb6141b1d9" providerId="ADAL" clId="{45C9CCB0-01C4-4662-962D-7EB51A4BA1E1}" dt="2025-10-17T20:52:53.641" v="223"/>
          <ac:spMkLst>
            <pc:docMk/>
            <pc:sldMk cId="1635377456" sldId="579"/>
            <ac:spMk id="2035" creationId="{F95CC7E5-80DD-4DFB-97E8-823D0B5C49F8}"/>
          </ac:spMkLst>
        </pc:spChg>
        <pc:spChg chg="del">
          <ac:chgData name="Alexander Simon Thrysøe" userId="3f9b9528-1df8-4235-9262-8bdb6141b1d9" providerId="ADAL" clId="{45C9CCB0-01C4-4662-962D-7EB51A4BA1E1}" dt="2025-10-17T20:52:53.641" v="224"/>
          <ac:spMkLst>
            <pc:docMk/>
            <pc:sldMk cId="1635377456" sldId="579"/>
            <ac:spMk id="2036" creationId="{C1DFA72B-1072-47EB-8297-A8571DBF9768}"/>
          </ac:spMkLst>
        </pc:spChg>
        <pc:spChg chg="del">
          <ac:chgData name="Alexander Simon Thrysøe" userId="3f9b9528-1df8-4235-9262-8bdb6141b1d9" providerId="ADAL" clId="{45C9CCB0-01C4-4662-962D-7EB51A4BA1E1}" dt="2025-10-17T20:52:53.641" v="225"/>
          <ac:spMkLst>
            <pc:docMk/>
            <pc:sldMk cId="1635377456" sldId="579"/>
            <ac:spMk id="2037" creationId="{F40A9F51-A90F-4EE4-83EA-0790B05750EA}"/>
          </ac:spMkLst>
        </pc:spChg>
        <pc:spChg chg="del">
          <ac:chgData name="Alexander Simon Thrysøe" userId="3f9b9528-1df8-4235-9262-8bdb6141b1d9" providerId="ADAL" clId="{45C9CCB0-01C4-4662-962D-7EB51A4BA1E1}" dt="2025-10-17T20:52:53.641" v="226"/>
          <ac:spMkLst>
            <pc:docMk/>
            <pc:sldMk cId="1635377456" sldId="579"/>
            <ac:spMk id="2038" creationId="{F3ED1758-247B-4EC6-B9EF-8E533809D9E1}"/>
          </ac:spMkLst>
        </pc:spChg>
        <pc:spChg chg="del">
          <ac:chgData name="Alexander Simon Thrysøe" userId="3f9b9528-1df8-4235-9262-8bdb6141b1d9" providerId="ADAL" clId="{45C9CCB0-01C4-4662-962D-7EB51A4BA1E1}" dt="2025-10-17T20:52:53.641" v="227"/>
          <ac:spMkLst>
            <pc:docMk/>
            <pc:sldMk cId="1635377456" sldId="579"/>
            <ac:spMk id="2039" creationId="{3CF3DFF0-0379-4A21-B67D-1E97745A89E3}"/>
          </ac:spMkLst>
        </pc:spChg>
        <pc:spChg chg="del">
          <ac:chgData name="Alexander Simon Thrysøe" userId="3f9b9528-1df8-4235-9262-8bdb6141b1d9" providerId="ADAL" clId="{45C9CCB0-01C4-4662-962D-7EB51A4BA1E1}" dt="2025-10-17T20:52:53.641" v="228"/>
          <ac:spMkLst>
            <pc:docMk/>
            <pc:sldMk cId="1635377456" sldId="579"/>
            <ac:spMk id="2040" creationId="{E28E807D-1C5C-4526-B23D-8C216B9BA929}"/>
          </ac:spMkLst>
        </pc:spChg>
        <pc:spChg chg="del">
          <ac:chgData name="Alexander Simon Thrysøe" userId="3f9b9528-1df8-4235-9262-8bdb6141b1d9" providerId="ADAL" clId="{45C9CCB0-01C4-4662-962D-7EB51A4BA1E1}" dt="2025-10-17T20:52:53.641" v="229"/>
          <ac:spMkLst>
            <pc:docMk/>
            <pc:sldMk cId="1635377456" sldId="579"/>
            <ac:spMk id="2041" creationId="{93B4EC9E-9A24-463C-A3AD-C27DC03E947D}"/>
          </ac:spMkLst>
        </pc:spChg>
        <pc:spChg chg="del">
          <ac:chgData name="Alexander Simon Thrysøe" userId="3f9b9528-1df8-4235-9262-8bdb6141b1d9" providerId="ADAL" clId="{45C9CCB0-01C4-4662-962D-7EB51A4BA1E1}" dt="2025-10-17T20:52:53.641" v="230"/>
          <ac:spMkLst>
            <pc:docMk/>
            <pc:sldMk cId="1635377456" sldId="579"/>
            <ac:spMk id="2042" creationId="{034AC5FF-9F75-4930-9B6D-6567B869450D}"/>
          </ac:spMkLst>
        </pc:spChg>
        <pc:spChg chg="del">
          <ac:chgData name="Alexander Simon Thrysøe" userId="3f9b9528-1df8-4235-9262-8bdb6141b1d9" providerId="ADAL" clId="{45C9CCB0-01C4-4662-962D-7EB51A4BA1E1}" dt="2025-10-17T20:52:53.654" v="231"/>
          <ac:spMkLst>
            <pc:docMk/>
            <pc:sldMk cId="1635377456" sldId="579"/>
            <ac:spMk id="2043" creationId="{DE41DBC5-2F8D-4E8F-84D5-098CEF3F0236}"/>
          </ac:spMkLst>
        </pc:spChg>
        <pc:spChg chg="del">
          <ac:chgData name="Alexander Simon Thrysøe" userId="3f9b9528-1df8-4235-9262-8bdb6141b1d9" providerId="ADAL" clId="{45C9CCB0-01C4-4662-962D-7EB51A4BA1E1}" dt="2025-10-17T20:52:53.654" v="232"/>
          <ac:spMkLst>
            <pc:docMk/>
            <pc:sldMk cId="1635377456" sldId="579"/>
            <ac:spMk id="2044" creationId="{6E319273-9526-415F-B12C-46D2037CC3D4}"/>
          </ac:spMkLst>
        </pc:spChg>
        <pc:spChg chg="del">
          <ac:chgData name="Alexander Simon Thrysøe" userId="3f9b9528-1df8-4235-9262-8bdb6141b1d9" providerId="ADAL" clId="{45C9CCB0-01C4-4662-962D-7EB51A4BA1E1}" dt="2025-10-17T20:52:53.654" v="233"/>
          <ac:spMkLst>
            <pc:docMk/>
            <pc:sldMk cId="1635377456" sldId="579"/>
            <ac:spMk id="2045" creationId="{40C3A07F-16CA-4846-8170-1E796C8DE70B}"/>
          </ac:spMkLst>
        </pc:spChg>
        <pc:spChg chg="del">
          <ac:chgData name="Alexander Simon Thrysøe" userId="3f9b9528-1df8-4235-9262-8bdb6141b1d9" providerId="ADAL" clId="{45C9CCB0-01C4-4662-962D-7EB51A4BA1E1}" dt="2025-10-17T20:52:53.654" v="234"/>
          <ac:spMkLst>
            <pc:docMk/>
            <pc:sldMk cId="1635377456" sldId="579"/>
            <ac:spMk id="2046" creationId="{6E1E2582-245E-49F6-B301-120097F12593}"/>
          </ac:spMkLst>
        </pc:spChg>
        <pc:spChg chg="del">
          <ac:chgData name="Alexander Simon Thrysøe" userId="3f9b9528-1df8-4235-9262-8bdb6141b1d9" providerId="ADAL" clId="{45C9CCB0-01C4-4662-962D-7EB51A4BA1E1}" dt="2025-10-17T20:52:53.654" v="235"/>
          <ac:spMkLst>
            <pc:docMk/>
            <pc:sldMk cId="1635377456" sldId="579"/>
            <ac:spMk id="2047" creationId="{15ED9AA5-6A38-4AFD-B2A7-266AEAF9D582}"/>
          </ac:spMkLst>
        </pc:spChg>
        <pc:spChg chg="del">
          <ac:chgData name="Alexander Simon Thrysøe" userId="3f9b9528-1df8-4235-9262-8bdb6141b1d9" providerId="ADAL" clId="{45C9CCB0-01C4-4662-962D-7EB51A4BA1E1}" dt="2025-10-17T20:52:53.657" v="236"/>
          <ac:spMkLst>
            <pc:docMk/>
            <pc:sldMk cId="1635377456" sldId="579"/>
            <ac:spMk id="2048" creationId="{032E8923-8DE6-40FB-A8DA-5A79569D4B67}"/>
          </ac:spMkLst>
        </pc:spChg>
        <pc:spChg chg="del">
          <ac:chgData name="Alexander Simon Thrysøe" userId="3f9b9528-1df8-4235-9262-8bdb6141b1d9" providerId="ADAL" clId="{45C9CCB0-01C4-4662-962D-7EB51A4BA1E1}" dt="2025-10-17T20:52:53.657" v="237"/>
          <ac:spMkLst>
            <pc:docMk/>
            <pc:sldMk cId="1635377456" sldId="579"/>
            <ac:spMk id="2049" creationId="{27F7A5EF-A286-43CB-80D6-67A852DF056D}"/>
          </ac:spMkLst>
        </pc:spChg>
        <pc:spChg chg="del">
          <ac:chgData name="Alexander Simon Thrysøe" userId="3f9b9528-1df8-4235-9262-8bdb6141b1d9" providerId="ADAL" clId="{45C9CCB0-01C4-4662-962D-7EB51A4BA1E1}" dt="2025-10-17T20:52:53.657" v="238"/>
          <ac:spMkLst>
            <pc:docMk/>
            <pc:sldMk cId="1635377456" sldId="579"/>
            <ac:spMk id="2050" creationId="{1E746990-62A6-4C9E-B45A-68064B91C8B7}"/>
          </ac:spMkLst>
        </pc:spChg>
        <pc:spChg chg="del">
          <ac:chgData name="Alexander Simon Thrysøe" userId="3f9b9528-1df8-4235-9262-8bdb6141b1d9" providerId="ADAL" clId="{45C9CCB0-01C4-4662-962D-7EB51A4BA1E1}" dt="2025-10-17T20:52:53.657" v="239"/>
          <ac:spMkLst>
            <pc:docMk/>
            <pc:sldMk cId="1635377456" sldId="579"/>
            <ac:spMk id="2051" creationId="{0F18F7AD-25CE-4F1D-8EDC-FDE6BB22DB59}"/>
          </ac:spMkLst>
        </pc:spChg>
        <pc:spChg chg="del">
          <ac:chgData name="Alexander Simon Thrysøe" userId="3f9b9528-1df8-4235-9262-8bdb6141b1d9" providerId="ADAL" clId="{45C9CCB0-01C4-4662-962D-7EB51A4BA1E1}" dt="2025-10-17T20:52:53.657" v="240"/>
          <ac:spMkLst>
            <pc:docMk/>
            <pc:sldMk cId="1635377456" sldId="579"/>
            <ac:spMk id="2052" creationId="{6ACB1389-0E44-4460-A7C2-F3A0BE1EF189}"/>
          </ac:spMkLst>
        </pc:spChg>
        <pc:spChg chg="del">
          <ac:chgData name="Alexander Simon Thrysøe" userId="3f9b9528-1df8-4235-9262-8bdb6141b1d9" providerId="ADAL" clId="{45C9CCB0-01C4-4662-962D-7EB51A4BA1E1}" dt="2025-10-17T20:52:53.657" v="241"/>
          <ac:spMkLst>
            <pc:docMk/>
            <pc:sldMk cId="1635377456" sldId="579"/>
            <ac:spMk id="2053" creationId="{76680611-EF4B-48DB-A2AD-8625C1882D9C}"/>
          </ac:spMkLst>
        </pc:spChg>
        <pc:spChg chg="del">
          <ac:chgData name="Alexander Simon Thrysøe" userId="3f9b9528-1df8-4235-9262-8bdb6141b1d9" providerId="ADAL" clId="{45C9CCB0-01C4-4662-962D-7EB51A4BA1E1}" dt="2025-10-17T20:52:53.657" v="242"/>
          <ac:spMkLst>
            <pc:docMk/>
            <pc:sldMk cId="1635377456" sldId="579"/>
            <ac:spMk id="2054" creationId="{5F55C6CE-7E72-4CFD-AA3C-BD183294C28B}"/>
          </ac:spMkLst>
        </pc:spChg>
        <pc:spChg chg="del">
          <ac:chgData name="Alexander Simon Thrysøe" userId="3f9b9528-1df8-4235-9262-8bdb6141b1d9" providerId="ADAL" clId="{45C9CCB0-01C4-4662-962D-7EB51A4BA1E1}" dt="2025-10-17T20:52:53.657" v="243"/>
          <ac:spMkLst>
            <pc:docMk/>
            <pc:sldMk cId="1635377456" sldId="579"/>
            <ac:spMk id="2055" creationId="{EB6BE409-A005-4936-B7F3-4DDEB8618673}"/>
          </ac:spMkLst>
        </pc:spChg>
        <pc:spChg chg="del">
          <ac:chgData name="Alexander Simon Thrysøe" userId="3f9b9528-1df8-4235-9262-8bdb6141b1d9" providerId="ADAL" clId="{45C9CCB0-01C4-4662-962D-7EB51A4BA1E1}" dt="2025-10-17T20:52:53.657" v="244"/>
          <ac:spMkLst>
            <pc:docMk/>
            <pc:sldMk cId="1635377456" sldId="579"/>
            <ac:spMk id="2056" creationId="{731AD57E-6D11-4B99-942F-2B55689B04B9}"/>
          </ac:spMkLst>
        </pc:spChg>
        <pc:spChg chg="del">
          <ac:chgData name="Alexander Simon Thrysøe" userId="3f9b9528-1df8-4235-9262-8bdb6141b1d9" providerId="ADAL" clId="{45C9CCB0-01C4-4662-962D-7EB51A4BA1E1}" dt="2025-10-17T20:52:53.657" v="245"/>
          <ac:spMkLst>
            <pc:docMk/>
            <pc:sldMk cId="1635377456" sldId="579"/>
            <ac:spMk id="2057" creationId="{D8A4EBAE-D161-4781-889B-542907A06541}"/>
          </ac:spMkLst>
        </pc:spChg>
        <pc:spChg chg="del">
          <ac:chgData name="Alexander Simon Thrysøe" userId="3f9b9528-1df8-4235-9262-8bdb6141b1d9" providerId="ADAL" clId="{45C9CCB0-01C4-4662-962D-7EB51A4BA1E1}" dt="2025-10-17T20:52:53.657" v="246"/>
          <ac:spMkLst>
            <pc:docMk/>
            <pc:sldMk cId="1635377456" sldId="579"/>
            <ac:spMk id="2058" creationId="{DA8EAC72-DACF-4636-A3E1-FFD8ABDB2DA3}"/>
          </ac:spMkLst>
        </pc:spChg>
        <pc:spChg chg="del">
          <ac:chgData name="Alexander Simon Thrysøe" userId="3f9b9528-1df8-4235-9262-8bdb6141b1d9" providerId="ADAL" clId="{45C9CCB0-01C4-4662-962D-7EB51A4BA1E1}" dt="2025-10-17T20:52:53.657" v="247"/>
          <ac:spMkLst>
            <pc:docMk/>
            <pc:sldMk cId="1635377456" sldId="579"/>
            <ac:spMk id="2059" creationId="{144D4943-9A8C-4F5B-A0CA-36B963CB8A67}"/>
          </ac:spMkLst>
        </pc:spChg>
        <pc:spChg chg="del">
          <ac:chgData name="Alexander Simon Thrysøe" userId="3f9b9528-1df8-4235-9262-8bdb6141b1d9" providerId="ADAL" clId="{45C9CCB0-01C4-4662-962D-7EB51A4BA1E1}" dt="2025-10-17T20:52:53.657" v="248"/>
          <ac:spMkLst>
            <pc:docMk/>
            <pc:sldMk cId="1635377456" sldId="579"/>
            <ac:spMk id="2060" creationId="{E2F5EAE7-B3DC-4D6B-83AD-B4833EA0D347}"/>
          </ac:spMkLst>
        </pc:spChg>
        <pc:spChg chg="del">
          <ac:chgData name="Alexander Simon Thrysøe" userId="3f9b9528-1df8-4235-9262-8bdb6141b1d9" providerId="ADAL" clId="{45C9CCB0-01C4-4662-962D-7EB51A4BA1E1}" dt="2025-10-17T20:52:53.657" v="249"/>
          <ac:spMkLst>
            <pc:docMk/>
            <pc:sldMk cId="1635377456" sldId="579"/>
            <ac:spMk id="2061" creationId="{9B062F10-7BA6-4CC3-B4A7-893A68494C0E}"/>
          </ac:spMkLst>
        </pc:spChg>
        <pc:spChg chg="del">
          <ac:chgData name="Alexander Simon Thrysøe" userId="3f9b9528-1df8-4235-9262-8bdb6141b1d9" providerId="ADAL" clId="{45C9CCB0-01C4-4662-962D-7EB51A4BA1E1}" dt="2025-10-17T20:52:53.657" v="250"/>
          <ac:spMkLst>
            <pc:docMk/>
            <pc:sldMk cId="1635377456" sldId="579"/>
            <ac:spMk id="2062" creationId="{E753A697-D41C-4FD5-A56C-C8747F1EF923}"/>
          </ac:spMkLst>
        </pc:spChg>
        <pc:spChg chg="del">
          <ac:chgData name="Alexander Simon Thrysøe" userId="3f9b9528-1df8-4235-9262-8bdb6141b1d9" providerId="ADAL" clId="{45C9CCB0-01C4-4662-962D-7EB51A4BA1E1}" dt="2025-10-17T20:52:53.657" v="251"/>
          <ac:spMkLst>
            <pc:docMk/>
            <pc:sldMk cId="1635377456" sldId="579"/>
            <ac:spMk id="2063" creationId="{7C5DDC61-80FE-4054-8483-2C543D3332E9}"/>
          </ac:spMkLst>
        </pc:spChg>
        <pc:spChg chg="del">
          <ac:chgData name="Alexander Simon Thrysøe" userId="3f9b9528-1df8-4235-9262-8bdb6141b1d9" providerId="ADAL" clId="{45C9CCB0-01C4-4662-962D-7EB51A4BA1E1}" dt="2025-10-17T20:52:53.657" v="252"/>
          <ac:spMkLst>
            <pc:docMk/>
            <pc:sldMk cId="1635377456" sldId="579"/>
            <ac:spMk id="2064" creationId="{8D5FF22A-9F8C-41A0-ACF7-8EB542680A1D}"/>
          </ac:spMkLst>
        </pc:spChg>
        <pc:spChg chg="del">
          <ac:chgData name="Alexander Simon Thrysøe" userId="3f9b9528-1df8-4235-9262-8bdb6141b1d9" providerId="ADAL" clId="{45C9CCB0-01C4-4662-962D-7EB51A4BA1E1}" dt="2025-10-17T20:52:53.657" v="253"/>
          <ac:spMkLst>
            <pc:docMk/>
            <pc:sldMk cId="1635377456" sldId="579"/>
            <ac:spMk id="2065" creationId="{E2F5D28D-C9B6-4AC7-8113-AC591B98D15F}"/>
          </ac:spMkLst>
        </pc:spChg>
        <pc:spChg chg="del">
          <ac:chgData name="Alexander Simon Thrysøe" userId="3f9b9528-1df8-4235-9262-8bdb6141b1d9" providerId="ADAL" clId="{45C9CCB0-01C4-4662-962D-7EB51A4BA1E1}" dt="2025-10-17T20:52:53.657" v="254"/>
          <ac:spMkLst>
            <pc:docMk/>
            <pc:sldMk cId="1635377456" sldId="579"/>
            <ac:spMk id="2066" creationId="{1C9E6EA0-A8DB-476D-A12C-58F229989489}"/>
          </ac:spMkLst>
        </pc:spChg>
        <pc:spChg chg="del">
          <ac:chgData name="Alexander Simon Thrysøe" userId="3f9b9528-1df8-4235-9262-8bdb6141b1d9" providerId="ADAL" clId="{45C9CCB0-01C4-4662-962D-7EB51A4BA1E1}" dt="2025-10-17T20:52:53.657" v="255"/>
          <ac:spMkLst>
            <pc:docMk/>
            <pc:sldMk cId="1635377456" sldId="579"/>
            <ac:spMk id="2067" creationId="{3361907A-11B4-45C6-8D0D-38E6A301D39E}"/>
          </ac:spMkLst>
        </pc:spChg>
        <pc:spChg chg="del">
          <ac:chgData name="Alexander Simon Thrysøe" userId="3f9b9528-1df8-4235-9262-8bdb6141b1d9" providerId="ADAL" clId="{45C9CCB0-01C4-4662-962D-7EB51A4BA1E1}" dt="2025-10-17T20:52:53.657" v="256"/>
          <ac:spMkLst>
            <pc:docMk/>
            <pc:sldMk cId="1635377456" sldId="579"/>
            <ac:spMk id="2068" creationId="{AFF23D3B-A9E5-46B5-B289-9077088CBBDF}"/>
          </ac:spMkLst>
        </pc:spChg>
        <pc:spChg chg="del">
          <ac:chgData name="Alexander Simon Thrysøe" userId="3f9b9528-1df8-4235-9262-8bdb6141b1d9" providerId="ADAL" clId="{45C9CCB0-01C4-4662-962D-7EB51A4BA1E1}" dt="2025-10-17T20:52:53.657" v="257"/>
          <ac:spMkLst>
            <pc:docMk/>
            <pc:sldMk cId="1635377456" sldId="579"/>
            <ac:spMk id="2069" creationId="{0DF1B438-4650-47A3-8C82-613E6AAA4099}"/>
          </ac:spMkLst>
        </pc:spChg>
        <pc:spChg chg="del">
          <ac:chgData name="Alexander Simon Thrysøe" userId="3f9b9528-1df8-4235-9262-8bdb6141b1d9" providerId="ADAL" clId="{45C9CCB0-01C4-4662-962D-7EB51A4BA1E1}" dt="2025-10-17T20:52:53.657" v="258"/>
          <ac:spMkLst>
            <pc:docMk/>
            <pc:sldMk cId="1635377456" sldId="579"/>
            <ac:spMk id="2070" creationId="{529E79ED-BC7D-41F0-BD11-83A414932F7F}"/>
          </ac:spMkLst>
        </pc:spChg>
        <pc:spChg chg="del">
          <ac:chgData name="Alexander Simon Thrysøe" userId="3f9b9528-1df8-4235-9262-8bdb6141b1d9" providerId="ADAL" clId="{45C9CCB0-01C4-4662-962D-7EB51A4BA1E1}" dt="2025-10-17T20:52:53.657" v="259"/>
          <ac:spMkLst>
            <pc:docMk/>
            <pc:sldMk cId="1635377456" sldId="579"/>
            <ac:spMk id="2071" creationId="{0A6A4747-0712-4E43-AC10-F1A12BC4AFB8}"/>
          </ac:spMkLst>
        </pc:spChg>
        <pc:spChg chg="del">
          <ac:chgData name="Alexander Simon Thrysøe" userId="3f9b9528-1df8-4235-9262-8bdb6141b1d9" providerId="ADAL" clId="{45C9CCB0-01C4-4662-962D-7EB51A4BA1E1}" dt="2025-10-17T20:52:53.657" v="260"/>
          <ac:spMkLst>
            <pc:docMk/>
            <pc:sldMk cId="1635377456" sldId="579"/>
            <ac:spMk id="2072" creationId="{837A9143-46DD-43FF-BF8F-ACC8565E085E}"/>
          </ac:spMkLst>
        </pc:spChg>
        <pc:spChg chg="del">
          <ac:chgData name="Alexander Simon Thrysøe" userId="3f9b9528-1df8-4235-9262-8bdb6141b1d9" providerId="ADAL" clId="{45C9CCB0-01C4-4662-962D-7EB51A4BA1E1}" dt="2025-10-17T20:52:53.657" v="261"/>
          <ac:spMkLst>
            <pc:docMk/>
            <pc:sldMk cId="1635377456" sldId="579"/>
            <ac:spMk id="2073" creationId="{DD5155AF-DB7E-4BEB-B564-4047E043520F}"/>
          </ac:spMkLst>
        </pc:spChg>
        <pc:spChg chg="del">
          <ac:chgData name="Alexander Simon Thrysøe" userId="3f9b9528-1df8-4235-9262-8bdb6141b1d9" providerId="ADAL" clId="{45C9CCB0-01C4-4662-962D-7EB51A4BA1E1}" dt="2025-10-17T20:52:53.657" v="262"/>
          <ac:spMkLst>
            <pc:docMk/>
            <pc:sldMk cId="1635377456" sldId="579"/>
            <ac:spMk id="2074" creationId="{534BADA0-C7B8-434A-B3BB-78F8ECCDFD10}"/>
          </ac:spMkLst>
        </pc:spChg>
        <pc:spChg chg="del">
          <ac:chgData name="Alexander Simon Thrysøe" userId="3f9b9528-1df8-4235-9262-8bdb6141b1d9" providerId="ADAL" clId="{45C9CCB0-01C4-4662-962D-7EB51A4BA1E1}" dt="2025-10-17T20:52:53.657" v="263"/>
          <ac:spMkLst>
            <pc:docMk/>
            <pc:sldMk cId="1635377456" sldId="579"/>
            <ac:spMk id="2075" creationId="{000F230A-D6B6-4A7B-AFAC-C5834B92FEFB}"/>
          </ac:spMkLst>
        </pc:spChg>
        <pc:spChg chg="del">
          <ac:chgData name="Alexander Simon Thrysøe" userId="3f9b9528-1df8-4235-9262-8bdb6141b1d9" providerId="ADAL" clId="{45C9CCB0-01C4-4662-962D-7EB51A4BA1E1}" dt="2025-10-17T20:52:53.657" v="264"/>
          <ac:spMkLst>
            <pc:docMk/>
            <pc:sldMk cId="1635377456" sldId="579"/>
            <ac:spMk id="2076" creationId="{82BC31E9-014B-488B-B84D-2C983F01B524}"/>
          </ac:spMkLst>
        </pc:spChg>
        <pc:spChg chg="del">
          <ac:chgData name="Alexander Simon Thrysøe" userId="3f9b9528-1df8-4235-9262-8bdb6141b1d9" providerId="ADAL" clId="{45C9CCB0-01C4-4662-962D-7EB51A4BA1E1}" dt="2025-10-17T20:52:53.657" v="265"/>
          <ac:spMkLst>
            <pc:docMk/>
            <pc:sldMk cId="1635377456" sldId="579"/>
            <ac:spMk id="2077" creationId="{C4D71468-1B67-4CC2-B63C-9F3638B48AB8}"/>
          </ac:spMkLst>
        </pc:spChg>
        <pc:spChg chg="del">
          <ac:chgData name="Alexander Simon Thrysøe" userId="3f9b9528-1df8-4235-9262-8bdb6141b1d9" providerId="ADAL" clId="{45C9CCB0-01C4-4662-962D-7EB51A4BA1E1}" dt="2025-10-17T20:52:53.657" v="266"/>
          <ac:spMkLst>
            <pc:docMk/>
            <pc:sldMk cId="1635377456" sldId="579"/>
            <ac:spMk id="2078" creationId="{DE953AF6-2EFB-445D-950A-4C5D627058B1}"/>
          </ac:spMkLst>
        </pc:spChg>
        <pc:spChg chg="del">
          <ac:chgData name="Alexander Simon Thrysøe" userId="3f9b9528-1df8-4235-9262-8bdb6141b1d9" providerId="ADAL" clId="{45C9CCB0-01C4-4662-962D-7EB51A4BA1E1}" dt="2025-10-17T20:52:53.672" v="267"/>
          <ac:spMkLst>
            <pc:docMk/>
            <pc:sldMk cId="1635377456" sldId="579"/>
            <ac:spMk id="2079" creationId="{22C5B4A5-F806-4E7A-94A4-E3A90AEF92BB}"/>
          </ac:spMkLst>
        </pc:spChg>
        <pc:spChg chg="del">
          <ac:chgData name="Alexander Simon Thrysøe" userId="3f9b9528-1df8-4235-9262-8bdb6141b1d9" providerId="ADAL" clId="{45C9CCB0-01C4-4662-962D-7EB51A4BA1E1}" dt="2025-10-17T20:52:53.672" v="268"/>
          <ac:spMkLst>
            <pc:docMk/>
            <pc:sldMk cId="1635377456" sldId="579"/>
            <ac:spMk id="2080" creationId="{2B7B6D43-BED4-43C3-A268-11CFA6807341}"/>
          </ac:spMkLst>
        </pc:spChg>
        <pc:spChg chg="del">
          <ac:chgData name="Alexander Simon Thrysøe" userId="3f9b9528-1df8-4235-9262-8bdb6141b1d9" providerId="ADAL" clId="{45C9CCB0-01C4-4662-962D-7EB51A4BA1E1}" dt="2025-10-17T20:52:53.672" v="269"/>
          <ac:spMkLst>
            <pc:docMk/>
            <pc:sldMk cId="1635377456" sldId="579"/>
            <ac:spMk id="2081" creationId="{FA6127A4-A740-41A3-9A06-9D7A0878DEC1}"/>
          </ac:spMkLst>
        </pc:spChg>
        <pc:spChg chg="del">
          <ac:chgData name="Alexander Simon Thrysøe" userId="3f9b9528-1df8-4235-9262-8bdb6141b1d9" providerId="ADAL" clId="{45C9CCB0-01C4-4662-962D-7EB51A4BA1E1}" dt="2025-10-17T20:52:53.672" v="270"/>
          <ac:spMkLst>
            <pc:docMk/>
            <pc:sldMk cId="1635377456" sldId="579"/>
            <ac:spMk id="2082" creationId="{974C95CC-050C-47FA-879E-7CB879A07BC5}"/>
          </ac:spMkLst>
        </pc:spChg>
        <pc:spChg chg="del">
          <ac:chgData name="Alexander Simon Thrysøe" userId="3f9b9528-1df8-4235-9262-8bdb6141b1d9" providerId="ADAL" clId="{45C9CCB0-01C4-4662-962D-7EB51A4BA1E1}" dt="2025-10-17T20:52:53.672" v="271"/>
          <ac:spMkLst>
            <pc:docMk/>
            <pc:sldMk cId="1635377456" sldId="579"/>
            <ac:spMk id="2083" creationId="{DDC51CBA-E43C-4106-9553-A26C3CF54ADA}"/>
          </ac:spMkLst>
        </pc:spChg>
        <pc:spChg chg="del">
          <ac:chgData name="Alexander Simon Thrysøe" userId="3f9b9528-1df8-4235-9262-8bdb6141b1d9" providerId="ADAL" clId="{45C9CCB0-01C4-4662-962D-7EB51A4BA1E1}" dt="2025-10-17T20:52:53.672" v="272"/>
          <ac:spMkLst>
            <pc:docMk/>
            <pc:sldMk cId="1635377456" sldId="579"/>
            <ac:spMk id="2084" creationId="{98F2FBFC-4B9A-41D8-A3BA-D630F29C0D7C}"/>
          </ac:spMkLst>
        </pc:spChg>
        <pc:spChg chg="del">
          <ac:chgData name="Alexander Simon Thrysøe" userId="3f9b9528-1df8-4235-9262-8bdb6141b1d9" providerId="ADAL" clId="{45C9CCB0-01C4-4662-962D-7EB51A4BA1E1}" dt="2025-10-17T20:52:53.672" v="273"/>
          <ac:spMkLst>
            <pc:docMk/>
            <pc:sldMk cId="1635377456" sldId="579"/>
            <ac:spMk id="2085" creationId="{830DE609-C2BE-4BFE-9FF6-F2030274CC3F}"/>
          </ac:spMkLst>
        </pc:spChg>
        <pc:spChg chg="del">
          <ac:chgData name="Alexander Simon Thrysøe" userId="3f9b9528-1df8-4235-9262-8bdb6141b1d9" providerId="ADAL" clId="{45C9CCB0-01C4-4662-962D-7EB51A4BA1E1}" dt="2025-10-17T20:52:53.672" v="274"/>
          <ac:spMkLst>
            <pc:docMk/>
            <pc:sldMk cId="1635377456" sldId="579"/>
            <ac:spMk id="2086" creationId="{F1CC3615-544A-4B69-8451-E096CE3E15EF}"/>
          </ac:spMkLst>
        </pc:spChg>
        <pc:spChg chg="del">
          <ac:chgData name="Alexander Simon Thrysøe" userId="3f9b9528-1df8-4235-9262-8bdb6141b1d9" providerId="ADAL" clId="{45C9CCB0-01C4-4662-962D-7EB51A4BA1E1}" dt="2025-10-17T20:52:53.672" v="275"/>
          <ac:spMkLst>
            <pc:docMk/>
            <pc:sldMk cId="1635377456" sldId="579"/>
            <ac:spMk id="2087" creationId="{DE7F25B4-BACF-441D-8969-B2BAC816D201}"/>
          </ac:spMkLst>
        </pc:spChg>
        <pc:spChg chg="del">
          <ac:chgData name="Alexander Simon Thrysøe" userId="3f9b9528-1df8-4235-9262-8bdb6141b1d9" providerId="ADAL" clId="{45C9CCB0-01C4-4662-962D-7EB51A4BA1E1}" dt="2025-10-17T20:52:53.672" v="276"/>
          <ac:spMkLst>
            <pc:docMk/>
            <pc:sldMk cId="1635377456" sldId="579"/>
            <ac:spMk id="2088" creationId="{D68E1A71-879D-4108-8BF3-5B41E166B446}"/>
          </ac:spMkLst>
        </pc:spChg>
        <pc:spChg chg="del">
          <ac:chgData name="Alexander Simon Thrysøe" userId="3f9b9528-1df8-4235-9262-8bdb6141b1d9" providerId="ADAL" clId="{45C9CCB0-01C4-4662-962D-7EB51A4BA1E1}" dt="2025-10-17T20:52:53.672" v="277"/>
          <ac:spMkLst>
            <pc:docMk/>
            <pc:sldMk cId="1635377456" sldId="579"/>
            <ac:spMk id="2089" creationId="{46C67816-9418-4D73-8F34-7D1430251B29}"/>
          </ac:spMkLst>
        </pc:spChg>
        <pc:spChg chg="del">
          <ac:chgData name="Alexander Simon Thrysøe" userId="3f9b9528-1df8-4235-9262-8bdb6141b1d9" providerId="ADAL" clId="{45C9CCB0-01C4-4662-962D-7EB51A4BA1E1}" dt="2025-10-17T20:52:53.672" v="278"/>
          <ac:spMkLst>
            <pc:docMk/>
            <pc:sldMk cId="1635377456" sldId="579"/>
            <ac:spMk id="2090" creationId="{2C6E1379-813C-4E79-9483-07A366194272}"/>
          </ac:spMkLst>
        </pc:spChg>
        <pc:spChg chg="del">
          <ac:chgData name="Alexander Simon Thrysøe" userId="3f9b9528-1df8-4235-9262-8bdb6141b1d9" providerId="ADAL" clId="{45C9CCB0-01C4-4662-962D-7EB51A4BA1E1}" dt="2025-10-17T20:52:53.672" v="279"/>
          <ac:spMkLst>
            <pc:docMk/>
            <pc:sldMk cId="1635377456" sldId="579"/>
            <ac:spMk id="2091" creationId="{E20CFC05-9CDB-4D18-80F4-5A0625164708}"/>
          </ac:spMkLst>
        </pc:spChg>
        <pc:spChg chg="del">
          <ac:chgData name="Alexander Simon Thrysøe" userId="3f9b9528-1df8-4235-9262-8bdb6141b1d9" providerId="ADAL" clId="{45C9CCB0-01C4-4662-962D-7EB51A4BA1E1}" dt="2025-10-17T20:52:53.672" v="280"/>
          <ac:spMkLst>
            <pc:docMk/>
            <pc:sldMk cId="1635377456" sldId="579"/>
            <ac:spMk id="2092" creationId="{D81CC2DE-5FA8-4F0D-894E-D59CFE36E2BB}"/>
          </ac:spMkLst>
        </pc:spChg>
        <pc:spChg chg="del">
          <ac:chgData name="Alexander Simon Thrysøe" userId="3f9b9528-1df8-4235-9262-8bdb6141b1d9" providerId="ADAL" clId="{45C9CCB0-01C4-4662-962D-7EB51A4BA1E1}" dt="2025-10-17T20:52:53.672" v="281"/>
          <ac:spMkLst>
            <pc:docMk/>
            <pc:sldMk cId="1635377456" sldId="579"/>
            <ac:spMk id="2093" creationId="{65594145-A9E7-406C-AA56-135EDCC4D38B}"/>
          </ac:spMkLst>
        </pc:spChg>
        <pc:spChg chg="del">
          <ac:chgData name="Alexander Simon Thrysøe" userId="3f9b9528-1df8-4235-9262-8bdb6141b1d9" providerId="ADAL" clId="{45C9CCB0-01C4-4662-962D-7EB51A4BA1E1}" dt="2025-10-17T20:52:53.672" v="282"/>
          <ac:spMkLst>
            <pc:docMk/>
            <pc:sldMk cId="1635377456" sldId="579"/>
            <ac:spMk id="2094" creationId="{A68097AC-2746-48A3-B6CB-7964647E401D}"/>
          </ac:spMkLst>
        </pc:spChg>
        <pc:spChg chg="del">
          <ac:chgData name="Alexander Simon Thrysøe" userId="3f9b9528-1df8-4235-9262-8bdb6141b1d9" providerId="ADAL" clId="{45C9CCB0-01C4-4662-962D-7EB51A4BA1E1}" dt="2025-10-17T20:52:53.672" v="283"/>
          <ac:spMkLst>
            <pc:docMk/>
            <pc:sldMk cId="1635377456" sldId="579"/>
            <ac:spMk id="2095" creationId="{1B038B33-A158-490E-8B81-B7DD5BE2F43B}"/>
          </ac:spMkLst>
        </pc:spChg>
        <pc:spChg chg="del">
          <ac:chgData name="Alexander Simon Thrysøe" userId="3f9b9528-1df8-4235-9262-8bdb6141b1d9" providerId="ADAL" clId="{45C9CCB0-01C4-4662-962D-7EB51A4BA1E1}" dt="2025-10-17T20:52:53.672" v="284"/>
          <ac:spMkLst>
            <pc:docMk/>
            <pc:sldMk cId="1635377456" sldId="579"/>
            <ac:spMk id="2096" creationId="{AE677D7A-95CA-407E-BB45-C34699440015}"/>
          </ac:spMkLst>
        </pc:spChg>
        <pc:spChg chg="del">
          <ac:chgData name="Alexander Simon Thrysøe" userId="3f9b9528-1df8-4235-9262-8bdb6141b1d9" providerId="ADAL" clId="{45C9CCB0-01C4-4662-962D-7EB51A4BA1E1}" dt="2025-10-17T20:52:53.672" v="285"/>
          <ac:spMkLst>
            <pc:docMk/>
            <pc:sldMk cId="1635377456" sldId="579"/>
            <ac:spMk id="2097" creationId="{5DDF11B1-4A52-41D4-879C-A093D927DCA2}"/>
          </ac:spMkLst>
        </pc:spChg>
        <pc:spChg chg="del">
          <ac:chgData name="Alexander Simon Thrysøe" userId="3f9b9528-1df8-4235-9262-8bdb6141b1d9" providerId="ADAL" clId="{45C9CCB0-01C4-4662-962D-7EB51A4BA1E1}" dt="2025-10-17T20:52:53.672" v="286"/>
          <ac:spMkLst>
            <pc:docMk/>
            <pc:sldMk cId="1635377456" sldId="579"/>
            <ac:spMk id="2098" creationId="{622D224D-41D9-4FD8-B8AB-0FCAB3D80E4D}"/>
          </ac:spMkLst>
        </pc:spChg>
        <pc:spChg chg="del">
          <ac:chgData name="Alexander Simon Thrysøe" userId="3f9b9528-1df8-4235-9262-8bdb6141b1d9" providerId="ADAL" clId="{45C9CCB0-01C4-4662-962D-7EB51A4BA1E1}" dt="2025-10-17T20:52:53.672" v="287"/>
          <ac:spMkLst>
            <pc:docMk/>
            <pc:sldMk cId="1635377456" sldId="579"/>
            <ac:spMk id="2099" creationId="{FEC5963B-D7E7-4B0B-B4D2-D08F04315616}"/>
          </ac:spMkLst>
        </pc:spChg>
        <pc:spChg chg="del">
          <ac:chgData name="Alexander Simon Thrysøe" userId="3f9b9528-1df8-4235-9262-8bdb6141b1d9" providerId="ADAL" clId="{45C9CCB0-01C4-4662-962D-7EB51A4BA1E1}" dt="2025-10-17T20:52:53.672" v="288"/>
          <ac:spMkLst>
            <pc:docMk/>
            <pc:sldMk cId="1635377456" sldId="579"/>
            <ac:spMk id="2100" creationId="{E54C793D-0C3C-4E3B-92AB-BC694D1AF177}"/>
          </ac:spMkLst>
        </pc:spChg>
        <pc:spChg chg="del">
          <ac:chgData name="Alexander Simon Thrysøe" userId="3f9b9528-1df8-4235-9262-8bdb6141b1d9" providerId="ADAL" clId="{45C9CCB0-01C4-4662-962D-7EB51A4BA1E1}" dt="2025-10-17T20:52:53.672" v="289"/>
          <ac:spMkLst>
            <pc:docMk/>
            <pc:sldMk cId="1635377456" sldId="579"/>
            <ac:spMk id="2101" creationId="{6B235A7E-EA9A-4FC9-9405-0CA5E807453A}"/>
          </ac:spMkLst>
        </pc:spChg>
        <pc:spChg chg="del">
          <ac:chgData name="Alexander Simon Thrysøe" userId="3f9b9528-1df8-4235-9262-8bdb6141b1d9" providerId="ADAL" clId="{45C9CCB0-01C4-4662-962D-7EB51A4BA1E1}" dt="2025-10-17T20:52:53.672" v="290"/>
          <ac:spMkLst>
            <pc:docMk/>
            <pc:sldMk cId="1635377456" sldId="579"/>
            <ac:spMk id="2102" creationId="{7C188E2A-B10E-45E6-97AF-56763576877E}"/>
          </ac:spMkLst>
        </pc:spChg>
        <pc:spChg chg="del">
          <ac:chgData name="Alexander Simon Thrysøe" userId="3f9b9528-1df8-4235-9262-8bdb6141b1d9" providerId="ADAL" clId="{45C9CCB0-01C4-4662-962D-7EB51A4BA1E1}" dt="2025-10-17T20:52:53.672" v="291"/>
          <ac:spMkLst>
            <pc:docMk/>
            <pc:sldMk cId="1635377456" sldId="579"/>
            <ac:spMk id="2103" creationId="{2ACA6627-7D9F-4C64-81E5-45AAACD00CA2}"/>
          </ac:spMkLst>
        </pc:spChg>
        <pc:spChg chg="del">
          <ac:chgData name="Alexander Simon Thrysøe" userId="3f9b9528-1df8-4235-9262-8bdb6141b1d9" providerId="ADAL" clId="{45C9CCB0-01C4-4662-962D-7EB51A4BA1E1}" dt="2025-10-17T20:52:53.672" v="292"/>
          <ac:spMkLst>
            <pc:docMk/>
            <pc:sldMk cId="1635377456" sldId="579"/>
            <ac:spMk id="2104" creationId="{6A7A9213-0895-412E-8E80-62F1B04FDDBC}"/>
          </ac:spMkLst>
        </pc:spChg>
        <pc:spChg chg="del">
          <ac:chgData name="Alexander Simon Thrysøe" userId="3f9b9528-1df8-4235-9262-8bdb6141b1d9" providerId="ADAL" clId="{45C9CCB0-01C4-4662-962D-7EB51A4BA1E1}" dt="2025-10-17T20:52:53.685" v="293"/>
          <ac:spMkLst>
            <pc:docMk/>
            <pc:sldMk cId="1635377456" sldId="579"/>
            <ac:spMk id="2105" creationId="{1E7291FE-5E01-4CF7-B772-5CAED81BDEDF}"/>
          </ac:spMkLst>
        </pc:spChg>
        <pc:spChg chg="del">
          <ac:chgData name="Alexander Simon Thrysøe" userId="3f9b9528-1df8-4235-9262-8bdb6141b1d9" providerId="ADAL" clId="{45C9CCB0-01C4-4662-962D-7EB51A4BA1E1}" dt="2025-10-17T20:52:53.685" v="294"/>
          <ac:spMkLst>
            <pc:docMk/>
            <pc:sldMk cId="1635377456" sldId="579"/>
            <ac:spMk id="2106" creationId="{E68D4771-A99A-4E21-9C18-5B795D75B9F8}"/>
          </ac:spMkLst>
        </pc:spChg>
        <pc:spChg chg="del">
          <ac:chgData name="Alexander Simon Thrysøe" userId="3f9b9528-1df8-4235-9262-8bdb6141b1d9" providerId="ADAL" clId="{45C9CCB0-01C4-4662-962D-7EB51A4BA1E1}" dt="2025-10-17T20:52:53.685" v="295"/>
          <ac:spMkLst>
            <pc:docMk/>
            <pc:sldMk cId="1635377456" sldId="579"/>
            <ac:spMk id="2107" creationId="{069E9F2D-4FB6-402A-BE9A-E31849681A3A}"/>
          </ac:spMkLst>
        </pc:spChg>
        <pc:spChg chg="del">
          <ac:chgData name="Alexander Simon Thrysøe" userId="3f9b9528-1df8-4235-9262-8bdb6141b1d9" providerId="ADAL" clId="{45C9CCB0-01C4-4662-962D-7EB51A4BA1E1}" dt="2025-10-17T20:52:53.685" v="296"/>
          <ac:spMkLst>
            <pc:docMk/>
            <pc:sldMk cId="1635377456" sldId="579"/>
            <ac:spMk id="2108" creationId="{BDBBFE58-9FB1-4758-B662-D521D2941858}"/>
          </ac:spMkLst>
        </pc:spChg>
        <pc:spChg chg="del">
          <ac:chgData name="Alexander Simon Thrysøe" userId="3f9b9528-1df8-4235-9262-8bdb6141b1d9" providerId="ADAL" clId="{45C9CCB0-01C4-4662-962D-7EB51A4BA1E1}" dt="2025-10-17T20:52:53.685" v="297"/>
          <ac:spMkLst>
            <pc:docMk/>
            <pc:sldMk cId="1635377456" sldId="579"/>
            <ac:spMk id="2109" creationId="{A96F5FBD-BC29-4DAC-8B1D-3A4DD66E0887}"/>
          </ac:spMkLst>
        </pc:spChg>
        <pc:spChg chg="del">
          <ac:chgData name="Alexander Simon Thrysøe" userId="3f9b9528-1df8-4235-9262-8bdb6141b1d9" providerId="ADAL" clId="{45C9CCB0-01C4-4662-962D-7EB51A4BA1E1}" dt="2025-10-17T20:52:53.685" v="298"/>
          <ac:spMkLst>
            <pc:docMk/>
            <pc:sldMk cId="1635377456" sldId="579"/>
            <ac:spMk id="2110" creationId="{43CE91E5-8D78-411D-A048-0F36C2865C98}"/>
          </ac:spMkLst>
        </pc:spChg>
        <pc:spChg chg="del">
          <ac:chgData name="Alexander Simon Thrysøe" userId="3f9b9528-1df8-4235-9262-8bdb6141b1d9" providerId="ADAL" clId="{45C9CCB0-01C4-4662-962D-7EB51A4BA1E1}" dt="2025-10-17T20:52:53.689" v="299"/>
          <ac:spMkLst>
            <pc:docMk/>
            <pc:sldMk cId="1635377456" sldId="579"/>
            <ac:spMk id="2111" creationId="{B7CA7C32-7825-4D9F-99CA-B6147DBB1BE7}"/>
          </ac:spMkLst>
        </pc:spChg>
        <pc:spChg chg="del">
          <ac:chgData name="Alexander Simon Thrysøe" userId="3f9b9528-1df8-4235-9262-8bdb6141b1d9" providerId="ADAL" clId="{45C9CCB0-01C4-4662-962D-7EB51A4BA1E1}" dt="2025-10-17T20:52:53.689" v="300"/>
          <ac:spMkLst>
            <pc:docMk/>
            <pc:sldMk cId="1635377456" sldId="579"/>
            <ac:spMk id="2112" creationId="{F00F17FD-0B86-40BA-BAD0-51F29EC188E8}"/>
          </ac:spMkLst>
        </pc:spChg>
        <pc:spChg chg="del">
          <ac:chgData name="Alexander Simon Thrysøe" userId="3f9b9528-1df8-4235-9262-8bdb6141b1d9" providerId="ADAL" clId="{45C9CCB0-01C4-4662-962D-7EB51A4BA1E1}" dt="2025-10-17T20:52:53.689" v="301"/>
          <ac:spMkLst>
            <pc:docMk/>
            <pc:sldMk cId="1635377456" sldId="579"/>
            <ac:spMk id="2113" creationId="{FE55EC31-B7E9-4FD1-A99D-F1F2B4084E6F}"/>
          </ac:spMkLst>
        </pc:spChg>
        <pc:spChg chg="del">
          <ac:chgData name="Alexander Simon Thrysøe" userId="3f9b9528-1df8-4235-9262-8bdb6141b1d9" providerId="ADAL" clId="{45C9CCB0-01C4-4662-962D-7EB51A4BA1E1}" dt="2025-10-17T20:52:53.689" v="302"/>
          <ac:spMkLst>
            <pc:docMk/>
            <pc:sldMk cId="1635377456" sldId="579"/>
            <ac:spMk id="2114" creationId="{61239E04-1C31-4FC8-B85B-137F88DD6A95}"/>
          </ac:spMkLst>
        </pc:spChg>
        <pc:spChg chg="del">
          <ac:chgData name="Alexander Simon Thrysøe" userId="3f9b9528-1df8-4235-9262-8bdb6141b1d9" providerId="ADAL" clId="{45C9CCB0-01C4-4662-962D-7EB51A4BA1E1}" dt="2025-10-17T20:52:53.689" v="303"/>
          <ac:spMkLst>
            <pc:docMk/>
            <pc:sldMk cId="1635377456" sldId="579"/>
            <ac:spMk id="2115" creationId="{EBDF5C31-D5A0-4D2F-945A-FAB9F5755920}"/>
          </ac:spMkLst>
        </pc:spChg>
        <pc:spChg chg="del">
          <ac:chgData name="Alexander Simon Thrysøe" userId="3f9b9528-1df8-4235-9262-8bdb6141b1d9" providerId="ADAL" clId="{45C9CCB0-01C4-4662-962D-7EB51A4BA1E1}" dt="2025-10-17T20:52:53.689" v="304"/>
          <ac:spMkLst>
            <pc:docMk/>
            <pc:sldMk cId="1635377456" sldId="579"/>
            <ac:spMk id="2116" creationId="{AF1BF83F-3A62-44D8-9803-CA65074C3624}"/>
          </ac:spMkLst>
        </pc:spChg>
        <pc:spChg chg="del">
          <ac:chgData name="Alexander Simon Thrysøe" userId="3f9b9528-1df8-4235-9262-8bdb6141b1d9" providerId="ADAL" clId="{45C9CCB0-01C4-4662-962D-7EB51A4BA1E1}" dt="2025-10-17T20:52:53.689" v="305"/>
          <ac:spMkLst>
            <pc:docMk/>
            <pc:sldMk cId="1635377456" sldId="579"/>
            <ac:spMk id="2117" creationId="{7FB07D03-629E-44B4-A219-918123147C1A}"/>
          </ac:spMkLst>
        </pc:spChg>
        <pc:spChg chg="del">
          <ac:chgData name="Alexander Simon Thrysøe" userId="3f9b9528-1df8-4235-9262-8bdb6141b1d9" providerId="ADAL" clId="{45C9CCB0-01C4-4662-962D-7EB51A4BA1E1}" dt="2025-10-17T20:52:53.689" v="306"/>
          <ac:spMkLst>
            <pc:docMk/>
            <pc:sldMk cId="1635377456" sldId="579"/>
            <ac:spMk id="2118" creationId="{69DE71E1-9EB6-4488-8272-5A63E2A50D92}"/>
          </ac:spMkLst>
        </pc:spChg>
        <pc:spChg chg="del">
          <ac:chgData name="Alexander Simon Thrysøe" userId="3f9b9528-1df8-4235-9262-8bdb6141b1d9" providerId="ADAL" clId="{45C9CCB0-01C4-4662-962D-7EB51A4BA1E1}" dt="2025-10-17T20:52:53.689" v="307"/>
          <ac:spMkLst>
            <pc:docMk/>
            <pc:sldMk cId="1635377456" sldId="579"/>
            <ac:spMk id="2119" creationId="{C04C94F7-1077-413A-9644-C6B3DF571852}"/>
          </ac:spMkLst>
        </pc:spChg>
        <pc:spChg chg="del">
          <ac:chgData name="Alexander Simon Thrysøe" userId="3f9b9528-1df8-4235-9262-8bdb6141b1d9" providerId="ADAL" clId="{45C9CCB0-01C4-4662-962D-7EB51A4BA1E1}" dt="2025-10-17T20:52:53.689" v="308"/>
          <ac:spMkLst>
            <pc:docMk/>
            <pc:sldMk cId="1635377456" sldId="579"/>
            <ac:spMk id="2120" creationId="{A26A2D8C-5DF8-4D99-AE73-95940A134CCB}"/>
          </ac:spMkLst>
        </pc:spChg>
        <pc:spChg chg="del">
          <ac:chgData name="Alexander Simon Thrysøe" userId="3f9b9528-1df8-4235-9262-8bdb6141b1d9" providerId="ADAL" clId="{45C9CCB0-01C4-4662-962D-7EB51A4BA1E1}" dt="2025-10-17T20:52:53.689" v="309"/>
          <ac:spMkLst>
            <pc:docMk/>
            <pc:sldMk cId="1635377456" sldId="579"/>
            <ac:spMk id="2121" creationId="{FE38757E-C5E2-4F8B-AF5C-B25974CD2F13}"/>
          </ac:spMkLst>
        </pc:spChg>
        <pc:spChg chg="del">
          <ac:chgData name="Alexander Simon Thrysøe" userId="3f9b9528-1df8-4235-9262-8bdb6141b1d9" providerId="ADAL" clId="{45C9CCB0-01C4-4662-962D-7EB51A4BA1E1}" dt="2025-10-17T20:52:53.689" v="310"/>
          <ac:spMkLst>
            <pc:docMk/>
            <pc:sldMk cId="1635377456" sldId="579"/>
            <ac:spMk id="2122" creationId="{33D55D3E-7746-4A74-BE46-A7A02B921536}"/>
          </ac:spMkLst>
        </pc:spChg>
        <pc:spChg chg="del">
          <ac:chgData name="Alexander Simon Thrysøe" userId="3f9b9528-1df8-4235-9262-8bdb6141b1d9" providerId="ADAL" clId="{45C9CCB0-01C4-4662-962D-7EB51A4BA1E1}" dt="2025-10-17T20:52:53.689" v="311"/>
          <ac:spMkLst>
            <pc:docMk/>
            <pc:sldMk cId="1635377456" sldId="579"/>
            <ac:spMk id="2123" creationId="{79D266E6-3F9F-4A49-A096-E9F54FBD0E9D}"/>
          </ac:spMkLst>
        </pc:spChg>
        <pc:spChg chg="del">
          <ac:chgData name="Alexander Simon Thrysøe" userId="3f9b9528-1df8-4235-9262-8bdb6141b1d9" providerId="ADAL" clId="{45C9CCB0-01C4-4662-962D-7EB51A4BA1E1}" dt="2025-10-17T20:52:53.689" v="312"/>
          <ac:spMkLst>
            <pc:docMk/>
            <pc:sldMk cId="1635377456" sldId="579"/>
            <ac:spMk id="2124" creationId="{6F2CFB95-4FAD-4F28-AAE8-22A86877D270}"/>
          </ac:spMkLst>
        </pc:spChg>
        <pc:spChg chg="del">
          <ac:chgData name="Alexander Simon Thrysøe" userId="3f9b9528-1df8-4235-9262-8bdb6141b1d9" providerId="ADAL" clId="{45C9CCB0-01C4-4662-962D-7EB51A4BA1E1}" dt="2025-10-17T20:52:53.689" v="313"/>
          <ac:spMkLst>
            <pc:docMk/>
            <pc:sldMk cId="1635377456" sldId="579"/>
            <ac:spMk id="2125" creationId="{1138F7EE-A0F3-4F3F-BAC4-C97ADEA975FD}"/>
          </ac:spMkLst>
        </pc:spChg>
        <pc:spChg chg="del">
          <ac:chgData name="Alexander Simon Thrysøe" userId="3f9b9528-1df8-4235-9262-8bdb6141b1d9" providerId="ADAL" clId="{45C9CCB0-01C4-4662-962D-7EB51A4BA1E1}" dt="2025-10-17T20:52:53.689" v="314"/>
          <ac:spMkLst>
            <pc:docMk/>
            <pc:sldMk cId="1635377456" sldId="579"/>
            <ac:spMk id="2126" creationId="{77A39C48-6D79-4003-BFE2-E943BB844BBE}"/>
          </ac:spMkLst>
        </pc:spChg>
        <pc:spChg chg="del">
          <ac:chgData name="Alexander Simon Thrysøe" userId="3f9b9528-1df8-4235-9262-8bdb6141b1d9" providerId="ADAL" clId="{45C9CCB0-01C4-4662-962D-7EB51A4BA1E1}" dt="2025-10-17T20:52:53.689" v="315"/>
          <ac:spMkLst>
            <pc:docMk/>
            <pc:sldMk cId="1635377456" sldId="579"/>
            <ac:spMk id="2127" creationId="{22AB1F5C-3D74-4DF9-B72A-F888DE676338}"/>
          </ac:spMkLst>
        </pc:spChg>
        <pc:spChg chg="del">
          <ac:chgData name="Alexander Simon Thrysøe" userId="3f9b9528-1df8-4235-9262-8bdb6141b1d9" providerId="ADAL" clId="{45C9CCB0-01C4-4662-962D-7EB51A4BA1E1}" dt="2025-10-17T20:52:53.689" v="316"/>
          <ac:spMkLst>
            <pc:docMk/>
            <pc:sldMk cId="1635377456" sldId="579"/>
            <ac:spMk id="2128" creationId="{0F1A1DDF-0325-4441-BCBB-BB7C8D916BA8}"/>
          </ac:spMkLst>
        </pc:spChg>
        <pc:spChg chg="del">
          <ac:chgData name="Alexander Simon Thrysøe" userId="3f9b9528-1df8-4235-9262-8bdb6141b1d9" providerId="ADAL" clId="{45C9CCB0-01C4-4662-962D-7EB51A4BA1E1}" dt="2025-10-17T20:52:53.689" v="317"/>
          <ac:spMkLst>
            <pc:docMk/>
            <pc:sldMk cId="1635377456" sldId="579"/>
            <ac:spMk id="2129" creationId="{5E2A444A-2612-417A-94C8-70FDF592B804}"/>
          </ac:spMkLst>
        </pc:spChg>
        <pc:spChg chg="del">
          <ac:chgData name="Alexander Simon Thrysøe" userId="3f9b9528-1df8-4235-9262-8bdb6141b1d9" providerId="ADAL" clId="{45C9CCB0-01C4-4662-962D-7EB51A4BA1E1}" dt="2025-10-17T20:52:53.704" v="318"/>
          <ac:spMkLst>
            <pc:docMk/>
            <pc:sldMk cId="1635377456" sldId="579"/>
            <ac:spMk id="2130" creationId="{2691AB7B-0C52-4CC2-9786-7D37D25B51B2}"/>
          </ac:spMkLst>
        </pc:spChg>
        <pc:spChg chg="del">
          <ac:chgData name="Alexander Simon Thrysøe" userId="3f9b9528-1df8-4235-9262-8bdb6141b1d9" providerId="ADAL" clId="{45C9CCB0-01C4-4662-962D-7EB51A4BA1E1}" dt="2025-10-17T20:52:53.704" v="319"/>
          <ac:spMkLst>
            <pc:docMk/>
            <pc:sldMk cId="1635377456" sldId="579"/>
            <ac:spMk id="2131" creationId="{C37FA927-D5FB-40E1-94BA-325B3F7671E5}"/>
          </ac:spMkLst>
        </pc:spChg>
        <pc:spChg chg="del">
          <ac:chgData name="Alexander Simon Thrysøe" userId="3f9b9528-1df8-4235-9262-8bdb6141b1d9" providerId="ADAL" clId="{45C9CCB0-01C4-4662-962D-7EB51A4BA1E1}" dt="2025-10-17T20:52:53.704" v="320"/>
          <ac:spMkLst>
            <pc:docMk/>
            <pc:sldMk cId="1635377456" sldId="579"/>
            <ac:spMk id="2132" creationId="{D05BE94D-CC8D-4B29-8120-F5050F1B8833}"/>
          </ac:spMkLst>
        </pc:spChg>
        <pc:spChg chg="del">
          <ac:chgData name="Alexander Simon Thrysøe" userId="3f9b9528-1df8-4235-9262-8bdb6141b1d9" providerId="ADAL" clId="{45C9CCB0-01C4-4662-962D-7EB51A4BA1E1}" dt="2025-10-17T20:52:53.704" v="321"/>
          <ac:spMkLst>
            <pc:docMk/>
            <pc:sldMk cId="1635377456" sldId="579"/>
            <ac:spMk id="2133" creationId="{D6DF556F-0C2F-48ED-928F-02563E47E3DD}"/>
          </ac:spMkLst>
        </pc:spChg>
        <pc:spChg chg="del">
          <ac:chgData name="Alexander Simon Thrysøe" userId="3f9b9528-1df8-4235-9262-8bdb6141b1d9" providerId="ADAL" clId="{45C9CCB0-01C4-4662-962D-7EB51A4BA1E1}" dt="2025-10-17T20:52:53.704" v="322"/>
          <ac:spMkLst>
            <pc:docMk/>
            <pc:sldMk cId="1635377456" sldId="579"/>
            <ac:spMk id="2134" creationId="{B8D86571-6702-498D-BA46-73B7F80D6F0A}"/>
          </ac:spMkLst>
        </pc:spChg>
        <pc:spChg chg="del">
          <ac:chgData name="Alexander Simon Thrysøe" userId="3f9b9528-1df8-4235-9262-8bdb6141b1d9" providerId="ADAL" clId="{45C9CCB0-01C4-4662-962D-7EB51A4BA1E1}" dt="2025-10-17T20:52:53.704" v="323"/>
          <ac:spMkLst>
            <pc:docMk/>
            <pc:sldMk cId="1635377456" sldId="579"/>
            <ac:spMk id="2135" creationId="{77C9F5DE-C761-43FF-B16B-07ECD4EFCDA5}"/>
          </ac:spMkLst>
        </pc:spChg>
        <pc:spChg chg="del">
          <ac:chgData name="Alexander Simon Thrysøe" userId="3f9b9528-1df8-4235-9262-8bdb6141b1d9" providerId="ADAL" clId="{45C9CCB0-01C4-4662-962D-7EB51A4BA1E1}" dt="2025-10-17T20:52:53.704" v="324"/>
          <ac:spMkLst>
            <pc:docMk/>
            <pc:sldMk cId="1635377456" sldId="579"/>
            <ac:spMk id="2136" creationId="{012CE1A5-783C-40D9-8A77-C82598BC8C70}"/>
          </ac:spMkLst>
        </pc:spChg>
        <pc:spChg chg="del">
          <ac:chgData name="Alexander Simon Thrysøe" userId="3f9b9528-1df8-4235-9262-8bdb6141b1d9" providerId="ADAL" clId="{45C9CCB0-01C4-4662-962D-7EB51A4BA1E1}" dt="2025-10-17T20:52:53.704" v="325"/>
          <ac:spMkLst>
            <pc:docMk/>
            <pc:sldMk cId="1635377456" sldId="579"/>
            <ac:spMk id="2137" creationId="{67919354-52D3-446B-89ED-5A0148FD429D}"/>
          </ac:spMkLst>
        </pc:spChg>
        <pc:spChg chg="del">
          <ac:chgData name="Alexander Simon Thrysøe" userId="3f9b9528-1df8-4235-9262-8bdb6141b1d9" providerId="ADAL" clId="{45C9CCB0-01C4-4662-962D-7EB51A4BA1E1}" dt="2025-10-17T20:52:53.704" v="326"/>
          <ac:spMkLst>
            <pc:docMk/>
            <pc:sldMk cId="1635377456" sldId="579"/>
            <ac:spMk id="2138" creationId="{EF3C8346-AB94-43F8-A6D1-7E59C4C18E17}"/>
          </ac:spMkLst>
        </pc:spChg>
        <pc:spChg chg="del">
          <ac:chgData name="Alexander Simon Thrysøe" userId="3f9b9528-1df8-4235-9262-8bdb6141b1d9" providerId="ADAL" clId="{45C9CCB0-01C4-4662-962D-7EB51A4BA1E1}" dt="2025-10-17T20:52:53.704" v="327"/>
          <ac:spMkLst>
            <pc:docMk/>
            <pc:sldMk cId="1635377456" sldId="579"/>
            <ac:spMk id="2139" creationId="{00244CB5-2A4A-461B-9387-4F1D59B24753}"/>
          </ac:spMkLst>
        </pc:spChg>
        <pc:spChg chg="del">
          <ac:chgData name="Alexander Simon Thrysøe" userId="3f9b9528-1df8-4235-9262-8bdb6141b1d9" providerId="ADAL" clId="{45C9CCB0-01C4-4662-962D-7EB51A4BA1E1}" dt="2025-10-17T20:52:53.704" v="328"/>
          <ac:spMkLst>
            <pc:docMk/>
            <pc:sldMk cId="1635377456" sldId="579"/>
            <ac:spMk id="2140" creationId="{8FF07577-4B7A-4B23-B15F-A6341B8CD6F5}"/>
          </ac:spMkLst>
        </pc:spChg>
        <pc:spChg chg="del">
          <ac:chgData name="Alexander Simon Thrysøe" userId="3f9b9528-1df8-4235-9262-8bdb6141b1d9" providerId="ADAL" clId="{45C9CCB0-01C4-4662-962D-7EB51A4BA1E1}" dt="2025-10-17T20:52:53.704" v="329"/>
          <ac:spMkLst>
            <pc:docMk/>
            <pc:sldMk cId="1635377456" sldId="579"/>
            <ac:spMk id="2141" creationId="{3C91C54E-18EB-4811-AABC-3D8BF91A3F73}"/>
          </ac:spMkLst>
        </pc:spChg>
        <pc:spChg chg="del">
          <ac:chgData name="Alexander Simon Thrysøe" userId="3f9b9528-1df8-4235-9262-8bdb6141b1d9" providerId="ADAL" clId="{45C9CCB0-01C4-4662-962D-7EB51A4BA1E1}" dt="2025-10-17T20:52:53.704" v="330"/>
          <ac:spMkLst>
            <pc:docMk/>
            <pc:sldMk cId="1635377456" sldId="579"/>
            <ac:spMk id="2142" creationId="{2F14114B-E25A-4ACC-BC37-DEEE569866FB}"/>
          </ac:spMkLst>
        </pc:spChg>
        <pc:spChg chg="del">
          <ac:chgData name="Alexander Simon Thrysøe" userId="3f9b9528-1df8-4235-9262-8bdb6141b1d9" providerId="ADAL" clId="{45C9CCB0-01C4-4662-962D-7EB51A4BA1E1}" dt="2025-10-17T20:52:53.704" v="331"/>
          <ac:spMkLst>
            <pc:docMk/>
            <pc:sldMk cId="1635377456" sldId="579"/>
            <ac:spMk id="2143" creationId="{807CF90E-1F86-406B-88E4-1D606006582F}"/>
          </ac:spMkLst>
        </pc:spChg>
        <pc:spChg chg="del">
          <ac:chgData name="Alexander Simon Thrysøe" userId="3f9b9528-1df8-4235-9262-8bdb6141b1d9" providerId="ADAL" clId="{45C9CCB0-01C4-4662-962D-7EB51A4BA1E1}" dt="2025-10-17T20:52:53.704" v="332"/>
          <ac:spMkLst>
            <pc:docMk/>
            <pc:sldMk cId="1635377456" sldId="579"/>
            <ac:spMk id="2144" creationId="{D2FA2934-8164-4515-B6A1-F728CF74B768}"/>
          </ac:spMkLst>
        </pc:spChg>
        <pc:spChg chg="del">
          <ac:chgData name="Alexander Simon Thrysøe" userId="3f9b9528-1df8-4235-9262-8bdb6141b1d9" providerId="ADAL" clId="{45C9CCB0-01C4-4662-962D-7EB51A4BA1E1}" dt="2025-10-17T20:52:53.704" v="333"/>
          <ac:spMkLst>
            <pc:docMk/>
            <pc:sldMk cId="1635377456" sldId="579"/>
            <ac:spMk id="2145" creationId="{82BC1F1A-344D-492A-AF56-B5EE3E04DA54}"/>
          </ac:spMkLst>
        </pc:spChg>
        <pc:spChg chg="del">
          <ac:chgData name="Alexander Simon Thrysøe" userId="3f9b9528-1df8-4235-9262-8bdb6141b1d9" providerId="ADAL" clId="{45C9CCB0-01C4-4662-962D-7EB51A4BA1E1}" dt="2025-10-17T20:52:53.704" v="334"/>
          <ac:spMkLst>
            <pc:docMk/>
            <pc:sldMk cId="1635377456" sldId="579"/>
            <ac:spMk id="2146" creationId="{C0B0D9F6-417C-47F9-AFAA-69DAE5A0F125}"/>
          </ac:spMkLst>
        </pc:spChg>
        <pc:spChg chg="del">
          <ac:chgData name="Alexander Simon Thrysøe" userId="3f9b9528-1df8-4235-9262-8bdb6141b1d9" providerId="ADAL" clId="{45C9CCB0-01C4-4662-962D-7EB51A4BA1E1}" dt="2025-10-17T20:52:53.704" v="335"/>
          <ac:spMkLst>
            <pc:docMk/>
            <pc:sldMk cId="1635377456" sldId="579"/>
            <ac:spMk id="2147" creationId="{8A4374B1-E145-48C7-9F73-EF744C0C6EB2}"/>
          </ac:spMkLst>
        </pc:spChg>
        <pc:spChg chg="del">
          <ac:chgData name="Alexander Simon Thrysøe" userId="3f9b9528-1df8-4235-9262-8bdb6141b1d9" providerId="ADAL" clId="{45C9CCB0-01C4-4662-962D-7EB51A4BA1E1}" dt="2025-10-17T20:52:53.704" v="336"/>
          <ac:spMkLst>
            <pc:docMk/>
            <pc:sldMk cId="1635377456" sldId="579"/>
            <ac:spMk id="2148" creationId="{B18EA4F3-A4D5-4695-99E7-81A0DB8AD5B8}"/>
          </ac:spMkLst>
        </pc:spChg>
        <pc:spChg chg="del">
          <ac:chgData name="Alexander Simon Thrysøe" userId="3f9b9528-1df8-4235-9262-8bdb6141b1d9" providerId="ADAL" clId="{45C9CCB0-01C4-4662-962D-7EB51A4BA1E1}" dt="2025-10-17T20:52:53.704" v="337"/>
          <ac:spMkLst>
            <pc:docMk/>
            <pc:sldMk cId="1635377456" sldId="579"/>
            <ac:spMk id="2149" creationId="{19AF2147-F24C-4806-96E5-64C86C2845EF}"/>
          </ac:spMkLst>
        </pc:spChg>
        <pc:spChg chg="del">
          <ac:chgData name="Alexander Simon Thrysøe" userId="3f9b9528-1df8-4235-9262-8bdb6141b1d9" providerId="ADAL" clId="{45C9CCB0-01C4-4662-962D-7EB51A4BA1E1}" dt="2025-10-17T20:52:53.704" v="338"/>
          <ac:spMkLst>
            <pc:docMk/>
            <pc:sldMk cId="1635377456" sldId="579"/>
            <ac:spMk id="2150" creationId="{3B66491F-7125-4A4A-BC6A-1D4A0B2D4AA7}"/>
          </ac:spMkLst>
        </pc:spChg>
        <pc:spChg chg="del">
          <ac:chgData name="Alexander Simon Thrysøe" userId="3f9b9528-1df8-4235-9262-8bdb6141b1d9" providerId="ADAL" clId="{45C9CCB0-01C4-4662-962D-7EB51A4BA1E1}" dt="2025-10-17T20:52:53.704" v="339"/>
          <ac:spMkLst>
            <pc:docMk/>
            <pc:sldMk cId="1635377456" sldId="579"/>
            <ac:spMk id="2151" creationId="{A2C03910-86B9-4843-83BB-00A55ABC0BD0}"/>
          </ac:spMkLst>
        </pc:spChg>
        <pc:spChg chg="del">
          <ac:chgData name="Alexander Simon Thrysøe" userId="3f9b9528-1df8-4235-9262-8bdb6141b1d9" providerId="ADAL" clId="{45C9CCB0-01C4-4662-962D-7EB51A4BA1E1}" dt="2025-10-17T20:52:53.704" v="340"/>
          <ac:spMkLst>
            <pc:docMk/>
            <pc:sldMk cId="1635377456" sldId="579"/>
            <ac:spMk id="2152" creationId="{EB6CFA15-1B51-4CEE-8748-1CFAD1C0FFA2}"/>
          </ac:spMkLst>
        </pc:spChg>
        <pc:spChg chg="del">
          <ac:chgData name="Alexander Simon Thrysøe" userId="3f9b9528-1df8-4235-9262-8bdb6141b1d9" providerId="ADAL" clId="{45C9CCB0-01C4-4662-962D-7EB51A4BA1E1}" dt="2025-10-17T20:52:53.704" v="341"/>
          <ac:spMkLst>
            <pc:docMk/>
            <pc:sldMk cId="1635377456" sldId="579"/>
            <ac:spMk id="2153" creationId="{3C78C2D6-8B2D-463D-AA05-D17E85D7D9C6}"/>
          </ac:spMkLst>
        </pc:spChg>
        <pc:spChg chg="del">
          <ac:chgData name="Alexander Simon Thrysøe" userId="3f9b9528-1df8-4235-9262-8bdb6141b1d9" providerId="ADAL" clId="{45C9CCB0-01C4-4662-962D-7EB51A4BA1E1}" dt="2025-10-17T20:52:53.716" v="342"/>
          <ac:spMkLst>
            <pc:docMk/>
            <pc:sldMk cId="1635377456" sldId="579"/>
            <ac:spMk id="2154" creationId="{333D63DA-E796-477D-B248-6505FA3F7384}"/>
          </ac:spMkLst>
        </pc:spChg>
        <pc:spChg chg="del">
          <ac:chgData name="Alexander Simon Thrysøe" userId="3f9b9528-1df8-4235-9262-8bdb6141b1d9" providerId="ADAL" clId="{45C9CCB0-01C4-4662-962D-7EB51A4BA1E1}" dt="2025-10-17T20:52:53.716" v="343"/>
          <ac:spMkLst>
            <pc:docMk/>
            <pc:sldMk cId="1635377456" sldId="579"/>
            <ac:spMk id="2155" creationId="{8A237F54-256A-416A-A86B-D4B17B378BBC}"/>
          </ac:spMkLst>
        </pc:spChg>
        <pc:spChg chg="del">
          <ac:chgData name="Alexander Simon Thrysøe" userId="3f9b9528-1df8-4235-9262-8bdb6141b1d9" providerId="ADAL" clId="{45C9CCB0-01C4-4662-962D-7EB51A4BA1E1}" dt="2025-10-17T20:52:53.716" v="344"/>
          <ac:spMkLst>
            <pc:docMk/>
            <pc:sldMk cId="1635377456" sldId="579"/>
            <ac:spMk id="2156" creationId="{F5381A02-3C57-4D11-B17E-086A34825ADC}"/>
          </ac:spMkLst>
        </pc:spChg>
        <pc:spChg chg="del">
          <ac:chgData name="Alexander Simon Thrysøe" userId="3f9b9528-1df8-4235-9262-8bdb6141b1d9" providerId="ADAL" clId="{45C9CCB0-01C4-4662-962D-7EB51A4BA1E1}" dt="2025-10-17T20:52:53.716" v="345"/>
          <ac:spMkLst>
            <pc:docMk/>
            <pc:sldMk cId="1635377456" sldId="579"/>
            <ac:spMk id="2157" creationId="{81BCF84D-718F-4E47-BD5C-BF735527B7C7}"/>
          </ac:spMkLst>
        </pc:spChg>
        <pc:spChg chg="del">
          <ac:chgData name="Alexander Simon Thrysøe" userId="3f9b9528-1df8-4235-9262-8bdb6141b1d9" providerId="ADAL" clId="{45C9CCB0-01C4-4662-962D-7EB51A4BA1E1}" dt="2025-10-17T20:52:53.716" v="346"/>
          <ac:spMkLst>
            <pc:docMk/>
            <pc:sldMk cId="1635377456" sldId="579"/>
            <ac:spMk id="2158" creationId="{75B1DD83-B055-41C4-8F6F-76EF35F00325}"/>
          </ac:spMkLst>
        </pc:spChg>
        <pc:spChg chg="del">
          <ac:chgData name="Alexander Simon Thrysøe" userId="3f9b9528-1df8-4235-9262-8bdb6141b1d9" providerId="ADAL" clId="{45C9CCB0-01C4-4662-962D-7EB51A4BA1E1}" dt="2025-10-17T20:52:53.716" v="347"/>
          <ac:spMkLst>
            <pc:docMk/>
            <pc:sldMk cId="1635377456" sldId="579"/>
            <ac:spMk id="2159" creationId="{4D4E9AFA-F93D-4F51-8F95-038CAC71E2E9}"/>
          </ac:spMkLst>
        </pc:spChg>
        <pc:spChg chg="del">
          <ac:chgData name="Alexander Simon Thrysøe" userId="3f9b9528-1df8-4235-9262-8bdb6141b1d9" providerId="ADAL" clId="{45C9CCB0-01C4-4662-962D-7EB51A4BA1E1}" dt="2025-10-17T20:52:53.716" v="348"/>
          <ac:spMkLst>
            <pc:docMk/>
            <pc:sldMk cId="1635377456" sldId="579"/>
            <ac:spMk id="2160" creationId="{11FD6842-1396-4EE7-9398-4B683F13286C}"/>
          </ac:spMkLst>
        </pc:spChg>
        <pc:spChg chg="del">
          <ac:chgData name="Alexander Simon Thrysøe" userId="3f9b9528-1df8-4235-9262-8bdb6141b1d9" providerId="ADAL" clId="{45C9CCB0-01C4-4662-962D-7EB51A4BA1E1}" dt="2025-10-17T20:52:53.720" v="349"/>
          <ac:spMkLst>
            <pc:docMk/>
            <pc:sldMk cId="1635377456" sldId="579"/>
            <ac:spMk id="2161" creationId="{22DE7A92-8133-4713-A74E-88A3147A7D9C}"/>
          </ac:spMkLst>
        </pc:spChg>
        <pc:spChg chg="del">
          <ac:chgData name="Alexander Simon Thrysøe" userId="3f9b9528-1df8-4235-9262-8bdb6141b1d9" providerId="ADAL" clId="{45C9CCB0-01C4-4662-962D-7EB51A4BA1E1}" dt="2025-10-17T20:52:53.720" v="350"/>
          <ac:spMkLst>
            <pc:docMk/>
            <pc:sldMk cId="1635377456" sldId="579"/>
            <ac:spMk id="2162" creationId="{8A74E8A3-AB7A-4940-BACA-30990BC26401}"/>
          </ac:spMkLst>
        </pc:spChg>
        <pc:spChg chg="del">
          <ac:chgData name="Alexander Simon Thrysøe" userId="3f9b9528-1df8-4235-9262-8bdb6141b1d9" providerId="ADAL" clId="{45C9CCB0-01C4-4662-962D-7EB51A4BA1E1}" dt="2025-10-17T20:52:53.720" v="351"/>
          <ac:spMkLst>
            <pc:docMk/>
            <pc:sldMk cId="1635377456" sldId="579"/>
            <ac:spMk id="2163" creationId="{D85B1146-9AA3-469F-A25E-95DC1957DBDA}"/>
          </ac:spMkLst>
        </pc:spChg>
        <pc:spChg chg="del">
          <ac:chgData name="Alexander Simon Thrysøe" userId="3f9b9528-1df8-4235-9262-8bdb6141b1d9" providerId="ADAL" clId="{45C9CCB0-01C4-4662-962D-7EB51A4BA1E1}" dt="2025-10-17T20:52:53.720" v="352"/>
          <ac:spMkLst>
            <pc:docMk/>
            <pc:sldMk cId="1635377456" sldId="579"/>
            <ac:spMk id="2164" creationId="{2B550A43-84CA-43A4-B26F-981B6EBE41D7}"/>
          </ac:spMkLst>
        </pc:spChg>
        <pc:spChg chg="del">
          <ac:chgData name="Alexander Simon Thrysøe" userId="3f9b9528-1df8-4235-9262-8bdb6141b1d9" providerId="ADAL" clId="{45C9CCB0-01C4-4662-962D-7EB51A4BA1E1}" dt="2025-10-17T20:52:53.720" v="353"/>
          <ac:spMkLst>
            <pc:docMk/>
            <pc:sldMk cId="1635377456" sldId="579"/>
            <ac:spMk id="2165" creationId="{430F85FC-AA87-4888-913D-A13118AA113B}"/>
          </ac:spMkLst>
        </pc:spChg>
        <pc:spChg chg="del">
          <ac:chgData name="Alexander Simon Thrysøe" userId="3f9b9528-1df8-4235-9262-8bdb6141b1d9" providerId="ADAL" clId="{45C9CCB0-01C4-4662-962D-7EB51A4BA1E1}" dt="2025-10-17T20:52:53.720" v="354"/>
          <ac:spMkLst>
            <pc:docMk/>
            <pc:sldMk cId="1635377456" sldId="579"/>
            <ac:spMk id="2166" creationId="{94EB9A96-164B-477D-967C-1B932BF1337D}"/>
          </ac:spMkLst>
        </pc:spChg>
        <pc:spChg chg="del">
          <ac:chgData name="Alexander Simon Thrysøe" userId="3f9b9528-1df8-4235-9262-8bdb6141b1d9" providerId="ADAL" clId="{45C9CCB0-01C4-4662-962D-7EB51A4BA1E1}" dt="2025-10-17T20:52:53.720" v="355"/>
          <ac:spMkLst>
            <pc:docMk/>
            <pc:sldMk cId="1635377456" sldId="579"/>
            <ac:spMk id="2167" creationId="{7BADB655-DA17-4F4A-BBC0-1F5C6BD21DD6}"/>
          </ac:spMkLst>
        </pc:spChg>
        <pc:spChg chg="del">
          <ac:chgData name="Alexander Simon Thrysøe" userId="3f9b9528-1df8-4235-9262-8bdb6141b1d9" providerId="ADAL" clId="{45C9CCB0-01C4-4662-962D-7EB51A4BA1E1}" dt="2025-10-17T20:52:53.720" v="356"/>
          <ac:spMkLst>
            <pc:docMk/>
            <pc:sldMk cId="1635377456" sldId="579"/>
            <ac:spMk id="2168" creationId="{8BA9D30C-8295-4F62-8A51-CBF635972EB7}"/>
          </ac:spMkLst>
        </pc:spChg>
        <pc:spChg chg="del">
          <ac:chgData name="Alexander Simon Thrysøe" userId="3f9b9528-1df8-4235-9262-8bdb6141b1d9" providerId="ADAL" clId="{45C9CCB0-01C4-4662-962D-7EB51A4BA1E1}" dt="2025-10-17T20:52:53.720" v="357"/>
          <ac:spMkLst>
            <pc:docMk/>
            <pc:sldMk cId="1635377456" sldId="579"/>
            <ac:spMk id="2169" creationId="{671A8AA4-7288-4FAB-A705-40CF7AE36959}"/>
          </ac:spMkLst>
        </pc:spChg>
        <pc:spChg chg="del">
          <ac:chgData name="Alexander Simon Thrysøe" userId="3f9b9528-1df8-4235-9262-8bdb6141b1d9" providerId="ADAL" clId="{45C9CCB0-01C4-4662-962D-7EB51A4BA1E1}" dt="2025-10-17T20:52:53.720" v="358"/>
          <ac:spMkLst>
            <pc:docMk/>
            <pc:sldMk cId="1635377456" sldId="579"/>
            <ac:spMk id="2170" creationId="{F76C8C9F-BA0D-4C45-AAC6-FF6423564992}"/>
          </ac:spMkLst>
        </pc:spChg>
        <pc:spChg chg="del">
          <ac:chgData name="Alexander Simon Thrysøe" userId="3f9b9528-1df8-4235-9262-8bdb6141b1d9" providerId="ADAL" clId="{45C9CCB0-01C4-4662-962D-7EB51A4BA1E1}" dt="2025-10-17T20:52:53.720" v="359"/>
          <ac:spMkLst>
            <pc:docMk/>
            <pc:sldMk cId="1635377456" sldId="579"/>
            <ac:spMk id="2171" creationId="{4E09FAF5-99D6-42FF-8F9C-5DA622B631F0}"/>
          </ac:spMkLst>
        </pc:spChg>
        <pc:spChg chg="del">
          <ac:chgData name="Alexander Simon Thrysøe" userId="3f9b9528-1df8-4235-9262-8bdb6141b1d9" providerId="ADAL" clId="{45C9CCB0-01C4-4662-962D-7EB51A4BA1E1}" dt="2025-10-17T20:52:53.720" v="360"/>
          <ac:spMkLst>
            <pc:docMk/>
            <pc:sldMk cId="1635377456" sldId="579"/>
            <ac:spMk id="2172" creationId="{9875A7F5-6C62-4B06-92E1-D95A753A110A}"/>
          </ac:spMkLst>
        </pc:spChg>
        <pc:spChg chg="del">
          <ac:chgData name="Alexander Simon Thrysøe" userId="3f9b9528-1df8-4235-9262-8bdb6141b1d9" providerId="ADAL" clId="{45C9CCB0-01C4-4662-962D-7EB51A4BA1E1}" dt="2025-10-17T20:52:53.720" v="361"/>
          <ac:spMkLst>
            <pc:docMk/>
            <pc:sldMk cId="1635377456" sldId="579"/>
            <ac:spMk id="2173" creationId="{EEDA41E9-41A5-4FCC-93A7-C67459771B4F}"/>
          </ac:spMkLst>
        </pc:spChg>
        <pc:spChg chg="del">
          <ac:chgData name="Alexander Simon Thrysøe" userId="3f9b9528-1df8-4235-9262-8bdb6141b1d9" providerId="ADAL" clId="{45C9CCB0-01C4-4662-962D-7EB51A4BA1E1}" dt="2025-10-17T20:52:53.720" v="362"/>
          <ac:spMkLst>
            <pc:docMk/>
            <pc:sldMk cId="1635377456" sldId="579"/>
            <ac:spMk id="2174" creationId="{7E8F3138-9F6E-4C23-B14F-F28CBFD3FB63}"/>
          </ac:spMkLst>
        </pc:spChg>
        <pc:spChg chg="del">
          <ac:chgData name="Alexander Simon Thrysøe" userId="3f9b9528-1df8-4235-9262-8bdb6141b1d9" providerId="ADAL" clId="{45C9CCB0-01C4-4662-962D-7EB51A4BA1E1}" dt="2025-10-17T20:52:53.720" v="363"/>
          <ac:spMkLst>
            <pc:docMk/>
            <pc:sldMk cId="1635377456" sldId="579"/>
            <ac:spMk id="2175" creationId="{286CE545-FD78-43CF-B182-B46BE31DEB19}"/>
          </ac:spMkLst>
        </pc:spChg>
        <pc:spChg chg="del">
          <ac:chgData name="Alexander Simon Thrysøe" userId="3f9b9528-1df8-4235-9262-8bdb6141b1d9" providerId="ADAL" clId="{45C9CCB0-01C4-4662-962D-7EB51A4BA1E1}" dt="2025-10-17T20:52:53.720" v="364"/>
          <ac:spMkLst>
            <pc:docMk/>
            <pc:sldMk cId="1635377456" sldId="579"/>
            <ac:spMk id="2176" creationId="{BD205191-6E38-4D7C-AA45-D2FC87F53D24}"/>
          </ac:spMkLst>
        </pc:spChg>
        <pc:spChg chg="del">
          <ac:chgData name="Alexander Simon Thrysøe" userId="3f9b9528-1df8-4235-9262-8bdb6141b1d9" providerId="ADAL" clId="{45C9CCB0-01C4-4662-962D-7EB51A4BA1E1}" dt="2025-10-17T20:52:53.720" v="365"/>
          <ac:spMkLst>
            <pc:docMk/>
            <pc:sldMk cId="1635377456" sldId="579"/>
            <ac:spMk id="2177" creationId="{4D6D4B3A-EE67-4BBB-B4ED-37F5C205205D}"/>
          </ac:spMkLst>
        </pc:spChg>
        <pc:spChg chg="del">
          <ac:chgData name="Alexander Simon Thrysøe" userId="3f9b9528-1df8-4235-9262-8bdb6141b1d9" providerId="ADAL" clId="{45C9CCB0-01C4-4662-962D-7EB51A4BA1E1}" dt="2025-10-17T20:52:53.720" v="366"/>
          <ac:spMkLst>
            <pc:docMk/>
            <pc:sldMk cId="1635377456" sldId="579"/>
            <ac:spMk id="2178" creationId="{85A7D92B-9D95-46BC-82D7-B6ECB9326F5A}"/>
          </ac:spMkLst>
        </pc:spChg>
        <pc:spChg chg="del">
          <ac:chgData name="Alexander Simon Thrysøe" userId="3f9b9528-1df8-4235-9262-8bdb6141b1d9" providerId="ADAL" clId="{45C9CCB0-01C4-4662-962D-7EB51A4BA1E1}" dt="2025-10-17T20:52:53.720" v="367"/>
          <ac:spMkLst>
            <pc:docMk/>
            <pc:sldMk cId="1635377456" sldId="579"/>
            <ac:spMk id="2179" creationId="{D17BE0A5-3692-4D10-AE52-6ED08C94632A}"/>
          </ac:spMkLst>
        </pc:spChg>
        <pc:spChg chg="del">
          <ac:chgData name="Alexander Simon Thrysøe" userId="3f9b9528-1df8-4235-9262-8bdb6141b1d9" providerId="ADAL" clId="{45C9CCB0-01C4-4662-962D-7EB51A4BA1E1}" dt="2025-10-17T20:52:53.720" v="368"/>
          <ac:spMkLst>
            <pc:docMk/>
            <pc:sldMk cId="1635377456" sldId="579"/>
            <ac:spMk id="2180" creationId="{B83C1CF3-6AE4-46A2-817D-983449695711}"/>
          </ac:spMkLst>
        </pc:spChg>
        <pc:spChg chg="del">
          <ac:chgData name="Alexander Simon Thrysøe" userId="3f9b9528-1df8-4235-9262-8bdb6141b1d9" providerId="ADAL" clId="{45C9CCB0-01C4-4662-962D-7EB51A4BA1E1}" dt="2025-10-17T20:52:53.720" v="369"/>
          <ac:spMkLst>
            <pc:docMk/>
            <pc:sldMk cId="1635377456" sldId="579"/>
            <ac:spMk id="2181" creationId="{2874ABC6-E989-4610-8608-E6C3532EA872}"/>
          </ac:spMkLst>
        </pc:spChg>
        <pc:spChg chg="del">
          <ac:chgData name="Alexander Simon Thrysøe" userId="3f9b9528-1df8-4235-9262-8bdb6141b1d9" providerId="ADAL" clId="{45C9CCB0-01C4-4662-962D-7EB51A4BA1E1}" dt="2025-10-17T20:52:53.720" v="370"/>
          <ac:spMkLst>
            <pc:docMk/>
            <pc:sldMk cId="1635377456" sldId="579"/>
            <ac:spMk id="2182" creationId="{1B46EF42-B242-47C2-8309-747E61404303}"/>
          </ac:spMkLst>
        </pc:spChg>
        <pc:spChg chg="del">
          <ac:chgData name="Alexander Simon Thrysøe" userId="3f9b9528-1df8-4235-9262-8bdb6141b1d9" providerId="ADAL" clId="{45C9CCB0-01C4-4662-962D-7EB51A4BA1E1}" dt="2025-10-17T20:52:53.720" v="371"/>
          <ac:spMkLst>
            <pc:docMk/>
            <pc:sldMk cId="1635377456" sldId="579"/>
            <ac:spMk id="2183" creationId="{71F1B540-7516-427C-B2CF-BBD0B40E0CAE}"/>
          </ac:spMkLst>
        </pc:spChg>
        <pc:spChg chg="del">
          <ac:chgData name="Alexander Simon Thrysøe" userId="3f9b9528-1df8-4235-9262-8bdb6141b1d9" providerId="ADAL" clId="{45C9CCB0-01C4-4662-962D-7EB51A4BA1E1}" dt="2025-10-17T20:52:53.720" v="372"/>
          <ac:spMkLst>
            <pc:docMk/>
            <pc:sldMk cId="1635377456" sldId="579"/>
            <ac:spMk id="2184" creationId="{0A9AC8EB-42E0-4736-A643-C49E434193A2}"/>
          </ac:spMkLst>
        </pc:spChg>
        <pc:spChg chg="del">
          <ac:chgData name="Alexander Simon Thrysøe" userId="3f9b9528-1df8-4235-9262-8bdb6141b1d9" providerId="ADAL" clId="{45C9CCB0-01C4-4662-962D-7EB51A4BA1E1}" dt="2025-10-17T20:52:53.720" v="373"/>
          <ac:spMkLst>
            <pc:docMk/>
            <pc:sldMk cId="1635377456" sldId="579"/>
            <ac:spMk id="2185" creationId="{4D626CDC-CE53-4B53-85FC-40C807A8E840}"/>
          </ac:spMkLst>
        </pc:spChg>
        <pc:spChg chg="del">
          <ac:chgData name="Alexander Simon Thrysøe" userId="3f9b9528-1df8-4235-9262-8bdb6141b1d9" providerId="ADAL" clId="{45C9CCB0-01C4-4662-962D-7EB51A4BA1E1}" dt="2025-10-17T20:52:53.720" v="374"/>
          <ac:spMkLst>
            <pc:docMk/>
            <pc:sldMk cId="1635377456" sldId="579"/>
            <ac:spMk id="2186" creationId="{48D0B285-CBA3-45E9-A68E-17522B1C9725}"/>
          </ac:spMkLst>
        </pc:spChg>
        <pc:spChg chg="del">
          <ac:chgData name="Alexander Simon Thrysøe" userId="3f9b9528-1df8-4235-9262-8bdb6141b1d9" providerId="ADAL" clId="{45C9CCB0-01C4-4662-962D-7EB51A4BA1E1}" dt="2025-10-17T20:52:53.720" v="375"/>
          <ac:spMkLst>
            <pc:docMk/>
            <pc:sldMk cId="1635377456" sldId="579"/>
            <ac:spMk id="2187" creationId="{5DFED6B5-3755-41BB-B4AA-10CB433A2801}"/>
          </ac:spMkLst>
        </pc:spChg>
        <pc:spChg chg="del">
          <ac:chgData name="Alexander Simon Thrysøe" userId="3f9b9528-1df8-4235-9262-8bdb6141b1d9" providerId="ADAL" clId="{45C9CCB0-01C4-4662-962D-7EB51A4BA1E1}" dt="2025-10-17T20:52:53.720" v="376"/>
          <ac:spMkLst>
            <pc:docMk/>
            <pc:sldMk cId="1635377456" sldId="579"/>
            <ac:spMk id="2188" creationId="{2EA171A8-C55C-41D3-8304-B07C0560B668}"/>
          </ac:spMkLst>
        </pc:spChg>
        <pc:spChg chg="del">
          <ac:chgData name="Alexander Simon Thrysøe" userId="3f9b9528-1df8-4235-9262-8bdb6141b1d9" providerId="ADAL" clId="{45C9CCB0-01C4-4662-962D-7EB51A4BA1E1}" dt="2025-10-17T20:52:53.720" v="377"/>
          <ac:spMkLst>
            <pc:docMk/>
            <pc:sldMk cId="1635377456" sldId="579"/>
            <ac:spMk id="2189" creationId="{E119A271-A055-47AA-A729-326856FB5C4F}"/>
          </ac:spMkLst>
        </pc:spChg>
        <pc:spChg chg="del">
          <ac:chgData name="Alexander Simon Thrysøe" userId="3f9b9528-1df8-4235-9262-8bdb6141b1d9" providerId="ADAL" clId="{45C9CCB0-01C4-4662-962D-7EB51A4BA1E1}" dt="2025-10-17T20:52:53.720" v="378"/>
          <ac:spMkLst>
            <pc:docMk/>
            <pc:sldMk cId="1635377456" sldId="579"/>
            <ac:spMk id="2190" creationId="{B29F393A-DDCC-455F-ADAB-2D71362336AC}"/>
          </ac:spMkLst>
        </pc:spChg>
        <pc:spChg chg="del">
          <ac:chgData name="Alexander Simon Thrysøe" userId="3f9b9528-1df8-4235-9262-8bdb6141b1d9" providerId="ADAL" clId="{45C9CCB0-01C4-4662-962D-7EB51A4BA1E1}" dt="2025-10-17T20:52:53.720" v="379"/>
          <ac:spMkLst>
            <pc:docMk/>
            <pc:sldMk cId="1635377456" sldId="579"/>
            <ac:spMk id="2191" creationId="{F9AE6FDA-BE6F-49B9-A5C8-7E89F0C05FE5}"/>
          </ac:spMkLst>
        </pc:spChg>
        <pc:spChg chg="del">
          <ac:chgData name="Alexander Simon Thrysøe" userId="3f9b9528-1df8-4235-9262-8bdb6141b1d9" providerId="ADAL" clId="{45C9CCB0-01C4-4662-962D-7EB51A4BA1E1}" dt="2025-10-17T20:52:53.736" v="380"/>
          <ac:spMkLst>
            <pc:docMk/>
            <pc:sldMk cId="1635377456" sldId="579"/>
            <ac:spMk id="2192" creationId="{FB1DD20A-D49B-45F0-AD9F-2E9A88B8A073}"/>
          </ac:spMkLst>
        </pc:spChg>
        <pc:spChg chg="del">
          <ac:chgData name="Alexander Simon Thrysøe" userId="3f9b9528-1df8-4235-9262-8bdb6141b1d9" providerId="ADAL" clId="{45C9CCB0-01C4-4662-962D-7EB51A4BA1E1}" dt="2025-10-17T20:52:53.736" v="381"/>
          <ac:spMkLst>
            <pc:docMk/>
            <pc:sldMk cId="1635377456" sldId="579"/>
            <ac:spMk id="2193" creationId="{C9994B39-183D-4319-BB0A-1C62A596DC35}"/>
          </ac:spMkLst>
        </pc:spChg>
        <pc:spChg chg="del">
          <ac:chgData name="Alexander Simon Thrysøe" userId="3f9b9528-1df8-4235-9262-8bdb6141b1d9" providerId="ADAL" clId="{45C9CCB0-01C4-4662-962D-7EB51A4BA1E1}" dt="2025-10-17T20:52:53.736" v="382"/>
          <ac:spMkLst>
            <pc:docMk/>
            <pc:sldMk cId="1635377456" sldId="579"/>
            <ac:spMk id="2194" creationId="{BA569C64-866F-4F8E-8C06-055AD09B5C70}"/>
          </ac:spMkLst>
        </pc:spChg>
        <pc:spChg chg="del">
          <ac:chgData name="Alexander Simon Thrysøe" userId="3f9b9528-1df8-4235-9262-8bdb6141b1d9" providerId="ADAL" clId="{45C9CCB0-01C4-4662-962D-7EB51A4BA1E1}" dt="2025-10-17T20:52:53.736" v="383"/>
          <ac:spMkLst>
            <pc:docMk/>
            <pc:sldMk cId="1635377456" sldId="579"/>
            <ac:spMk id="2195" creationId="{24ED6C47-7076-4550-856D-12B8A5179E3D}"/>
          </ac:spMkLst>
        </pc:spChg>
        <pc:spChg chg="del">
          <ac:chgData name="Alexander Simon Thrysøe" userId="3f9b9528-1df8-4235-9262-8bdb6141b1d9" providerId="ADAL" clId="{45C9CCB0-01C4-4662-962D-7EB51A4BA1E1}" dt="2025-10-17T20:52:53.736" v="384"/>
          <ac:spMkLst>
            <pc:docMk/>
            <pc:sldMk cId="1635377456" sldId="579"/>
            <ac:spMk id="2196" creationId="{A217CF58-FEA6-49F8-846C-CCC87F59FABC}"/>
          </ac:spMkLst>
        </pc:spChg>
        <pc:spChg chg="del">
          <ac:chgData name="Alexander Simon Thrysøe" userId="3f9b9528-1df8-4235-9262-8bdb6141b1d9" providerId="ADAL" clId="{45C9CCB0-01C4-4662-962D-7EB51A4BA1E1}" dt="2025-10-17T20:52:53.736" v="385"/>
          <ac:spMkLst>
            <pc:docMk/>
            <pc:sldMk cId="1635377456" sldId="579"/>
            <ac:spMk id="2197" creationId="{B74B1C1E-B6E3-4268-A5F0-7879D70C2DEC}"/>
          </ac:spMkLst>
        </pc:spChg>
        <pc:spChg chg="del">
          <ac:chgData name="Alexander Simon Thrysøe" userId="3f9b9528-1df8-4235-9262-8bdb6141b1d9" providerId="ADAL" clId="{45C9CCB0-01C4-4662-962D-7EB51A4BA1E1}" dt="2025-10-17T20:52:53.736" v="386"/>
          <ac:spMkLst>
            <pc:docMk/>
            <pc:sldMk cId="1635377456" sldId="579"/>
            <ac:spMk id="2198" creationId="{0201F0E7-4599-4852-BC87-7F33A9C5D072}"/>
          </ac:spMkLst>
        </pc:spChg>
        <pc:spChg chg="del">
          <ac:chgData name="Alexander Simon Thrysøe" userId="3f9b9528-1df8-4235-9262-8bdb6141b1d9" providerId="ADAL" clId="{45C9CCB0-01C4-4662-962D-7EB51A4BA1E1}" dt="2025-10-17T20:52:53.736" v="387"/>
          <ac:spMkLst>
            <pc:docMk/>
            <pc:sldMk cId="1635377456" sldId="579"/>
            <ac:spMk id="2199" creationId="{AF55FE2B-58B4-4EFF-BB68-D4C0F9FDC0C9}"/>
          </ac:spMkLst>
        </pc:spChg>
        <pc:spChg chg="del">
          <ac:chgData name="Alexander Simon Thrysøe" userId="3f9b9528-1df8-4235-9262-8bdb6141b1d9" providerId="ADAL" clId="{45C9CCB0-01C4-4662-962D-7EB51A4BA1E1}" dt="2025-10-17T20:52:53.736" v="388"/>
          <ac:spMkLst>
            <pc:docMk/>
            <pc:sldMk cId="1635377456" sldId="579"/>
            <ac:spMk id="2200" creationId="{9A814373-E4D5-47B1-9CCA-EB5247E11D2A}"/>
          </ac:spMkLst>
        </pc:spChg>
        <pc:spChg chg="del">
          <ac:chgData name="Alexander Simon Thrysøe" userId="3f9b9528-1df8-4235-9262-8bdb6141b1d9" providerId="ADAL" clId="{45C9CCB0-01C4-4662-962D-7EB51A4BA1E1}" dt="2025-10-17T20:52:53.736" v="389"/>
          <ac:spMkLst>
            <pc:docMk/>
            <pc:sldMk cId="1635377456" sldId="579"/>
            <ac:spMk id="2201" creationId="{DCABD428-65F4-4A6D-986B-3C658FBEC2F6}"/>
          </ac:spMkLst>
        </pc:spChg>
        <pc:spChg chg="del">
          <ac:chgData name="Alexander Simon Thrysøe" userId="3f9b9528-1df8-4235-9262-8bdb6141b1d9" providerId="ADAL" clId="{45C9CCB0-01C4-4662-962D-7EB51A4BA1E1}" dt="2025-10-17T20:52:53.736" v="390"/>
          <ac:spMkLst>
            <pc:docMk/>
            <pc:sldMk cId="1635377456" sldId="579"/>
            <ac:spMk id="2202" creationId="{9DCB8DE4-0944-41EA-A02F-8CA61874EFFB}"/>
          </ac:spMkLst>
        </pc:spChg>
        <pc:spChg chg="del">
          <ac:chgData name="Alexander Simon Thrysøe" userId="3f9b9528-1df8-4235-9262-8bdb6141b1d9" providerId="ADAL" clId="{45C9CCB0-01C4-4662-962D-7EB51A4BA1E1}" dt="2025-10-17T20:52:53.736" v="391"/>
          <ac:spMkLst>
            <pc:docMk/>
            <pc:sldMk cId="1635377456" sldId="579"/>
            <ac:spMk id="2203" creationId="{A10813A0-E974-4499-9E0B-462DFF76E4EB}"/>
          </ac:spMkLst>
        </pc:spChg>
        <pc:spChg chg="del">
          <ac:chgData name="Alexander Simon Thrysøe" userId="3f9b9528-1df8-4235-9262-8bdb6141b1d9" providerId="ADAL" clId="{45C9CCB0-01C4-4662-962D-7EB51A4BA1E1}" dt="2025-10-17T20:52:53.736" v="392"/>
          <ac:spMkLst>
            <pc:docMk/>
            <pc:sldMk cId="1635377456" sldId="579"/>
            <ac:spMk id="2204" creationId="{6A43B633-7CC7-4737-BEA2-91ADDB0177C1}"/>
          </ac:spMkLst>
        </pc:spChg>
        <pc:spChg chg="del">
          <ac:chgData name="Alexander Simon Thrysøe" userId="3f9b9528-1df8-4235-9262-8bdb6141b1d9" providerId="ADAL" clId="{45C9CCB0-01C4-4662-962D-7EB51A4BA1E1}" dt="2025-10-17T20:52:53.736" v="393"/>
          <ac:spMkLst>
            <pc:docMk/>
            <pc:sldMk cId="1635377456" sldId="579"/>
            <ac:spMk id="2205" creationId="{B687C3D1-32D7-4D13-A1E2-95F3DC4B3790}"/>
          </ac:spMkLst>
        </pc:spChg>
        <pc:spChg chg="del">
          <ac:chgData name="Alexander Simon Thrysøe" userId="3f9b9528-1df8-4235-9262-8bdb6141b1d9" providerId="ADAL" clId="{45C9CCB0-01C4-4662-962D-7EB51A4BA1E1}" dt="2025-10-17T20:52:53.736" v="394"/>
          <ac:spMkLst>
            <pc:docMk/>
            <pc:sldMk cId="1635377456" sldId="579"/>
            <ac:spMk id="2206" creationId="{06DD6BF7-268C-4D75-A750-2762CE2043A7}"/>
          </ac:spMkLst>
        </pc:spChg>
        <pc:spChg chg="del">
          <ac:chgData name="Alexander Simon Thrysøe" userId="3f9b9528-1df8-4235-9262-8bdb6141b1d9" providerId="ADAL" clId="{45C9CCB0-01C4-4662-962D-7EB51A4BA1E1}" dt="2025-10-17T20:52:53.736" v="395"/>
          <ac:spMkLst>
            <pc:docMk/>
            <pc:sldMk cId="1635377456" sldId="579"/>
            <ac:spMk id="2207" creationId="{0D2A7688-C3F1-4D44-BB21-44596208BD34}"/>
          </ac:spMkLst>
        </pc:spChg>
        <pc:spChg chg="del">
          <ac:chgData name="Alexander Simon Thrysøe" userId="3f9b9528-1df8-4235-9262-8bdb6141b1d9" providerId="ADAL" clId="{45C9CCB0-01C4-4662-962D-7EB51A4BA1E1}" dt="2025-10-17T20:52:53.736" v="396"/>
          <ac:spMkLst>
            <pc:docMk/>
            <pc:sldMk cId="1635377456" sldId="579"/>
            <ac:spMk id="2208" creationId="{7423844C-BA23-42D4-9539-CF0DC7160018}"/>
          </ac:spMkLst>
        </pc:spChg>
        <pc:spChg chg="del">
          <ac:chgData name="Alexander Simon Thrysøe" userId="3f9b9528-1df8-4235-9262-8bdb6141b1d9" providerId="ADAL" clId="{45C9CCB0-01C4-4662-962D-7EB51A4BA1E1}" dt="2025-10-17T20:52:53.736" v="397"/>
          <ac:spMkLst>
            <pc:docMk/>
            <pc:sldMk cId="1635377456" sldId="579"/>
            <ac:spMk id="2209" creationId="{F06B935F-3765-4BAE-AAB1-0FB305CA2987}"/>
          </ac:spMkLst>
        </pc:spChg>
        <pc:spChg chg="del">
          <ac:chgData name="Alexander Simon Thrysøe" userId="3f9b9528-1df8-4235-9262-8bdb6141b1d9" providerId="ADAL" clId="{45C9CCB0-01C4-4662-962D-7EB51A4BA1E1}" dt="2025-10-17T20:52:53.736" v="398"/>
          <ac:spMkLst>
            <pc:docMk/>
            <pc:sldMk cId="1635377456" sldId="579"/>
            <ac:spMk id="2210" creationId="{A62A9407-6782-4957-8FD6-069A53D4F2FA}"/>
          </ac:spMkLst>
        </pc:spChg>
        <pc:spChg chg="del">
          <ac:chgData name="Alexander Simon Thrysøe" userId="3f9b9528-1df8-4235-9262-8bdb6141b1d9" providerId="ADAL" clId="{45C9CCB0-01C4-4662-962D-7EB51A4BA1E1}" dt="2025-10-17T20:52:53.736" v="399"/>
          <ac:spMkLst>
            <pc:docMk/>
            <pc:sldMk cId="1635377456" sldId="579"/>
            <ac:spMk id="2211" creationId="{1A9D74DC-51C7-4E0B-8579-3EAE772D3FBB}"/>
          </ac:spMkLst>
        </pc:spChg>
        <pc:spChg chg="del">
          <ac:chgData name="Alexander Simon Thrysøe" userId="3f9b9528-1df8-4235-9262-8bdb6141b1d9" providerId="ADAL" clId="{45C9CCB0-01C4-4662-962D-7EB51A4BA1E1}" dt="2025-10-17T20:52:53.736" v="400"/>
          <ac:spMkLst>
            <pc:docMk/>
            <pc:sldMk cId="1635377456" sldId="579"/>
            <ac:spMk id="2212" creationId="{59476762-31EC-413F-83C0-9BE36B8A1610}"/>
          </ac:spMkLst>
        </pc:spChg>
        <pc:spChg chg="del">
          <ac:chgData name="Alexander Simon Thrysøe" userId="3f9b9528-1df8-4235-9262-8bdb6141b1d9" providerId="ADAL" clId="{45C9CCB0-01C4-4662-962D-7EB51A4BA1E1}" dt="2025-10-17T20:52:53.736" v="401"/>
          <ac:spMkLst>
            <pc:docMk/>
            <pc:sldMk cId="1635377456" sldId="579"/>
            <ac:spMk id="2213" creationId="{32426D54-BC89-41DE-A3E6-DE0B3E1D8B95}"/>
          </ac:spMkLst>
        </pc:spChg>
        <pc:spChg chg="del">
          <ac:chgData name="Alexander Simon Thrysøe" userId="3f9b9528-1df8-4235-9262-8bdb6141b1d9" providerId="ADAL" clId="{45C9CCB0-01C4-4662-962D-7EB51A4BA1E1}" dt="2025-10-17T20:52:53.736" v="402"/>
          <ac:spMkLst>
            <pc:docMk/>
            <pc:sldMk cId="1635377456" sldId="579"/>
            <ac:spMk id="2214" creationId="{0C0BBABA-E962-4DEE-82EA-55C5A1CB2E80}"/>
          </ac:spMkLst>
        </pc:spChg>
        <pc:spChg chg="del">
          <ac:chgData name="Alexander Simon Thrysøe" userId="3f9b9528-1df8-4235-9262-8bdb6141b1d9" providerId="ADAL" clId="{45C9CCB0-01C4-4662-962D-7EB51A4BA1E1}" dt="2025-10-17T20:52:53.748" v="403"/>
          <ac:spMkLst>
            <pc:docMk/>
            <pc:sldMk cId="1635377456" sldId="579"/>
            <ac:spMk id="2215" creationId="{04AD2470-6DC1-4E38-ACB2-E4B828D00389}"/>
          </ac:spMkLst>
        </pc:spChg>
        <pc:spChg chg="del">
          <ac:chgData name="Alexander Simon Thrysøe" userId="3f9b9528-1df8-4235-9262-8bdb6141b1d9" providerId="ADAL" clId="{45C9CCB0-01C4-4662-962D-7EB51A4BA1E1}" dt="2025-10-17T20:52:53.748" v="404"/>
          <ac:spMkLst>
            <pc:docMk/>
            <pc:sldMk cId="1635377456" sldId="579"/>
            <ac:spMk id="2216" creationId="{02AD6A98-AF5F-4AAA-A2EB-BAADB5CA893A}"/>
          </ac:spMkLst>
        </pc:spChg>
        <pc:spChg chg="del">
          <ac:chgData name="Alexander Simon Thrysøe" userId="3f9b9528-1df8-4235-9262-8bdb6141b1d9" providerId="ADAL" clId="{45C9CCB0-01C4-4662-962D-7EB51A4BA1E1}" dt="2025-10-17T20:52:53.748" v="405"/>
          <ac:spMkLst>
            <pc:docMk/>
            <pc:sldMk cId="1635377456" sldId="579"/>
            <ac:spMk id="2217" creationId="{F28D2F7E-99E0-4289-B58F-DE17E4A07987}"/>
          </ac:spMkLst>
        </pc:spChg>
        <pc:spChg chg="del">
          <ac:chgData name="Alexander Simon Thrysøe" userId="3f9b9528-1df8-4235-9262-8bdb6141b1d9" providerId="ADAL" clId="{45C9CCB0-01C4-4662-962D-7EB51A4BA1E1}" dt="2025-10-17T20:52:53.748" v="406"/>
          <ac:spMkLst>
            <pc:docMk/>
            <pc:sldMk cId="1635377456" sldId="579"/>
            <ac:spMk id="2218" creationId="{ADA9AB1B-88B0-4A39-97CE-D3A65DA5A6A1}"/>
          </ac:spMkLst>
        </pc:spChg>
        <pc:spChg chg="del">
          <ac:chgData name="Alexander Simon Thrysøe" userId="3f9b9528-1df8-4235-9262-8bdb6141b1d9" providerId="ADAL" clId="{45C9CCB0-01C4-4662-962D-7EB51A4BA1E1}" dt="2025-10-17T20:52:53.748" v="407"/>
          <ac:spMkLst>
            <pc:docMk/>
            <pc:sldMk cId="1635377456" sldId="579"/>
            <ac:spMk id="2219" creationId="{38FAB7E3-5429-400B-BA89-AC1D992CAC5D}"/>
          </ac:spMkLst>
        </pc:spChg>
        <pc:spChg chg="del">
          <ac:chgData name="Alexander Simon Thrysøe" userId="3f9b9528-1df8-4235-9262-8bdb6141b1d9" providerId="ADAL" clId="{45C9CCB0-01C4-4662-962D-7EB51A4BA1E1}" dt="2025-10-17T20:52:53.748" v="408"/>
          <ac:spMkLst>
            <pc:docMk/>
            <pc:sldMk cId="1635377456" sldId="579"/>
            <ac:spMk id="2220" creationId="{B445CCDB-FFE9-490B-BB66-DABF9E4461AA}"/>
          </ac:spMkLst>
        </pc:spChg>
        <pc:spChg chg="del">
          <ac:chgData name="Alexander Simon Thrysøe" userId="3f9b9528-1df8-4235-9262-8bdb6141b1d9" providerId="ADAL" clId="{45C9CCB0-01C4-4662-962D-7EB51A4BA1E1}" dt="2025-10-17T20:52:53.748" v="409"/>
          <ac:spMkLst>
            <pc:docMk/>
            <pc:sldMk cId="1635377456" sldId="579"/>
            <ac:spMk id="2221" creationId="{17179764-E5AB-4461-A257-2C938AA382E1}"/>
          </ac:spMkLst>
        </pc:spChg>
        <pc:spChg chg="del">
          <ac:chgData name="Alexander Simon Thrysøe" userId="3f9b9528-1df8-4235-9262-8bdb6141b1d9" providerId="ADAL" clId="{45C9CCB0-01C4-4662-962D-7EB51A4BA1E1}" dt="2025-10-17T20:52:53.748" v="410"/>
          <ac:spMkLst>
            <pc:docMk/>
            <pc:sldMk cId="1635377456" sldId="579"/>
            <ac:spMk id="2222" creationId="{875183B3-FA6C-4CBC-8E52-8222C7E49BB9}"/>
          </ac:spMkLst>
        </pc:spChg>
        <pc:spChg chg="del">
          <ac:chgData name="Alexander Simon Thrysøe" userId="3f9b9528-1df8-4235-9262-8bdb6141b1d9" providerId="ADAL" clId="{45C9CCB0-01C4-4662-962D-7EB51A4BA1E1}" dt="2025-10-17T20:52:53.752" v="411"/>
          <ac:spMkLst>
            <pc:docMk/>
            <pc:sldMk cId="1635377456" sldId="579"/>
            <ac:spMk id="2223" creationId="{AC3C39D7-840B-42CF-B431-B6029E760DE3}"/>
          </ac:spMkLst>
        </pc:spChg>
        <pc:spChg chg="del">
          <ac:chgData name="Alexander Simon Thrysøe" userId="3f9b9528-1df8-4235-9262-8bdb6141b1d9" providerId="ADAL" clId="{45C9CCB0-01C4-4662-962D-7EB51A4BA1E1}" dt="2025-10-17T20:52:53.752" v="412"/>
          <ac:spMkLst>
            <pc:docMk/>
            <pc:sldMk cId="1635377456" sldId="579"/>
            <ac:spMk id="2224" creationId="{CEDF5A08-135B-4FB0-A3C6-7650564B7461}"/>
          </ac:spMkLst>
        </pc:spChg>
        <pc:spChg chg="del">
          <ac:chgData name="Alexander Simon Thrysøe" userId="3f9b9528-1df8-4235-9262-8bdb6141b1d9" providerId="ADAL" clId="{45C9CCB0-01C4-4662-962D-7EB51A4BA1E1}" dt="2025-10-17T20:52:53.752" v="413"/>
          <ac:spMkLst>
            <pc:docMk/>
            <pc:sldMk cId="1635377456" sldId="579"/>
            <ac:spMk id="2225" creationId="{801F6796-6C15-40A3-B0F1-D744ADB69470}"/>
          </ac:spMkLst>
        </pc:spChg>
        <pc:spChg chg="del">
          <ac:chgData name="Alexander Simon Thrysøe" userId="3f9b9528-1df8-4235-9262-8bdb6141b1d9" providerId="ADAL" clId="{45C9CCB0-01C4-4662-962D-7EB51A4BA1E1}" dt="2025-10-17T20:52:53.752" v="414"/>
          <ac:spMkLst>
            <pc:docMk/>
            <pc:sldMk cId="1635377456" sldId="579"/>
            <ac:spMk id="2226" creationId="{AB4E2337-C800-49E0-9AEF-806A10F75C16}"/>
          </ac:spMkLst>
        </pc:spChg>
        <pc:spChg chg="del">
          <ac:chgData name="Alexander Simon Thrysøe" userId="3f9b9528-1df8-4235-9262-8bdb6141b1d9" providerId="ADAL" clId="{45C9CCB0-01C4-4662-962D-7EB51A4BA1E1}" dt="2025-10-17T20:52:53.752" v="415"/>
          <ac:spMkLst>
            <pc:docMk/>
            <pc:sldMk cId="1635377456" sldId="579"/>
            <ac:spMk id="2227" creationId="{03CB7D71-B8BB-4A0A-AF96-3932A98A2E90}"/>
          </ac:spMkLst>
        </pc:spChg>
        <pc:spChg chg="del">
          <ac:chgData name="Alexander Simon Thrysøe" userId="3f9b9528-1df8-4235-9262-8bdb6141b1d9" providerId="ADAL" clId="{45C9CCB0-01C4-4662-962D-7EB51A4BA1E1}" dt="2025-10-17T20:52:53.752" v="416"/>
          <ac:spMkLst>
            <pc:docMk/>
            <pc:sldMk cId="1635377456" sldId="579"/>
            <ac:spMk id="2228" creationId="{D1521B2A-6A10-4087-AAE0-D2AA6A36BA70}"/>
          </ac:spMkLst>
        </pc:spChg>
        <pc:spChg chg="del">
          <ac:chgData name="Alexander Simon Thrysøe" userId="3f9b9528-1df8-4235-9262-8bdb6141b1d9" providerId="ADAL" clId="{45C9CCB0-01C4-4662-962D-7EB51A4BA1E1}" dt="2025-10-17T20:52:53.752" v="417"/>
          <ac:spMkLst>
            <pc:docMk/>
            <pc:sldMk cId="1635377456" sldId="579"/>
            <ac:spMk id="2229" creationId="{683D22BB-AF33-4683-9DA7-A6C1D4353EA7}"/>
          </ac:spMkLst>
        </pc:spChg>
        <pc:spChg chg="del">
          <ac:chgData name="Alexander Simon Thrysøe" userId="3f9b9528-1df8-4235-9262-8bdb6141b1d9" providerId="ADAL" clId="{45C9CCB0-01C4-4662-962D-7EB51A4BA1E1}" dt="2025-10-17T20:52:53.752" v="418"/>
          <ac:spMkLst>
            <pc:docMk/>
            <pc:sldMk cId="1635377456" sldId="579"/>
            <ac:spMk id="2230" creationId="{17774D03-B108-484E-B772-F37C553F5DC0}"/>
          </ac:spMkLst>
        </pc:spChg>
        <pc:spChg chg="del">
          <ac:chgData name="Alexander Simon Thrysøe" userId="3f9b9528-1df8-4235-9262-8bdb6141b1d9" providerId="ADAL" clId="{45C9CCB0-01C4-4662-962D-7EB51A4BA1E1}" dt="2025-10-17T20:52:53.752" v="419"/>
          <ac:spMkLst>
            <pc:docMk/>
            <pc:sldMk cId="1635377456" sldId="579"/>
            <ac:spMk id="2231" creationId="{A7079F5E-67C5-4C08-8382-69E48E1EB086}"/>
          </ac:spMkLst>
        </pc:spChg>
        <pc:spChg chg="del">
          <ac:chgData name="Alexander Simon Thrysøe" userId="3f9b9528-1df8-4235-9262-8bdb6141b1d9" providerId="ADAL" clId="{45C9CCB0-01C4-4662-962D-7EB51A4BA1E1}" dt="2025-10-17T20:52:53.752" v="420"/>
          <ac:spMkLst>
            <pc:docMk/>
            <pc:sldMk cId="1635377456" sldId="579"/>
            <ac:spMk id="2232" creationId="{44598746-3B63-476C-8EBA-79A070DD02EE}"/>
          </ac:spMkLst>
        </pc:spChg>
        <pc:spChg chg="del">
          <ac:chgData name="Alexander Simon Thrysøe" userId="3f9b9528-1df8-4235-9262-8bdb6141b1d9" providerId="ADAL" clId="{45C9CCB0-01C4-4662-962D-7EB51A4BA1E1}" dt="2025-10-17T20:52:53.752" v="421"/>
          <ac:spMkLst>
            <pc:docMk/>
            <pc:sldMk cId="1635377456" sldId="579"/>
            <ac:spMk id="2233" creationId="{4B532FFC-C4BC-434A-83CB-2F763F917D9D}"/>
          </ac:spMkLst>
        </pc:spChg>
        <pc:spChg chg="del">
          <ac:chgData name="Alexander Simon Thrysøe" userId="3f9b9528-1df8-4235-9262-8bdb6141b1d9" providerId="ADAL" clId="{45C9CCB0-01C4-4662-962D-7EB51A4BA1E1}" dt="2025-10-17T20:52:53.752" v="422"/>
          <ac:spMkLst>
            <pc:docMk/>
            <pc:sldMk cId="1635377456" sldId="579"/>
            <ac:spMk id="2234" creationId="{1D511785-2FC8-499B-B36A-813721ACA5E8}"/>
          </ac:spMkLst>
        </pc:spChg>
        <pc:spChg chg="del">
          <ac:chgData name="Alexander Simon Thrysøe" userId="3f9b9528-1df8-4235-9262-8bdb6141b1d9" providerId="ADAL" clId="{45C9CCB0-01C4-4662-962D-7EB51A4BA1E1}" dt="2025-10-17T20:52:53.752" v="423"/>
          <ac:spMkLst>
            <pc:docMk/>
            <pc:sldMk cId="1635377456" sldId="579"/>
            <ac:spMk id="2235" creationId="{2F900333-1241-4296-B454-3B7C1897E4E5}"/>
          </ac:spMkLst>
        </pc:spChg>
        <pc:spChg chg="del">
          <ac:chgData name="Alexander Simon Thrysøe" userId="3f9b9528-1df8-4235-9262-8bdb6141b1d9" providerId="ADAL" clId="{45C9CCB0-01C4-4662-962D-7EB51A4BA1E1}" dt="2025-10-17T20:52:53.752" v="424"/>
          <ac:spMkLst>
            <pc:docMk/>
            <pc:sldMk cId="1635377456" sldId="579"/>
            <ac:spMk id="2236" creationId="{D7D5C232-FCDE-4030-8C22-B9C189A26DD0}"/>
          </ac:spMkLst>
        </pc:spChg>
        <pc:spChg chg="del">
          <ac:chgData name="Alexander Simon Thrysøe" userId="3f9b9528-1df8-4235-9262-8bdb6141b1d9" providerId="ADAL" clId="{45C9CCB0-01C4-4662-962D-7EB51A4BA1E1}" dt="2025-10-17T20:52:53.752" v="425"/>
          <ac:spMkLst>
            <pc:docMk/>
            <pc:sldMk cId="1635377456" sldId="579"/>
            <ac:spMk id="2237" creationId="{BBA02A22-708B-4718-8E8D-AB327AE0C59E}"/>
          </ac:spMkLst>
        </pc:spChg>
        <pc:spChg chg="del">
          <ac:chgData name="Alexander Simon Thrysøe" userId="3f9b9528-1df8-4235-9262-8bdb6141b1d9" providerId="ADAL" clId="{45C9CCB0-01C4-4662-962D-7EB51A4BA1E1}" dt="2025-10-17T20:52:53.752" v="426"/>
          <ac:spMkLst>
            <pc:docMk/>
            <pc:sldMk cId="1635377456" sldId="579"/>
            <ac:spMk id="2238" creationId="{15F139F4-8DF1-45A4-BEDF-8DB9F15D64E3}"/>
          </ac:spMkLst>
        </pc:spChg>
        <pc:spChg chg="del">
          <ac:chgData name="Alexander Simon Thrysøe" userId="3f9b9528-1df8-4235-9262-8bdb6141b1d9" providerId="ADAL" clId="{45C9CCB0-01C4-4662-962D-7EB51A4BA1E1}" dt="2025-10-17T20:52:53.752" v="427"/>
          <ac:spMkLst>
            <pc:docMk/>
            <pc:sldMk cId="1635377456" sldId="579"/>
            <ac:spMk id="2239" creationId="{D6FD425A-09D9-449A-A182-A4377E4F6FF3}"/>
          </ac:spMkLst>
        </pc:spChg>
        <pc:spChg chg="del">
          <ac:chgData name="Alexander Simon Thrysøe" userId="3f9b9528-1df8-4235-9262-8bdb6141b1d9" providerId="ADAL" clId="{45C9CCB0-01C4-4662-962D-7EB51A4BA1E1}" dt="2025-10-17T20:52:53.752" v="428"/>
          <ac:spMkLst>
            <pc:docMk/>
            <pc:sldMk cId="1635377456" sldId="579"/>
            <ac:spMk id="2240" creationId="{E41EF9ED-5F75-4CD7-A1D8-1266929B5B4F}"/>
          </ac:spMkLst>
        </pc:spChg>
        <pc:spChg chg="del">
          <ac:chgData name="Alexander Simon Thrysøe" userId="3f9b9528-1df8-4235-9262-8bdb6141b1d9" providerId="ADAL" clId="{45C9CCB0-01C4-4662-962D-7EB51A4BA1E1}" dt="2025-10-17T20:52:53.752" v="429"/>
          <ac:spMkLst>
            <pc:docMk/>
            <pc:sldMk cId="1635377456" sldId="579"/>
            <ac:spMk id="2241" creationId="{04C9F741-BA61-41CE-B08A-0E32A5BE0715}"/>
          </ac:spMkLst>
        </pc:spChg>
        <pc:spChg chg="del">
          <ac:chgData name="Alexander Simon Thrysøe" userId="3f9b9528-1df8-4235-9262-8bdb6141b1d9" providerId="ADAL" clId="{45C9CCB0-01C4-4662-962D-7EB51A4BA1E1}" dt="2025-10-17T20:52:53.752" v="430"/>
          <ac:spMkLst>
            <pc:docMk/>
            <pc:sldMk cId="1635377456" sldId="579"/>
            <ac:spMk id="2242" creationId="{835CB3B1-F394-4F2A-BFF0-B0DB24427B4D}"/>
          </ac:spMkLst>
        </pc:spChg>
        <pc:spChg chg="del">
          <ac:chgData name="Alexander Simon Thrysøe" userId="3f9b9528-1df8-4235-9262-8bdb6141b1d9" providerId="ADAL" clId="{45C9CCB0-01C4-4662-962D-7EB51A4BA1E1}" dt="2025-10-17T20:52:53.752" v="431"/>
          <ac:spMkLst>
            <pc:docMk/>
            <pc:sldMk cId="1635377456" sldId="579"/>
            <ac:spMk id="2243" creationId="{ADC5C13B-7FC9-47AE-87A4-FB50C6A8B558}"/>
          </ac:spMkLst>
        </pc:spChg>
        <pc:spChg chg="del">
          <ac:chgData name="Alexander Simon Thrysøe" userId="3f9b9528-1df8-4235-9262-8bdb6141b1d9" providerId="ADAL" clId="{45C9CCB0-01C4-4662-962D-7EB51A4BA1E1}" dt="2025-10-17T20:52:53.752" v="432"/>
          <ac:spMkLst>
            <pc:docMk/>
            <pc:sldMk cId="1635377456" sldId="579"/>
            <ac:spMk id="2244" creationId="{DDE3F437-8579-4CE3-AA43-13A4529212CB}"/>
          </ac:spMkLst>
        </pc:spChg>
        <pc:spChg chg="del">
          <ac:chgData name="Alexander Simon Thrysøe" userId="3f9b9528-1df8-4235-9262-8bdb6141b1d9" providerId="ADAL" clId="{45C9CCB0-01C4-4662-962D-7EB51A4BA1E1}" dt="2025-10-17T20:52:53.752" v="433"/>
          <ac:spMkLst>
            <pc:docMk/>
            <pc:sldMk cId="1635377456" sldId="579"/>
            <ac:spMk id="2245" creationId="{3C33C03E-2608-4047-87E1-890E1EF2E040}"/>
          </ac:spMkLst>
        </pc:spChg>
        <pc:spChg chg="del">
          <ac:chgData name="Alexander Simon Thrysøe" userId="3f9b9528-1df8-4235-9262-8bdb6141b1d9" providerId="ADAL" clId="{45C9CCB0-01C4-4662-962D-7EB51A4BA1E1}" dt="2025-10-17T20:52:53.752" v="434"/>
          <ac:spMkLst>
            <pc:docMk/>
            <pc:sldMk cId="1635377456" sldId="579"/>
            <ac:spMk id="2246" creationId="{1AB2AE66-85CF-4E2B-AFCE-C731C829BD6D}"/>
          </ac:spMkLst>
        </pc:spChg>
        <pc:spChg chg="del">
          <ac:chgData name="Alexander Simon Thrysøe" userId="3f9b9528-1df8-4235-9262-8bdb6141b1d9" providerId="ADAL" clId="{45C9CCB0-01C4-4662-962D-7EB51A4BA1E1}" dt="2025-10-17T20:52:53.752" v="435"/>
          <ac:spMkLst>
            <pc:docMk/>
            <pc:sldMk cId="1635377456" sldId="579"/>
            <ac:spMk id="2247" creationId="{01D639DD-AE64-4C41-B115-729C3D2B8B59}"/>
          </ac:spMkLst>
        </pc:spChg>
        <pc:spChg chg="del">
          <ac:chgData name="Alexander Simon Thrysøe" userId="3f9b9528-1df8-4235-9262-8bdb6141b1d9" providerId="ADAL" clId="{45C9CCB0-01C4-4662-962D-7EB51A4BA1E1}" dt="2025-10-17T20:52:53.752" v="436"/>
          <ac:spMkLst>
            <pc:docMk/>
            <pc:sldMk cId="1635377456" sldId="579"/>
            <ac:spMk id="2248" creationId="{3099C2EB-F5C1-44EB-9230-BFD7C6D2B42D}"/>
          </ac:spMkLst>
        </pc:spChg>
        <pc:spChg chg="del">
          <ac:chgData name="Alexander Simon Thrysøe" userId="3f9b9528-1df8-4235-9262-8bdb6141b1d9" providerId="ADAL" clId="{45C9CCB0-01C4-4662-962D-7EB51A4BA1E1}" dt="2025-10-17T20:52:53.752" v="437"/>
          <ac:spMkLst>
            <pc:docMk/>
            <pc:sldMk cId="1635377456" sldId="579"/>
            <ac:spMk id="2249" creationId="{B315764F-61D0-4FD0-8F8D-8E5DBD37FA6B}"/>
          </ac:spMkLst>
        </pc:spChg>
        <pc:spChg chg="del">
          <ac:chgData name="Alexander Simon Thrysøe" userId="3f9b9528-1df8-4235-9262-8bdb6141b1d9" providerId="ADAL" clId="{45C9CCB0-01C4-4662-962D-7EB51A4BA1E1}" dt="2025-10-17T20:52:53.752" v="438"/>
          <ac:spMkLst>
            <pc:docMk/>
            <pc:sldMk cId="1635377456" sldId="579"/>
            <ac:spMk id="2250" creationId="{CC0C994B-70D8-48BE-B29C-EBDC50A9F413}"/>
          </ac:spMkLst>
        </pc:spChg>
        <pc:spChg chg="del">
          <ac:chgData name="Alexander Simon Thrysøe" userId="3f9b9528-1df8-4235-9262-8bdb6141b1d9" providerId="ADAL" clId="{45C9CCB0-01C4-4662-962D-7EB51A4BA1E1}" dt="2025-10-17T20:52:53.752" v="439"/>
          <ac:spMkLst>
            <pc:docMk/>
            <pc:sldMk cId="1635377456" sldId="579"/>
            <ac:spMk id="2251" creationId="{16CFAE12-4FDD-4785-919B-E041139323BF}"/>
          </ac:spMkLst>
        </pc:spChg>
        <pc:spChg chg="del">
          <ac:chgData name="Alexander Simon Thrysøe" userId="3f9b9528-1df8-4235-9262-8bdb6141b1d9" providerId="ADAL" clId="{45C9CCB0-01C4-4662-962D-7EB51A4BA1E1}" dt="2025-10-17T20:52:53.752" v="440"/>
          <ac:spMkLst>
            <pc:docMk/>
            <pc:sldMk cId="1635377456" sldId="579"/>
            <ac:spMk id="2252" creationId="{5B860695-14F8-4333-957B-0DD8A9E0B21B}"/>
          </ac:spMkLst>
        </pc:spChg>
        <pc:spChg chg="del">
          <ac:chgData name="Alexander Simon Thrysøe" userId="3f9b9528-1df8-4235-9262-8bdb6141b1d9" providerId="ADAL" clId="{45C9CCB0-01C4-4662-962D-7EB51A4BA1E1}" dt="2025-10-17T20:52:53.752" v="441"/>
          <ac:spMkLst>
            <pc:docMk/>
            <pc:sldMk cId="1635377456" sldId="579"/>
            <ac:spMk id="2253" creationId="{B173AF6C-31F7-4FC6-B634-1E0CA5076096}"/>
          </ac:spMkLst>
        </pc:spChg>
        <pc:spChg chg="del">
          <ac:chgData name="Alexander Simon Thrysøe" userId="3f9b9528-1df8-4235-9262-8bdb6141b1d9" providerId="ADAL" clId="{45C9CCB0-01C4-4662-962D-7EB51A4BA1E1}" dt="2025-10-17T20:52:53.752" v="442"/>
          <ac:spMkLst>
            <pc:docMk/>
            <pc:sldMk cId="1635377456" sldId="579"/>
            <ac:spMk id="2254" creationId="{D8ECCFDA-58C4-4B42-B2A5-05167462C609}"/>
          </ac:spMkLst>
        </pc:spChg>
        <pc:spChg chg="del">
          <ac:chgData name="Alexander Simon Thrysøe" userId="3f9b9528-1df8-4235-9262-8bdb6141b1d9" providerId="ADAL" clId="{45C9CCB0-01C4-4662-962D-7EB51A4BA1E1}" dt="2025-10-17T20:52:53.768" v="443"/>
          <ac:spMkLst>
            <pc:docMk/>
            <pc:sldMk cId="1635377456" sldId="579"/>
            <ac:spMk id="2255" creationId="{2FCFBE9D-A0B1-4B7C-B6EE-6D84DCE44913}"/>
          </ac:spMkLst>
        </pc:spChg>
        <pc:spChg chg="del">
          <ac:chgData name="Alexander Simon Thrysøe" userId="3f9b9528-1df8-4235-9262-8bdb6141b1d9" providerId="ADAL" clId="{45C9CCB0-01C4-4662-962D-7EB51A4BA1E1}" dt="2025-10-17T20:52:53.768" v="444"/>
          <ac:spMkLst>
            <pc:docMk/>
            <pc:sldMk cId="1635377456" sldId="579"/>
            <ac:spMk id="2256" creationId="{6BA9C6D7-6015-4CA2-B51B-4ECBE954E560}"/>
          </ac:spMkLst>
        </pc:spChg>
        <pc:spChg chg="del">
          <ac:chgData name="Alexander Simon Thrysøe" userId="3f9b9528-1df8-4235-9262-8bdb6141b1d9" providerId="ADAL" clId="{45C9CCB0-01C4-4662-962D-7EB51A4BA1E1}" dt="2025-10-17T20:52:53.768" v="445"/>
          <ac:spMkLst>
            <pc:docMk/>
            <pc:sldMk cId="1635377456" sldId="579"/>
            <ac:spMk id="2257" creationId="{3C3B4E69-38E5-40A4-8D6B-E6F3BA9CFB30}"/>
          </ac:spMkLst>
        </pc:spChg>
        <pc:spChg chg="del">
          <ac:chgData name="Alexander Simon Thrysøe" userId="3f9b9528-1df8-4235-9262-8bdb6141b1d9" providerId="ADAL" clId="{45C9CCB0-01C4-4662-962D-7EB51A4BA1E1}" dt="2025-10-17T20:52:53.768" v="446"/>
          <ac:spMkLst>
            <pc:docMk/>
            <pc:sldMk cId="1635377456" sldId="579"/>
            <ac:spMk id="2258" creationId="{DBFD0AED-F4FC-4D11-918D-40FDE691FC33}"/>
          </ac:spMkLst>
        </pc:spChg>
        <pc:spChg chg="del">
          <ac:chgData name="Alexander Simon Thrysøe" userId="3f9b9528-1df8-4235-9262-8bdb6141b1d9" providerId="ADAL" clId="{45C9CCB0-01C4-4662-962D-7EB51A4BA1E1}" dt="2025-10-17T20:52:53.768" v="447"/>
          <ac:spMkLst>
            <pc:docMk/>
            <pc:sldMk cId="1635377456" sldId="579"/>
            <ac:spMk id="2259" creationId="{E31763FD-0F78-4779-B27F-3A5FBD872354}"/>
          </ac:spMkLst>
        </pc:spChg>
        <pc:spChg chg="del">
          <ac:chgData name="Alexander Simon Thrysøe" userId="3f9b9528-1df8-4235-9262-8bdb6141b1d9" providerId="ADAL" clId="{45C9CCB0-01C4-4662-962D-7EB51A4BA1E1}" dt="2025-10-17T20:52:53.768" v="448"/>
          <ac:spMkLst>
            <pc:docMk/>
            <pc:sldMk cId="1635377456" sldId="579"/>
            <ac:spMk id="2260" creationId="{2C082F37-3F4E-472F-B9A3-3382F130CA35}"/>
          </ac:spMkLst>
        </pc:spChg>
        <pc:spChg chg="del">
          <ac:chgData name="Alexander Simon Thrysøe" userId="3f9b9528-1df8-4235-9262-8bdb6141b1d9" providerId="ADAL" clId="{45C9CCB0-01C4-4662-962D-7EB51A4BA1E1}" dt="2025-10-17T20:52:53.768" v="449"/>
          <ac:spMkLst>
            <pc:docMk/>
            <pc:sldMk cId="1635377456" sldId="579"/>
            <ac:spMk id="2261" creationId="{CE2DE52E-911B-42AF-9FAF-8328C865C9AF}"/>
          </ac:spMkLst>
        </pc:spChg>
        <pc:spChg chg="del">
          <ac:chgData name="Alexander Simon Thrysøe" userId="3f9b9528-1df8-4235-9262-8bdb6141b1d9" providerId="ADAL" clId="{45C9CCB0-01C4-4662-962D-7EB51A4BA1E1}" dt="2025-10-17T20:52:53.768" v="450"/>
          <ac:spMkLst>
            <pc:docMk/>
            <pc:sldMk cId="1635377456" sldId="579"/>
            <ac:spMk id="2262" creationId="{636852FB-4C4C-4205-A7D4-8FA8C738DCA1}"/>
          </ac:spMkLst>
        </pc:spChg>
        <pc:spChg chg="del">
          <ac:chgData name="Alexander Simon Thrysøe" userId="3f9b9528-1df8-4235-9262-8bdb6141b1d9" providerId="ADAL" clId="{45C9CCB0-01C4-4662-962D-7EB51A4BA1E1}" dt="2025-10-17T20:52:53.768" v="451"/>
          <ac:spMkLst>
            <pc:docMk/>
            <pc:sldMk cId="1635377456" sldId="579"/>
            <ac:spMk id="2263" creationId="{7B5D7244-C849-4E2D-8E4F-0432A761C771}"/>
          </ac:spMkLst>
        </pc:spChg>
        <pc:spChg chg="del">
          <ac:chgData name="Alexander Simon Thrysøe" userId="3f9b9528-1df8-4235-9262-8bdb6141b1d9" providerId="ADAL" clId="{45C9CCB0-01C4-4662-962D-7EB51A4BA1E1}" dt="2025-10-17T20:52:53.768" v="452"/>
          <ac:spMkLst>
            <pc:docMk/>
            <pc:sldMk cId="1635377456" sldId="579"/>
            <ac:spMk id="2264" creationId="{80152114-735E-4E39-9007-3A1598DC9410}"/>
          </ac:spMkLst>
        </pc:spChg>
        <pc:spChg chg="del">
          <ac:chgData name="Alexander Simon Thrysøe" userId="3f9b9528-1df8-4235-9262-8bdb6141b1d9" providerId="ADAL" clId="{45C9CCB0-01C4-4662-962D-7EB51A4BA1E1}" dt="2025-10-17T20:52:53.768" v="453"/>
          <ac:spMkLst>
            <pc:docMk/>
            <pc:sldMk cId="1635377456" sldId="579"/>
            <ac:spMk id="2265" creationId="{7117B15E-C7E2-4E75-80EC-A9EA6DDB143E}"/>
          </ac:spMkLst>
        </pc:spChg>
        <pc:spChg chg="del">
          <ac:chgData name="Alexander Simon Thrysøe" userId="3f9b9528-1df8-4235-9262-8bdb6141b1d9" providerId="ADAL" clId="{45C9CCB0-01C4-4662-962D-7EB51A4BA1E1}" dt="2025-10-17T20:52:53.768" v="454"/>
          <ac:spMkLst>
            <pc:docMk/>
            <pc:sldMk cId="1635377456" sldId="579"/>
            <ac:spMk id="2266" creationId="{3D3DD51E-309A-4AE2-8C3E-10B7B55E6578}"/>
          </ac:spMkLst>
        </pc:spChg>
        <pc:spChg chg="del">
          <ac:chgData name="Alexander Simon Thrysøe" userId="3f9b9528-1df8-4235-9262-8bdb6141b1d9" providerId="ADAL" clId="{45C9CCB0-01C4-4662-962D-7EB51A4BA1E1}" dt="2025-10-17T20:52:53.768" v="455"/>
          <ac:spMkLst>
            <pc:docMk/>
            <pc:sldMk cId="1635377456" sldId="579"/>
            <ac:spMk id="2267" creationId="{38D04B65-E9B7-42E2-BF77-E1F40A842914}"/>
          </ac:spMkLst>
        </pc:spChg>
        <pc:spChg chg="del">
          <ac:chgData name="Alexander Simon Thrysøe" userId="3f9b9528-1df8-4235-9262-8bdb6141b1d9" providerId="ADAL" clId="{45C9CCB0-01C4-4662-962D-7EB51A4BA1E1}" dt="2025-10-17T20:52:53.768" v="456"/>
          <ac:spMkLst>
            <pc:docMk/>
            <pc:sldMk cId="1635377456" sldId="579"/>
            <ac:spMk id="2268" creationId="{5A1FE7D4-0FB4-4259-9AA0-18A3779E8272}"/>
          </ac:spMkLst>
        </pc:spChg>
        <pc:spChg chg="del">
          <ac:chgData name="Alexander Simon Thrysøe" userId="3f9b9528-1df8-4235-9262-8bdb6141b1d9" providerId="ADAL" clId="{45C9CCB0-01C4-4662-962D-7EB51A4BA1E1}" dt="2025-10-17T20:52:53.768" v="457"/>
          <ac:spMkLst>
            <pc:docMk/>
            <pc:sldMk cId="1635377456" sldId="579"/>
            <ac:spMk id="2269" creationId="{D54ECA64-5F53-4C6A-9CFC-36D447643E0F}"/>
          </ac:spMkLst>
        </pc:spChg>
        <pc:spChg chg="del">
          <ac:chgData name="Alexander Simon Thrysøe" userId="3f9b9528-1df8-4235-9262-8bdb6141b1d9" providerId="ADAL" clId="{45C9CCB0-01C4-4662-962D-7EB51A4BA1E1}" dt="2025-10-17T20:52:53.768" v="458"/>
          <ac:spMkLst>
            <pc:docMk/>
            <pc:sldMk cId="1635377456" sldId="579"/>
            <ac:spMk id="2270" creationId="{2F332713-A1D0-4872-932A-9449DB5EDD1E}"/>
          </ac:spMkLst>
        </pc:spChg>
        <pc:spChg chg="del">
          <ac:chgData name="Alexander Simon Thrysøe" userId="3f9b9528-1df8-4235-9262-8bdb6141b1d9" providerId="ADAL" clId="{45C9CCB0-01C4-4662-962D-7EB51A4BA1E1}" dt="2025-10-17T20:52:53.768" v="459"/>
          <ac:spMkLst>
            <pc:docMk/>
            <pc:sldMk cId="1635377456" sldId="579"/>
            <ac:spMk id="2271" creationId="{76903452-212F-4138-88B3-D42A40701390}"/>
          </ac:spMkLst>
        </pc:spChg>
        <pc:spChg chg="del">
          <ac:chgData name="Alexander Simon Thrysøe" userId="3f9b9528-1df8-4235-9262-8bdb6141b1d9" providerId="ADAL" clId="{45C9CCB0-01C4-4662-962D-7EB51A4BA1E1}" dt="2025-10-17T20:52:53.768" v="460"/>
          <ac:spMkLst>
            <pc:docMk/>
            <pc:sldMk cId="1635377456" sldId="579"/>
            <ac:spMk id="2272" creationId="{CCADE9BC-571E-40F9-9892-E25AD2AE398E}"/>
          </ac:spMkLst>
        </pc:spChg>
        <pc:spChg chg="del">
          <ac:chgData name="Alexander Simon Thrysøe" userId="3f9b9528-1df8-4235-9262-8bdb6141b1d9" providerId="ADAL" clId="{45C9CCB0-01C4-4662-962D-7EB51A4BA1E1}" dt="2025-10-17T20:52:53.768" v="461"/>
          <ac:spMkLst>
            <pc:docMk/>
            <pc:sldMk cId="1635377456" sldId="579"/>
            <ac:spMk id="2273" creationId="{37482BE2-BD2F-478E-A91E-39D7E42D11D9}"/>
          </ac:spMkLst>
        </pc:spChg>
        <pc:spChg chg="del">
          <ac:chgData name="Alexander Simon Thrysøe" userId="3f9b9528-1df8-4235-9262-8bdb6141b1d9" providerId="ADAL" clId="{45C9CCB0-01C4-4662-962D-7EB51A4BA1E1}" dt="2025-10-17T20:52:53.768" v="462"/>
          <ac:spMkLst>
            <pc:docMk/>
            <pc:sldMk cId="1635377456" sldId="579"/>
            <ac:spMk id="2274" creationId="{B7FCA888-D0CC-4382-9F18-B3A2C8ACB6DF}"/>
          </ac:spMkLst>
        </pc:spChg>
        <pc:spChg chg="del">
          <ac:chgData name="Alexander Simon Thrysøe" userId="3f9b9528-1df8-4235-9262-8bdb6141b1d9" providerId="ADAL" clId="{45C9CCB0-01C4-4662-962D-7EB51A4BA1E1}" dt="2025-10-17T20:52:53.768" v="463"/>
          <ac:spMkLst>
            <pc:docMk/>
            <pc:sldMk cId="1635377456" sldId="579"/>
            <ac:spMk id="2275" creationId="{D0123C3E-02A9-4E96-B841-1305F35B412C}"/>
          </ac:spMkLst>
        </pc:spChg>
        <pc:spChg chg="del">
          <ac:chgData name="Alexander Simon Thrysøe" userId="3f9b9528-1df8-4235-9262-8bdb6141b1d9" providerId="ADAL" clId="{45C9CCB0-01C4-4662-962D-7EB51A4BA1E1}" dt="2025-10-17T20:52:53.779" v="464"/>
          <ac:spMkLst>
            <pc:docMk/>
            <pc:sldMk cId="1635377456" sldId="579"/>
            <ac:spMk id="2276" creationId="{BF133AE7-B977-437D-8A23-283DA46BDD93}"/>
          </ac:spMkLst>
        </pc:spChg>
        <pc:spChg chg="del">
          <ac:chgData name="Alexander Simon Thrysøe" userId="3f9b9528-1df8-4235-9262-8bdb6141b1d9" providerId="ADAL" clId="{45C9CCB0-01C4-4662-962D-7EB51A4BA1E1}" dt="2025-10-17T20:52:53.779" v="465"/>
          <ac:spMkLst>
            <pc:docMk/>
            <pc:sldMk cId="1635377456" sldId="579"/>
            <ac:spMk id="2277" creationId="{11A2D7D2-F190-44B9-B5A2-90F35272FFC0}"/>
          </ac:spMkLst>
        </pc:spChg>
        <pc:spChg chg="del">
          <ac:chgData name="Alexander Simon Thrysøe" userId="3f9b9528-1df8-4235-9262-8bdb6141b1d9" providerId="ADAL" clId="{45C9CCB0-01C4-4662-962D-7EB51A4BA1E1}" dt="2025-10-17T20:52:53.779" v="466"/>
          <ac:spMkLst>
            <pc:docMk/>
            <pc:sldMk cId="1635377456" sldId="579"/>
            <ac:spMk id="2278" creationId="{EBECB5E9-F782-4A3F-949A-28A8FA192043}"/>
          </ac:spMkLst>
        </pc:spChg>
        <pc:spChg chg="del">
          <ac:chgData name="Alexander Simon Thrysøe" userId="3f9b9528-1df8-4235-9262-8bdb6141b1d9" providerId="ADAL" clId="{45C9CCB0-01C4-4662-962D-7EB51A4BA1E1}" dt="2025-10-17T20:52:53.779" v="467"/>
          <ac:spMkLst>
            <pc:docMk/>
            <pc:sldMk cId="1635377456" sldId="579"/>
            <ac:spMk id="2279" creationId="{A1902C83-8D32-4EA3-A711-93FBE49DDBD5}"/>
          </ac:spMkLst>
        </pc:spChg>
        <pc:spChg chg="del">
          <ac:chgData name="Alexander Simon Thrysøe" userId="3f9b9528-1df8-4235-9262-8bdb6141b1d9" providerId="ADAL" clId="{45C9CCB0-01C4-4662-962D-7EB51A4BA1E1}" dt="2025-10-17T20:52:53.779" v="468"/>
          <ac:spMkLst>
            <pc:docMk/>
            <pc:sldMk cId="1635377456" sldId="579"/>
            <ac:spMk id="2280" creationId="{519CF252-7C85-4C57-87B0-D84C0B199DFA}"/>
          </ac:spMkLst>
        </pc:spChg>
        <pc:spChg chg="del">
          <ac:chgData name="Alexander Simon Thrysøe" userId="3f9b9528-1df8-4235-9262-8bdb6141b1d9" providerId="ADAL" clId="{45C9CCB0-01C4-4662-962D-7EB51A4BA1E1}" dt="2025-10-17T20:52:53.779" v="469"/>
          <ac:spMkLst>
            <pc:docMk/>
            <pc:sldMk cId="1635377456" sldId="579"/>
            <ac:spMk id="2281" creationId="{9738CB40-B3A4-47C4-8FA9-3BC2B4257593}"/>
          </ac:spMkLst>
        </pc:spChg>
        <pc:spChg chg="del">
          <ac:chgData name="Alexander Simon Thrysøe" userId="3f9b9528-1df8-4235-9262-8bdb6141b1d9" providerId="ADAL" clId="{45C9CCB0-01C4-4662-962D-7EB51A4BA1E1}" dt="2025-10-17T20:52:53.779" v="470"/>
          <ac:spMkLst>
            <pc:docMk/>
            <pc:sldMk cId="1635377456" sldId="579"/>
            <ac:spMk id="2282" creationId="{D5A7D265-DAD4-435D-811D-DA767748979A}"/>
          </ac:spMkLst>
        </pc:spChg>
        <pc:spChg chg="del">
          <ac:chgData name="Alexander Simon Thrysøe" userId="3f9b9528-1df8-4235-9262-8bdb6141b1d9" providerId="ADAL" clId="{45C9CCB0-01C4-4662-962D-7EB51A4BA1E1}" dt="2025-10-17T20:52:53.779" v="471"/>
          <ac:spMkLst>
            <pc:docMk/>
            <pc:sldMk cId="1635377456" sldId="579"/>
            <ac:spMk id="2283" creationId="{03A1463C-5EB3-4083-AFBD-562617B2BBD5}"/>
          </ac:spMkLst>
        </pc:spChg>
        <pc:spChg chg="del">
          <ac:chgData name="Alexander Simon Thrysøe" userId="3f9b9528-1df8-4235-9262-8bdb6141b1d9" providerId="ADAL" clId="{45C9CCB0-01C4-4662-962D-7EB51A4BA1E1}" dt="2025-10-17T20:52:53.779" v="472"/>
          <ac:spMkLst>
            <pc:docMk/>
            <pc:sldMk cId="1635377456" sldId="579"/>
            <ac:spMk id="2284" creationId="{14FEC6B0-8B26-4D71-A7B9-91DCE02270E7}"/>
          </ac:spMkLst>
        </pc:spChg>
        <pc:spChg chg="del">
          <ac:chgData name="Alexander Simon Thrysøe" userId="3f9b9528-1df8-4235-9262-8bdb6141b1d9" providerId="ADAL" clId="{45C9CCB0-01C4-4662-962D-7EB51A4BA1E1}" dt="2025-10-17T20:52:53.779" v="473"/>
          <ac:spMkLst>
            <pc:docMk/>
            <pc:sldMk cId="1635377456" sldId="579"/>
            <ac:spMk id="2285" creationId="{63C4192A-32DC-47E7-8C40-7469B0776A56}"/>
          </ac:spMkLst>
        </pc:spChg>
        <pc:spChg chg="del">
          <ac:chgData name="Alexander Simon Thrysøe" userId="3f9b9528-1df8-4235-9262-8bdb6141b1d9" providerId="ADAL" clId="{45C9CCB0-01C4-4662-962D-7EB51A4BA1E1}" dt="2025-10-17T20:52:53.784" v="474"/>
          <ac:spMkLst>
            <pc:docMk/>
            <pc:sldMk cId="1635377456" sldId="579"/>
            <ac:spMk id="2286" creationId="{AAD0A4F4-7396-4DDF-9C56-47C77F5B2188}"/>
          </ac:spMkLst>
        </pc:spChg>
        <pc:spChg chg="del">
          <ac:chgData name="Alexander Simon Thrysøe" userId="3f9b9528-1df8-4235-9262-8bdb6141b1d9" providerId="ADAL" clId="{45C9CCB0-01C4-4662-962D-7EB51A4BA1E1}" dt="2025-10-17T20:52:53.784" v="475"/>
          <ac:spMkLst>
            <pc:docMk/>
            <pc:sldMk cId="1635377456" sldId="579"/>
            <ac:spMk id="2287" creationId="{10E33B2D-1192-4317-9679-DA42C057B3F7}"/>
          </ac:spMkLst>
        </pc:spChg>
        <pc:spChg chg="del">
          <ac:chgData name="Alexander Simon Thrysøe" userId="3f9b9528-1df8-4235-9262-8bdb6141b1d9" providerId="ADAL" clId="{45C9CCB0-01C4-4662-962D-7EB51A4BA1E1}" dt="2025-10-17T20:52:53.784" v="476"/>
          <ac:spMkLst>
            <pc:docMk/>
            <pc:sldMk cId="1635377456" sldId="579"/>
            <ac:spMk id="2288" creationId="{979C7C71-8960-4D7B-9AC1-847135D29564}"/>
          </ac:spMkLst>
        </pc:spChg>
        <pc:spChg chg="del">
          <ac:chgData name="Alexander Simon Thrysøe" userId="3f9b9528-1df8-4235-9262-8bdb6141b1d9" providerId="ADAL" clId="{45C9CCB0-01C4-4662-962D-7EB51A4BA1E1}" dt="2025-10-17T20:52:53.784" v="477"/>
          <ac:spMkLst>
            <pc:docMk/>
            <pc:sldMk cId="1635377456" sldId="579"/>
            <ac:spMk id="2289" creationId="{F954526E-63F7-4CE5-8174-646350F638AF}"/>
          </ac:spMkLst>
        </pc:spChg>
        <pc:spChg chg="del">
          <ac:chgData name="Alexander Simon Thrysøe" userId="3f9b9528-1df8-4235-9262-8bdb6141b1d9" providerId="ADAL" clId="{45C9CCB0-01C4-4662-962D-7EB51A4BA1E1}" dt="2025-10-17T20:52:53.784" v="478"/>
          <ac:spMkLst>
            <pc:docMk/>
            <pc:sldMk cId="1635377456" sldId="579"/>
            <ac:spMk id="2290" creationId="{947D56B1-DD94-4D18-9DD7-1F16408AF97E}"/>
          </ac:spMkLst>
        </pc:spChg>
        <pc:spChg chg="del">
          <ac:chgData name="Alexander Simon Thrysøe" userId="3f9b9528-1df8-4235-9262-8bdb6141b1d9" providerId="ADAL" clId="{45C9CCB0-01C4-4662-962D-7EB51A4BA1E1}" dt="2025-10-17T20:52:53.784" v="479"/>
          <ac:spMkLst>
            <pc:docMk/>
            <pc:sldMk cId="1635377456" sldId="579"/>
            <ac:spMk id="2291" creationId="{331773C9-6316-46C6-9869-6E4723D053AB}"/>
          </ac:spMkLst>
        </pc:spChg>
        <pc:spChg chg="del">
          <ac:chgData name="Alexander Simon Thrysøe" userId="3f9b9528-1df8-4235-9262-8bdb6141b1d9" providerId="ADAL" clId="{45C9CCB0-01C4-4662-962D-7EB51A4BA1E1}" dt="2025-10-17T20:52:53.784" v="480"/>
          <ac:spMkLst>
            <pc:docMk/>
            <pc:sldMk cId="1635377456" sldId="579"/>
            <ac:spMk id="2292" creationId="{75AEB905-C944-4BC4-B4EC-C87E135B366C}"/>
          </ac:spMkLst>
        </pc:spChg>
        <pc:spChg chg="del">
          <ac:chgData name="Alexander Simon Thrysøe" userId="3f9b9528-1df8-4235-9262-8bdb6141b1d9" providerId="ADAL" clId="{45C9CCB0-01C4-4662-962D-7EB51A4BA1E1}" dt="2025-10-17T20:52:53.784" v="481"/>
          <ac:spMkLst>
            <pc:docMk/>
            <pc:sldMk cId="1635377456" sldId="579"/>
            <ac:spMk id="2293" creationId="{C8807FF2-FCAC-444C-9FD5-338FAF76D92B}"/>
          </ac:spMkLst>
        </pc:spChg>
        <pc:spChg chg="del">
          <ac:chgData name="Alexander Simon Thrysøe" userId="3f9b9528-1df8-4235-9262-8bdb6141b1d9" providerId="ADAL" clId="{45C9CCB0-01C4-4662-962D-7EB51A4BA1E1}" dt="2025-10-17T20:52:53.784" v="482"/>
          <ac:spMkLst>
            <pc:docMk/>
            <pc:sldMk cId="1635377456" sldId="579"/>
            <ac:spMk id="2294" creationId="{50F4A68E-857D-4FC8-874E-9C21B1045615}"/>
          </ac:spMkLst>
        </pc:spChg>
        <pc:spChg chg="del">
          <ac:chgData name="Alexander Simon Thrysøe" userId="3f9b9528-1df8-4235-9262-8bdb6141b1d9" providerId="ADAL" clId="{45C9CCB0-01C4-4662-962D-7EB51A4BA1E1}" dt="2025-10-17T20:52:53.784" v="483"/>
          <ac:spMkLst>
            <pc:docMk/>
            <pc:sldMk cId="1635377456" sldId="579"/>
            <ac:spMk id="2295" creationId="{AF922ECB-BEE6-4264-A5F1-E3C91243F278}"/>
          </ac:spMkLst>
        </pc:spChg>
        <pc:spChg chg="del">
          <ac:chgData name="Alexander Simon Thrysøe" userId="3f9b9528-1df8-4235-9262-8bdb6141b1d9" providerId="ADAL" clId="{45C9CCB0-01C4-4662-962D-7EB51A4BA1E1}" dt="2025-10-17T20:52:53.784" v="484"/>
          <ac:spMkLst>
            <pc:docMk/>
            <pc:sldMk cId="1635377456" sldId="579"/>
            <ac:spMk id="2296" creationId="{A877AB47-46D5-4423-8D84-B95489A6F489}"/>
          </ac:spMkLst>
        </pc:spChg>
        <pc:spChg chg="del">
          <ac:chgData name="Alexander Simon Thrysøe" userId="3f9b9528-1df8-4235-9262-8bdb6141b1d9" providerId="ADAL" clId="{45C9CCB0-01C4-4662-962D-7EB51A4BA1E1}" dt="2025-10-17T20:52:53.784" v="485"/>
          <ac:spMkLst>
            <pc:docMk/>
            <pc:sldMk cId="1635377456" sldId="579"/>
            <ac:spMk id="2297" creationId="{43487EAF-A040-4FEC-BF1E-CBC6D28F8E30}"/>
          </ac:spMkLst>
        </pc:spChg>
        <pc:spChg chg="del">
          <ac:chgData name="Alexander Simon Thrysøe" userId="3f9b9528-1df8-4235-9262-8bdb6141b1d9" providerId="ADAL" clId="{45C9CCB0-01C4-4662-962D-7EB51A4BA1E1}" dt="2025-10-17T20:52:53.784" v="486"/>
          <ac:spMkLst>
            <pc:docMk/>
            <pc:sldMk cId="1635377456" sldId="579"/>
            <ac:spMk id="2298" creationId="{995CBA2E-11C1-4D48-892C-B839E7A19AED}"/>
          </ac:spMkLst>
        </pc:spChg>
        <pc:spChg chg="del">
          <ac:chgData name="Alexander Simon Thrysøe" userId="3f9b9528-1df8-4235-9262-8bdb6141b1d9" providerId="ADAL" clId="{45C9CCB0-01C4-4662-962D-7EB51A4BA1E1}" dt="2025-10-17T20:52:53.784" v="487"/>
          <ac:spMkLst>
            <pc:docMk/>
            <pc:sldMk cId="1635377456" sldId="579"/>
            <ac:spMk id="2299" creationId="{66FFBCE6-3F7D-4AF7-B615-3A57D7DDF32A}"/>
          </ac:spMkLst>
        </pc:spChg>
        <pc:spChg chg="del">
          <ac:chgData name="Alexander Simon Thrysøe" userId="3f9b9528-1df8-4235-9262-8bdb6141b1d9" providerId="ADAL" clId="{45C9CCB0-01C4-4662-962D-7EB51A4BA1E1}" dt="2025-10-17T20:52:53.784" v="488"/>
          <ac:spMkLst>
            <pc:docMk/>
            <pc:sldMk cId="1635377456" sldId="579"/>
            <ac:spMk id="2300" creationId="{83F1A3C6-953D-4980-B3C2-1382C5FB58B4}"/>
          </ac:spMkLst>
        </pc:spChg>
        <pc:spChg chg="del">
          <ac:chgData name="Alexander Simon Thrysøe" userId="3f9b9528-1df8-4235-9262-8bdb6141b1d9" providerId="ADAL" clId="{45C9CCB0-01C4-4662-962D-7EB51A4BA1E1}" dt="2025-10-17T20:52:53.784" v="489"/>
          <ac:spMkLst>
            <pc:docMk/>
            <pc:sldMk cId="1635377456" sldId="579"/>
            <ac:spMk id="2301" creationId="{9AFEDE50-DC25-4936-815E-CE37FF852CD6}"/>
          </ac:spMkLst>
        </pc:spChg>
        <pc:spChg chg="del">
          <ac:chgData name="Alexander Simon Thrysøe" userId="3f9b9528-1df8-4235-9262-8bdb6141b1d9" providerId="ADAL" clId="{45C9CCB0-01C4-4662-962D-7EB51A4BA1E1}" dt="2025-10-17T20:52:53.784" v="490"/>
          <ac:spMkLst>
            <pc:docMk/>
            <pc:sldMk cId="1635377456" sldId="579"/>
            <ac:spMk id="2302" creationId="{8CFCD74E-6715-4B09-9F53-3129D7573B91}"/>
          </ac:spMkLst>
        </pc:spChg>
        <pc:spChg chg="del">
          <ac:chgData name="Alexander Simon Thrysøe" userId="3f9b9528-1df8-4235-9262-8bdb6141b1d9" providerId="ADAL" clId="{45C9CCB0-01C4-4662-962D-7EB51A4BA1E1}" dt="2025-10-17T20:52:53.784" v="491"/>
          <ac:spMkLst>
            <pc:docMk/>
            <pc:sldMk cId="1635377456" sldId="579"/>
            <ac:spMk id="2303" creationId="{56815D7A-9EB9-41AE-83CF-15DBDEC8E37D}"/>
          </ac:spMkLst>
        </pc:spChg>
        <pc:spChg chg="del">
          <ac:chgData name="Alexander Simon Thrysøe" userId="3f9b9528-1df8-4235-9262-8bdb6141b1d9" providerId="ADAL" clId="{45C9CCB0-01C4-4662-962D-7EB51A4BA1E1}" dt="2025-10-17T20:52:53.784" v="492"/>
          <ac:spMkLst>
            <pc:docMk/>
            <pc:sldMk cId="1635377456" sldId="579"/>
            <ac:spMk id="2304" creationId="{EB32B0D0-389A-4E43-9F63-DE9C3818C5D3}"/>
          </ac:spMkLst>
        </pc:spChg>
        <pc:spChg chg="del">
          <ac:chgData name="Alexander Simon Thrysøe" userId="3f9b9528-1df8-4235-9262-8bdb6141b1d9" providerId="ADAL" clId="{45C9CCB0-01C4-4662-962D-7EB51A4BA1E1}" dt="2025-10-17T20:52:53.784" v="493"/>
          <ac:spMkLst>
            <pc:docMk/>
            <pc:sldMk cId="1635377456" sldId="579"/>
            <ac:spMk id="2305" creationId="{57A8B1E2-878A-4475-80EF-0A77DE758222}"/>
          </ac:spMkLst>
        </pc:spChg>
        <pc:spChg chg="del">
          <ac:chgData name="Alexander Simon Thrysøe" userId="3f9b9528-1df8-4235-9262-8bdb6141b1d9" providerId="ADAL" clId="{45C9CCB0-01C4-4662-962D-7EB51A4BA1E1}" dt="2025-10-17T20:52:53.784" v="494"/>
          <ac:spMkLst>
            <pc:docMk/>
            <pc:sldMk cId="1635377456" sldId="579"/>
            <ac:spMk id="2306" creationId="{30C9C541-0C38-4977-A3D2-4EAB6850088D}"/>
          </ac:spMkLst>
        </pc:spChg>
        <pc:spChg chg="del">
          <ac:chgData name="Alexander Simon Thrysøe" userId="3f9b9528-1df8-4235-9262-8bdb6141b1d9" providerId="ADAL" clId="{45C9CCB0-01C4-4662-962D-7EB51A4BA1E1}" dt="2025-10-17T20:52:53.784" v="495"/>
          <ac:spMkLst>
            <pc:docMk/>
            <pc:sldMk cId="1635377456" sldId="579"/>
            <ac:spMk id="2307" creationId="{105ECC6C-9AEC-484E-B315-F8BE534EB964}"/>
          </ac:spMkLst>
        </pc:spChg>
        <pc:spChg chg="del">
          <ac:chgData name="Alexander Simon Thrysøe" userId="3f9b9528-1df8-4235-9262-8bdb6141b1d9" providerId="ADAL" clId="{45C9CCB0-01C4-4662-962D-7EB51A4BA1E1}" dt="2025-10-17T20:52:53.784" v="496"/>
          <ac:spMkLst>
            <pc:docMk/>
            <pc:sldMk cId="1635377456" sldId="579"/>
            <ac:spMk id="2308" creationId="{0D0715CB-F365-42C5-9AE2-4CAD27596F72}"/>
          </ac:spMkLst>
        </pc:spChg>
        <pc:spChg chg="del">
          <ac:chgData name="Alexander Simon Thrysøe" userId="3f9b9528-1df8-4235-9262-8bdb6141b1d9" providerId="ADAL" clId="{45C9CCB0-01C4-4662-962D-7EB51A4BA1E1}" dt="2025-10-17T20:52:53.784" v="497"/>
          <ac:spMkLst>
            <pc:docMk/>
            <pc:sldMk cId="1635377456" sldId="579"/>
            <ac:spMk id="2309" creationId="{511D53BA-6A26-4840-873E-695A1F68032C}"/>
          </ac:spMkLst>
        </pc:spChg>
        <pc:spChg chg="del">
          <ac:chgData name="Alexander Simon Thrysøe" userId="3f9b9528-1df8-4235-9262-8bdb6141b1d9" providerId="ADAL" clId="{45C9CCB0-01C4-4662-962D-7EB51A4BA1E1}" dt="2025-10-17T20:52:53.784" v="498"/>
          <ac:spMkLst>
            <pc:docMk/>
            <pc:sldMk cId="1635377456" sldId="579"/>
            <ac:spMk id="2310" creationId="{BF455A60-4604-418F-8B5C-9880E1EFB3A2}"/>
          </ac:spMkLst>
        </pc:spChg>
        <pc:spChg chg="del">
          <ac:chgData name="Alexander Simon Thrysøe" userId="3f9b9528-1df8-4235-9262-8bdb6141b1d9" providerId="ADAL" clId="{45C9CCB0-01C4-4662-962D-7EB51A4BA1E1}" dt="2025-10-17T20:52:53.784" v="499"/>
          <ac:spMkLst>
            <pc:docMk/>
            <pc:sldMk cId="1635377456" sldId="579"/>
            <ac:spMk id="2311" creationId="{D3B90B80-0B6D-4E28-B6DE-E5C470E9E417}"/>
          </ac:spMkLst>
        </pc:spChg>
        <pc:spChg chg="del">
          <ac:chgData name="Alexander Simon Thrysøe" userId="3f9b9528-1df8-4235-9262-8bdb6141b1d9" providerId="ADAL" clId="{45C9CCB0-01C4-4662-962D-7EB51A4BA1E1}" dt="2025-10-17T20:52:53.784" v="500"/>
          <ac:spMkLst>
            <pc:docMk/>
            <pc:sldMk cId="1635377456" sldId="579"/>
            <ac:spMk id="2312" creationId="{E51FD0DC-290E-4990-91F6-12C259C9E315}"/>
          </ac:spMkLst>
        </pc:spChg>
        <pc:spChg chg="del">
          <ac:chgData name="Alexander Simon Thrysøe" userId="3f9b9528-1df8-4235-9262-8bdb6141b1d9" providerId="ADAL" clId="{45C9CCB0-01C4-4662-962D-7EB51A4BA1E1}" dt="2025-10-17T20:52:53.784" v="501"/>
          <ac:spMkLst>
            <pc:docMk/>
            <pc:sldMk cId="1635377456" sldId="579"/>
            <ac:spMk id="2313" creationId="{A822B3B2-04CB-414C-9040-92861ED7C65F}"/>
          </ac:spMkLst>
        </pc:spChg>
        <pc:spChg chg="del">
          <ac:chgData name="Alexander Simon Thrysøe" userId="3f9b9528-1df8-4235-9262-8bdb6141b1d9" providerId="ADAL" clId="{45C9CCB0-01C4-4662-962D-7EB51A4BA1E1}" dt="2025-10-17T20:52:53.784" v="502"/>
          <ac:spMkLst>
            <pc:docMk/>
            <pc:sldMk cId="1635377456" sldId="579"/>
            <ac:spMk id="2314" creationId="{92C66A99-DC2F-4303-9008-7F72C2A23A0C}"/>
          </ac:spMkLst>
        </pc:spChg>
        <pc:spChg chg="del">
          <ac:chgData name="Alexander Simon Thrysøe" userId="3f9b9528-1df8-4235-9262-8bdb6141b1d9" providerId="ADAL" clId="{45C9CCB0-01C4-4662-962D-7EB51A4BA1E1}" dt="2025-10-17T20:52:53.784" v="503"/>
          <ac:spMkLst>
            <pc:docMk/>
            <pc:sldMk cId="1635377456" sldId="579"/>
            <ac:spMk id="2315" creationId="{3173D0BD-41D4-42B9-9123-93B04BEFF991}"/>
          </ac:spMkLst>
        </pc:spChg>
        <pc:spChg chg="del">
          <ac:chgData name="Alexander Simon Thrysøe" userId="3f9b9528-1df8-4235-9262-8bdb6141b1d9" providerId="ADAL" clId="{45C9CCB0-01C4-4662-962D-7EB51A4BA1E1}" dt="2025-10-17T20:52:53.784" v="504"/>
          <ac:spMkLst>
            <pc:docMk/>
            <pc:sldMk cId="1635377456" sldId="579"/>
            <ac:spMk id="2316" creationId="{26624063-29B6-4B49-811B-5324E9A3EC3E}"/>
          </ac:spMkLst>
        </pc:spChg>
        <pc:spChg chg="del">
          <ac:chgData name="Alexander Simon Thrysøe" userId="3f9b9528-1df8-4235-9262-8bdb6141b1d9" providerId="ADAL" clId="{45C9CCB0-01C4-4662-962D-7EB51A4BA1E1}" dt="2025-10-17T20:52:53.784" v="505"/>
          <ac:spMkLst>
            <pc:docMk/>
            <pc:sldMk cId="1635377456" sldId="579"/>
            <ac:spMk id="2317" creationId="{1BA3ECD7-B192-45DB-B1A5-D570323C6FFF}"/>
          </ac:spMkLst>
        </pc:spChg>
        <pc:spChg chg="del">
          <ac:chgData name="Alexander Simon Thrysøe" userId="3f9b9528-1df8-4235-9262-8bdb6141b1d9" providerId="ADAL" clId="{45C9CCB0-01C4-4662-962D-7EB51A4BA1E1}" dt="2025-10-17T20:52:53.800" v="506"/>
          <ac:spMkLst>
            <pc:docMk/>
            <pc:sldMk cId="1635377456" sldId="579"/>
            <ac:spMk id="2318" creationId="{AD3DD6F6-9CFA-455A-8A36-0D6667D55250}"/>
          </ac:spMkLst>
        </pc:spChg>
        <pc:spChg chg="del">
          <ac:chgData name="Alexander Simon Thrysøe" userId="3f9b9528-1df8-4235-9262-8bdb6141b1d9" providerId="ADAL" clId="{45C9CCB0-01C4-4662-962D-7EB51A4BA1E1}" dt="2025-10-17T20:52:53.800" v="507"/>
          <ac:spMkLst>
            <pc:docMk/>
            <pc:sldMk cId="1635377456" sldId="579"/>
            <ac:spMk id="2319" creationId="{061C72C4-7CB0-4E16-AD44-7465EA9601DB}"/>
          </ac:spMkLst>
        </pc:spChg>
        <pc:spChg chg="del">
          <ac:chgData name="Alexander Simon Thrysøe" userId="3f9b9528-1df8-4235-9262-8bdb6141b1d9" providerId="ADAL" clId="{45C9CCB0-01C4-4662-962D-7EB51A4BA1E1}" dt="2025-10-17T20:52:53.800" v="508"/>
          <ac:spMkLst>
            <pc:docMk/>
            <pc:sldMk cId="1635377456" sldId="579"/>
            <ac:spMk id="2320" creationId="{9A673900-7B5D-4CE2-9080-85E46BAA80CD}"/>
          </ac:spMkLst>
        </pc:spChg>
        <pc:spChg chg="del">
          <ac:chgData name="Alexander Simon Thrysøe" userId="3f9b9528-1df8-4235-9262-8bdb6141b1d9" providerId="ADAL" clId="{45C9CCB0-01C4-4662-962D-7EB51A4BA1E1}" dt="2025-10-17T20:52:53.800" v="509"/>
          <ac:spMkLst>
            <pc:docMk/>
            <pc:sldMk cId="1635377456" sldId="579"/>
            <ac:spMk id="2321" creationId="{EC6FE933-D713-4A09-8EEF-07F7D85AC685}"/>
          </ac:spMkLst>
        </pc:spChg>
        <pc:spChg chg="del">
          <ac:chgData name="Alexander Simon Thrysøe" userId="3f9b9528-1df8-4235-9262-8bdb6141b1d9" providerId="ADAL" clId="{45C9CCB0-01C4-4662-962D-7EB51A4BA1E1}" dt="2025-10-17T20:52:53.800" v="510"/>
          <ac:spMkLst>
            <pc:docMk/>
            <pc:sldMk cId="1635377456" sldId="579"/>
            <ac:spMk id="2322" creationId="{A5F3B586-B3A9-4CA4-811C-C6DDED849D09}"/>
          </ac:spMkLst>
        </pc:spChg>
        <pc:spChg chg="del">
          <ac:chgData name="Alexander Simon Thrysøe" userId="3f9b9528-1df8-4235-9262-8bdb6141b1d9" providerId="ADAL" clId="{45C9CCB0-01C4-4662-962D-7EB51A4BA1E1}" dt="2025-10-17T20:52:53.800" v="511"/>
          <ac:spMkLst>
            <pc:docMk/>
            <pc:sldMk cId="1635377456" sldId="579"/>
            <ac:spMk id="2323" creationId="{09C2A89E-D1C3-488B-B0BA-ABE173695161}"/>
          </ac:spMkLst>
        </pc:spChg>
        <pc:spChg chg="del">
          <ac:chgData name="Alexander Simon Thrysøe" userId="3f9b9528-1df8-4235-9262-8bdb6141b1d9" providerId="ADAL" clId="{45C9CCB0-01C4-4662-962D-7EB51A4BA1E1}" dt="2025-10-17T20:52:53.800" v="512"/>
          <ac:spMkLst>
            <pc:docMk/>
            <pc:sldMk cId="1635377456" sldId="579"/>
            <ac:spMk id="2324" creationId="{E1A33B33-6534-4EC8-AB1B-834D7E0B1A71}"/>
          </ac:spMkLst>
        </pc:spChg>
        <pc:spChg chg="del">
          <ac:chgData name="Alexander Simon Thrysøe" userId="3f9b9528-1df8-4235-9262-8bdb6141b1d9" providerId="ADAL" clId="{45C9CCB0-01C4-4662-962D-7EB51A4BA1E1}" dt="2025-10-17T20:52:53.800" v="513"/>
          <ac:spMkLst>
            <pc:docMk/>
            <pc:sldMk cId="1635377456" sldId="579"/>
            <ac:spMk id="2325" creationId="{42709CC5-0479-4419-8597-F129A5B3222D}"/>
          </ac:spMkLst>
        </pc:spChg>
        <pc:spChg chg="del">
          <ac:chgData name="Alexander Simon Thrysøe" userId="3f9b9528-1df8-4235-9262-8bdb6141b1d9" providerId="ADAL" clId="{45C9CCB0-01C4-4662-962D-7EB51A4BA1E1}" dt="2025-10-17T20:52:53.800" v="514"/>
          <ac:spMkLst>
            <pc:docMk/>
            <pc:sldMk cId="1635377456" sldId="579"/>
            <ac:spMk id="2326" creationId="{09E3D8A0-4EFC-461E-8FFF-042F2F7B3DE0}"/>
          </ac:spMkLst>
        </pc:spChg>
        <pc:spChg chg="del">
          <ac:chgData name="Alexander Simon Thrysøe" userId="3f9b9528-1df8-4235-9262-8bdb6141b1d9" providerId="ADAL" clId="{45C9CCB0-01C4-4662-962D-7EB51A4BA1E1}" dt="2025-10-17T20:52:53.800" v="515"/>
          <ac:spMkLst>
            <pc:docMk/>
            <pc:sldMk cId="1635377456" sldId="579"/>
            <ac:spMk id="2327" creationId="{0B4A9127-828E-4DE9-9DA4-6914A3ECF147}"/>
          </ac:spMkLst>
        </pc:spChg>
        <pc:spChg chg="del">
          <ac:chgData name="Alexander Simon Thrysøe" userId="3f9b9528-1df8-4235-9262-8bdb6141b1d9" providerId="ADAL" clId="{45C9CCB0-01C4-4662-962D-7EB51A4BA1E1}" dt="2025-10-17T20:52:53.800" v="516"/>
          <ac:spMkLst>
            <pc:docMk/>
            <pc:sldMk cId="1635377456" sldId="579"/>
            <ac:spMk id="2328" creationId="{29EA516D-56F0-4EAB-81EA-EEFB6CEB6D38}"/>
          </ac:spMkLst>
        </pc:spChg>
        <pc:spChg chg="del">
          <ac:chgData name="Alexander Simon Thrysøe" userId="3f9b9528-1df8-4235-9262-8bdb6141b1d9" providerId="ADAL" clId="{45C9CCB0-01C4-4662-962D-7EB51A4BA1E1}" dt="2025-10-17T20:52:53.800" v="517"/>
          <ac:spMkLst>
            <pc:docMk/>
            <pc:sldMk cId="1635377456" sldId="579"/>
            <ac:spMk id="2329" creationId="{05EA8DC7-CAE0-4DFF-872F-035173CB6490}"/>
          </ac:spMkLst>
        </pc:spChg>
        <pc:spChg chg="del">
          <ac:chgData name="Alexander Simon Thrysøe" userId="3f9b9528-1df8-4235-9262-8bdb6141b1d9" providerId="ADAL" clId="{45C9CCB0-01C4-4662-962D-7EB51A4BA1E1}" dt="2025-10-17T20:52:53.800" v="518"/>
          <ac:spMkLst>
            <pc:docMk/>
            <pc:sldMk cId="1635377456" sldId="579"/>
            <ac:spMk id="2330" creationId="{9F78A0A0-2031-41D6-9231-FFB8DDA7FF8E}"/>
          </ac:spMkLst>
        </pc:spChg>
        <pc:spChg chg="del">
          <ac:chgData name="Alexander Simon Thrysøe" userId="3f9b9528-1df8-4235-9262-8bdb6141b1d9" providerId="ADAL" clId="{45C9CCB0-01C4-4662-962D-7EB51A4BA1E1}" dt="2025-10-17T20:52:53.800" v="519"/>
          <ac:spMkLst>
            <pc:docMk/>
            <pc:sldMk cId="1635377456" sldId="579"/>
            <ac:spMk id="2331" creationId="{40DBA52A-145B-473A-8948-7746A860413C}"/>
          </ac:spMkLst>
        </pc:spChg>
        <pc:spChg chg="del">
          <ac:chgData name="Alexander Simon Thrysøe" userId="3f9b9528-1df8-4235-9262-8bdb6141b1d9" providerId="ADAL" clId="{45C9CCB0-01C4-4662-962D-7EB51A4BA1E1}" dt="2025-10-17T20:52:53.800" v="520"/>
          <ac:spMkLst>
            <pc:docMk/>
            <pc:sldMk cId="1635377456" sldId="579"/>
            <ac:spMk id="2332" creationId="{B1C56076-E314-4F68-B1A5-0E0A25B9EC5E}"/>
          </ac:spMkLst>
        </pc:spChg>
        <pc:spChg chg="del">
          <ac:chgData name="Alexander Simon Thrysøe" userId="3f9b9528-1df8-4235-9262-8bdb6141b1d9" providerId="ADAL" clId="{45C9CCB0-01C4-4662-962D-7EB51A4BA1E1}" dt="2025-10-17T20:52:53.800" v="521"/>
          <ac:spMkLst>
            <pc:docMk/>
            <pc:sldMk cId="1635377456" sldId="579"/>
            <ac:spMk id="2333" creationId="{741E6E10-D5CE-4468-AC99-8F7755B42E9D}"/>
          </ac:spMkLst>
        </pc:spChg>
        <pc:spChg chg="del">
          <ac:chgData name="Alexander Simon Thrysøe" userId="3f9b9528-1df8-4235-9262-8bdb6141b1d9" providerId="ADAL" clId="{45C9CCB0-01C4-4662-962D-7EB51A4BA1E1}" dt="2025-10-17T20:52:53.800" v="522"/>
          <ac:spMkLst>
            <pc:docMk/>
            <pc:sldMk cId="1635377456" sldId="579"/>
            <ac:spMk id="2334" creationId="{5A17EDC7-2598-4BE8-900D-AEBA684368AC}"/>
          </ac:spMkLst>
        </pc:spChg>
        <pc:spChg chg="del">
          <ac:chgData name="Alexander Simon Thrysøe" userId="3f9b9528-1df8-4235-9262-8bdb6141b1d9" providerId="ADAL" clId="{45C9CCB0-01C4-4662-962D-7EB51A4BA1E1}" dt="2025-10-17T20:52:53.800" v="523"/>
          <ac:spMkLst>
            <pc:docMk/>
            <pc:sldMk cId="1635377456" sldId="579"/>
            <ac:spMk id="2335" creationId="{428E9447-6CBF-4748-A85D-57229EC2E376}"/>
          </ac:spMkLst>
        </pc:spChg>
        <pc:spChg chg="del">
          <ac:chgData name="Alexander Simon Thrysøe" userId="3f9b9528-1df8-4235-9262-8bdb6141b1d9" providerId="ADAL" clId="{45C9CCB0-01C4-4662-962D-7EB51A4BA1E1}" dt="2025-10-17T20:52:53.800" v="524"/>
          <ac:spMkLst>
            <pc:docMk/>
            <pc:sldMk cId="1635377456" sldId="579"/>
            <ac:spMk id="2336" creationId="{BA327161-8ECF-45AB-8397-D033E3BAA731}"/>
          </ac:spMkLst>
        </pc:spChg>
        <pc:spChg chg="del">
          <ac:chgData name="Alexander Simon Thrysøe" userId="3f9b9528-1df8-4235-9262-8bdb6141b1d9" providerId="ADAL" clId="{45C9CCB0-01C4-4662-962D-7EB51A4BA1E1}" dt="2025-10-17T20:52:53.800" v="525"/>
          <ac:spMkLst>
            <pc:docMk/>
            <pc:sldMk cId="1635377456" sldId="579"/>
            <ac:spMk id="2337" creationId="{DAED004E-8105-4140-9421-F4FF5EA1437A}"/>
          </ac:spMkLst>
        </pc:spChg>
        <pc:spChg chg="del">
          <ac:chgData name="Alexander Simon Thrysøe" userId="3f9b9528-1df8-4235-9262-8bdb6141b1d9" providerId="ADAL" clId="{45C9CCB0-01C4-4662-962D-7EB51A4BA1E1}" dt="2025-10-17T20:52:53.810" v="526"/>
          <ac:spMkLst>
            <pc:docMk/>
            <pc:sldMk cId="1635377456" sldId="579"/>
            <ac:spMk id="2338" creationId="{4EF0BF91-3D1B-4F5B-A896-A20843AB2F1E}"/>
          </ac:spMkLst>
        </pc:spChg>
        <pc:spChg chg="del">
          <ac:chgData name="Alexander Simon Thrysøe" userId="3f9b9528-1df8-4235-9262-8bdb6141b1d9" providerId="ADAL" clId="{45C9CCB0-01C4-4662-962D-7EB51A4BA1E1}" dt="2025-10-17T20:52:53.810" v="527"/>
          <ac:spMkLst>
            <pc:docMk/>
            <pc:sldMk cId="1635377456" sldId="579"/>
            <ac:spMk id="2339" creationId="{DEE8D615-9E45-4641-A61D-9272FE97946D}"/>
          </ac:spMkLst>
        </pc:spChg>
        <pc:spChg chg="del">
          <ac:chgData name="Alexander Simon Thrysøe" userId="3f9b9528-1df8-4235-9262-8bdb6141b1d9" providerId="ADAL" clId="{45C9CCB0-01C4-4662-962D-7EB51A4BA1E1}" dt="2025-10-17T20:52:53.810" v="528"/>
          <ac:spMkLst>
            <pc:docMk/>
            <pc:sldMk cId="1635377456" sldId="579"/>
            <ac:spMk id="2340" creationId="{E519CC60-140B-45F9-B31A-4EA207BC8FC5}"/>
          </ac:spMkLst>
        </pc:spChg>
        <pc:spChg chg="del">
          <ac:chgData name="Alexander Simon Thrysøe" userId="3f9b9528-1df8-4235-9262-8bdb6141b1d9" providerId="ADAL" clId="{45C9CCB0-01C4-4662-962D-7EB51A4BA1E1}" dt="2025-10-17T20:52:53.810" v="529"/>
          <ac:spMkLst>
            <pc:docMk/>
            <pc:sldMk cId="1635377456" sldId="579"/>
            <ac:spMk id="2341" creationId="{D452B9BA-50A1-4A4F-910D-35119FA69A58}"/>
          </ac:spMkLst>
        </pc:spChg>
        <pc:spChg chg="del">
          <ac:chgData name="Alexander Simon Thrysøe" userId="3f9b9528-1df8-4235-9262-8bdb6141b1d9" providerId="ADAL" clId="{45C9CCB0-01C4-4662-962D-7EB51A4BA1E1}" dt="2025-10-17T20:52:53.810" v="530"/>
          <ac:spMkLst>
            <pc:docMk/>
            <pc:sldMk cId="1635377456" sldId="579"/>
            <ac:spMk id="2342" creationId="{09D580B0-7156-4C50-962B-33DA1C0CA1DF}"/>
          </ac:spMkLst>
        </pc:spChg>
        <pc:spChg chg="del">
          <ac:chgData name="Alexander Simon Thrysøe" userId="3f9b9528-1df8-4235-9262-8bdb6141b1d9" providerId="ADAL" clId="{45C9CCB0-01C4-4662-962D-7EB51A4BA1E1}" dt="2025-10-17T20:52:53.810" v="531"/>
          <ac:spMkLst>
            <pc:docMk/>
            <pc:sldMk cId="1635377456" sldId="579"/>
            <ac:spMk id="2343" creationId="{55D15EAB-47B3-4E4D-B791-45A095B017B6}"/>
          </ac:spMkLst>
        </pc:spChg>
        <pc:spChg chg="del">
          <ac:chgData name="Alexander Simon Thrysøe" userId="3f9b9528-1df8-4235-9262-8bdb6141b1d9" providerId="ADAL" clId="{45C9CCB0-01C4-4662-962D-7EB51A4BA1E1}" dt="2025-10-17T20:52:53.810" v="532"/>
          <ac:spMkLst>
            <pc:docMk/>
            <pc:sldMk cId="1635377456" sldId="579"/>
            <ac:spMk id="2344" creationId="{AF41A32E-F0CC-400A-8FF5-5D518431955A}"/>
          </ac:spMkLst>
        </pc:spChg>
        <pc:spChg chg="del">
          <ac:chgData name="Alexander Simon Thrysøe" userId="3f9b9528-1df8-4235-9262-8bdb6141b1d9" providerId="ADAL" clId="{45C9CCB0-01C4-4662-962D-7EB51A4BA1E1}" dt="2025-10-17T20:52:53.810" v="533"/>
          <ac:spMkLst>
            <pc:docMk/>
            <pc:sldMk cId="1635377456" sldId="579"/>
            <ac:spMk id="2345" creationId="{2C207B0C-9A31-47EF-AFEE-9563D1B785AF}"/>
          </ac:spMkLst>
        </pc:spChg>
        <pc:spChg chg="del">
          <ac:chgData name="Alexander Simon Thrysøe" userId="3f9b9528-1df8-4235-9262-8bdb6141b1d9" providerId="ADAL" clId="{45C9CCB0-01C4-4662-962D-7EB51A4BA1E1}" dt="2025-10-17T20:52:53.810" v="534"/>
          <ac:spMkLst>
            <pc:docMk/>
            <pc:sldMk cId="1635377456" sldId="579"/>
            <ac:spMk id="2346" creationId="{F1601346-F4D7-41A4-B0FC-1AE146586BD1}"/>
          </ac:spMkLst>
        </pc:spChg>
        <pc:spChg chg="del">
          <ac:chgData name="Alexander Simon Thrysøe" userId="3f9b9528-1df8-4235-9262-8bdb6141b1d9" providerId="ADAL" clId="{45C9CCB0-01C4-4662-962D-7EB51A4BA1E1}" dt="2025-10-17T20:52:53.810" v="535"/>
          <ac:spMkLst>
            <pc:docMk/>
            <pc:sldMk cId="1635377456" sldId="579"/>
            <ac:spMk id="2347" creationId="{2874FA0E-8A86-459E-9D4E-75BAA746581D}"/>
          </ac:spMkLst>
        </pc:spChg>
        <pc:spChg chg="del">
          <ac:chgData name="Alexander Simon Thrysøe" userId="3f9b9528-1df8-4235-9262-8bdb6141b1d9" providerId="ADAL" clId="{45C9CCB0-01C4-4662-962D-7EB51A4BA1E1}" dt="2025-10-17T20:52:53.810" v="536"/>
          <ac:spMkLst>
            <pc:docMk/>
            <pc:sldMk cId="1635377456" sldId="579"/>
            <ac:spMk id="2348" creationId="{245E56C3-9B0E-4AA9-8C84-D4250B7CCF53}"/>
          </ac:spMkLst>
        </pc:spChg>
        <pc:spChg chg="del">
          <ac:chgData name="Alexander Simon Thrysøe" userId="3f9b9528-1df8-4235-9262-8bdb6141b1d9" providerId="ADAL" clId="{45C9CCB0-01C4-4662-962D-7EB51A4BA1E1}" dt="2025-10-17T20:52:53.810" v="537"/>
          <ac:spMkLst>
            <pc:docMk/>
            <pc:sldMk cId="1635377456" sldId="579"/>
            <ac:spMk id="2349" creationId="{1F60287D-986D-40A2-ABAA-1E603A1E46AC}"/>
          </ac:spMkLst>
        </pc:spChg>
        <pc:spChg chg="del">
          <ac:chgData name="Alexander Simon Thrysøe" userId="3f9b9528-1df8-4235-9262-8bdb6141b1d9" providerId="ADAL" clId="{45C9CCB0-01C4-4662-962D-7EB51A4BA1E1}" dt="2025-10-17T20:52:53.816" v="538"/>
          <ac:spMkLst>
            <pc:docMk/>
            <pc:sldMk cId="1635377456" sldId="579"/>
            <ac:spMk id="2350" creationId="{2F232BA2-696D-4090-8246-D8EAB3A7E6E1}"/>
          </ac:spMkLst>
        </pc:spChg>
        <pc:spChg chg="del">
          <ac:chgData name="Alexander Simon Thrysøe" userId="3f9b9528-1df8-4235-9262-8bdb6141b1d9" providerId="ADAL" clId="{45C9CCB0-01C4-4662-962D-7EB51A4BA1E1}" dt="2025-10-17T20:52:53.816" v="539"/>
          <ac:spMkLst>
            <pc:docMk/>
            <pc:sldMk cId="1635377456" sldId="579"/>
            <ac:spMk id="2351" creationId="{1A6CBA81-5C56-4002-A203-56327AA81E53}"/>
          </ac:spMkLst>
        </pc:spChg>
        <pc:spChg chg="add mod">
          <ac:chgData name="Alexander Simon Thrysøe" userId="3f9b9528-1df8-4235-9262-8bdb6141b1d9" providerId="ADAL" clId="{45C9CCB0-01C4-4662-962D-7EB51A4BA1E1}" dt="2025-10-17T20:52:54.256" v="563"/>
          <ac:spMkLst>
            <pc:docMk/>
            <pc:sldMk cId="1635377456" sldId="579"/>
            <ac:spMk id="2353" creationId="{02CB36E6-4DFE-4BD6-A282-F4FC96B1CD09}"/>
          </ac:spMkLst>
        </pc:spChg>
        <pc:spChg chg="add mod">
          <ac:chgData name="Alexander Simon Thrysøe" userId="3f9b9528-1df8-4235-9262-8bdb6141b1d9" providerId="ADAL" clId="{45C9CCB0-01C4-4662-962D-7EB51A4BA1E1}" dt="2025-10-17T20:52:54.260" v="571"/>
          <ac:spMkLst>
            <pc:docMk/>
            <pc:sldMk cId="1635377456" sldId="579"/>
            <ac:spMk id="2354" creationId="{9B4A6DF1-A274-4ADC-87A7-4C57177D7750}"/>
          </ac:spMkLst>
        </pc:spChg>
        <pc:spChg chg="add mod">
          <ac:chgData name="Alexander Simon Thrysøe" userId="3f9b9528-1df8-4235-9262-8bdb6141b1d9" providerId="ADAL" clId="{45C9CCB0-01C4-4662-962D-7EB51A4BA1E1}" dt="2025-10-17T20:52:54.264" v="579"/>
          <ac:spMkLst>
            <pc:docMk/>
            <pc:sldMk cId="1635377456" sldId="579"/>
            <ac:spMk id="2355" creationId="{02A19957-3839-4A1F-8024-E9E524CCC2FC}"/>
          </ac:spMkLst>
        </pc:spChg>
        <pc:spChg chg="add mod">
          <ac:chgData name="Alexander Simon Thrysøe" userId="3f9b9528-1df8-4235-9262-8bdb6141b1d9" providerId="ADAL" clId="{45C9CCB0-01C4-4662-962D-7EB51A4BA1E1}" dt="2025-10-17T20:52:54.270" v="587"/>
          <ac:spMkLst>
            <pc:docMk/>
            <pc:sldMk cId="1635377456" sldId="579"/>
            <ac:spMk id="2356" creationId="{59C20B6C-983B-4C0C-A395-563229771403}"/>
          </ac:spMkLst>
        </pc:spChg>
        <pc:spChg chg="add mod">
          <ac:chgData name="Alexander Simon Thrysøe" userId="3f9b9528-1df8-4235-9262-8bdb6141b1d9" providerId="ADAL" clId="{45C9CCB0-01C4-4662-962D-7EB51A4BA1E1}" dt="2025-10-17T20:52:54.274" v="595"/>
          <ac:spMkLst>
            <pc:docMk/>
            <pc:sldMk cId="1635377456" sldId="579"/>
            <ac:spMk id="2357" creationId="{EF3489C7-BD1F-4B59-8724-8779284CC8D9}"/>
          </ac:spMkLst>
        </pc:spChg>
        <pc:spChg chg="add mod">
          <ac:chgData name="Alexander Simon Thrysøe" userId="3f9b9528-1df8-4235-9262-8bdb6141b1d9" providerId="ADAL" clId="{45C9CCB0-01C4-4662-962D-7EB51A4BA1E1}" dt="2025-10-17T20:52:54.279" v="603"/>
          <ac:spMkLst>
            <pc:docMk/>
            <pc:sldMk cId="1635377456" sldId="579"/>
            <ac:spMk id="2358" creationId="{C14FEB22-9DAF-4612-8EDE-53D29E84790B}"/>
          </ac:spMkLst>
        </pc:spChg>
        <pc:spChg chg="add mod">
          <ac:chgData name="Alexander Simon Thrysøe" userId="3f9b9528-1df8-4235-9262-8bdb6141b1d9" providerId="ADAL" clId="{45C9CCB0-01C4-4662-962D-7EB51A4BA1E1}" dt="2025-10-17T20:52:54.283" v="611"/>
          <ac:spMkLst>
            <pc:docMk/>
            <pc:sldMk cId="1635377456" sldId="579"/>
            <ac:spMk id="2359" creationId="{0D64A299-51A9-46DD-B6C1-A8AF85E48863}"/>
          </ac:spMkLst>
        </pc:spChg>
        <pc:spChg chg="add mod">
          <ac:chgData name="Alexander Simon Thrysøe" userId="3f9b9528-1df8-4235-9262-8bdb6141b1d9" providerId="ADAL" clId="{45C9CCB0-01C4-4662-962D-7EB51A4BA1E1}" dt="2025-10-17T20:52:54.289" v="619"/>
          <ac:spMkLst>
            <pc:docMk/>
            <pc:sldMk cId="1635377456" sldId="579"/>
            <ac:spMk id="2360" creationId="{05AC226A-FF63-442A-AB3D-9B8AD66A92FA}"/>
          </ac:spMkLst>
        </pc:spChg>
        <pc:spChg chg="add mod">
          <ac:chgData name="Alexander Simon Thrysøe" userId="3f9b9528-1df8-4235-9262-8bdb6141b1d9" providerId="ADAL" clId="{45C9CCB0-01C4-4662-962D-7EB51A4BA1E1}" dt="2025-10-17T20:52:54.293" v="627"/>
          <ac:spMkLst>
            <pc:docMk/>
            <pc:sldMk cId="1635377456" sldId="579"/>
            <ac:spMk id="2361" creationId="{1A855D0B-00C0-419D-A66A-1B1368E2E2E8}"/>
          </ac:spMkLst>
        </pc:spChg>
        <pc:spChg chg="add mod">
          <ac:chgData name="Alexander Simon Thrysøe" userId="3f9b9528-1df8-4235-9262-8bdb6141b1d9" providerId="ADAL" clId="{45C9CCB0-01C4-4662-962D-7EB51A4BA1E1}" dt="2025-10-17T20:52:54.297" v="635"/>
          <ac:spMkLst>
            <pc:docMk/>
            <pc:sldMk cId="1635377456" sldId="579"/>
            <ac:spMk id="2362" creationId="{1423D46B-EE9F-418E-A4C0-B4D52A4C60A3}"/>
          </ac:spMkLst>
        </pc:spChg>
        <pc:spChg chg="add mod">
          <ac:chgData name="Alexander Simon Thrysøe" userId="3f9b9528-1df8-4235-9262-8bdb6141b1d9" providerId="ADAL" clId="{45C9CCB0-01C4-4662-962D-7EB51A4BA1E1}" dt="2025-10-17T20:52:54.303" v="643"/>
          <ac:spMkLst>
            <pc:docMk/>
            <pc:sldMk cId="1635377456" sldId="579"/>
            <ac:spMk id="2363" creationId="{DE68437A-75E7-421D-95A8-CF88B9E084F6}"/>
          </ac:spMkLst>
        </pc:spChg>
        <pc:spChg chg="add mod">
          <ac:chgData name="Alexander Simon Thrysøe" userId="3f9b9528-1df8-4235-9262-8bdb6141b1d9" providerId="ADAL" clId="{45C9CCB0-01C4-4662-962D-7EB51A4BA1E1}" dt="2025-10-17T20:52:54.307" v="651"/>
          <ac:spMkLst>
            <pc:docMk/>
            <pc:sldMk cId="1635377456" sldId="579"/>
            <ac:spMk id="2364" creationId="{4B1E8F75-98A5-4FE9-978C-4BD466AE9AF3}"/>
          </ac:spMkLst>
        </pc:spChg>
        <pc:spChg chg="add mod">
          <ac:chgData name="Alexander Simon Thrysøe" userId="3f9b9528-1df8-4235-9262-8bdb6141b1d9" providerId="ADAL" clId="{45C9CCB0-01C4-4662-962D-7EB51A4BA1E1}" dt="2025-10-17T20:52:54.312" v="659"/>
          <ac:spMkLst>
            <pc:docMk/>
            <pc:sldMk cId="1635377456" sldId="579"/>
            <ac:spMk id="2365" creationId="{1ED34EFA-521A-484F-BF27-B7C50C61F790}"/>
          </ac:spMkLst>
        </pc:spChg>
        <pc:spChg chg="add mod">
          <ac:chgData name="Alexander Simon Thrysøe" userId="3f9b9528-1df8-4235-9262-8bdb6141b1d9" providerId="ADAL" clId="{45C9CCB0-01C4-4662-962D-7EB51A4BA1E1}" dt="2025-10-17T20:52:54.318" v="667"/>
          <ac:spMkLst>
            <pc:docMk/>
            <pc:sldMk cId="1635377456" sldId="579"/>
            <ac:spMk id="2366" creationId="{9B9428DF-DF3C-4023-BBF3-000676309376}"/>
          </ac:spMkLst>
        </pc:spChg>
        <pc:spChg chg="add mod">
          <ac:chgData name="Alexander Simon Thrysøe" userId="3f9b9528-1df8-4235-9262-8bdb6141b1d9" providerId="ADAL" clId="{45C9CCB0-01C4-4662-962D-7EB51A4BA1E1}" dt="2025-10-17T20:52:54.323" v="675"/>
          <ac:spMkLst>
            <pc:docMk/>
            <pc:sldMk cId="1635377456" sldId="579"/>
            <ac:spMk id="2367" creationId="{CC7F8B89-E0AF-4B99-B303-7902121012B4}"/>
          </ac:spMkLst>
        </pc:spChg>
        <pc:spChg chg="add mod">
          <ac:chgData name="Alexander Simon Thrysøe" userId="3f9b9528-1df8-4235-9262-8bdb6141b1d9" providerId="ADAL" clId="{45C9CCB0-01C4-4662-962D-7EB51A4BA1E1}" dt="2025-10-17T20:52:54.583" v="1107"/>
          <ac:spMkLst>
            <pc:docMk/>
            <pc:sldMk cId="1635377456" sldId="579"/>
            <ac:spMk id="2368" creationId="{C2D88B06-58BC-401E-97F6-D8860A4A1E5C}"/>
          </ac:spMkLst>
        </pc:spChg>
        <pc:spChg chg="add mod">
          <ac:chgData name="Alexander Simon Thrysøe" userId="3f9b9528-1df8-4235-9262-8bdb6141b1d9" providerId="ADAL" clId="{45C9CCB0-01C4-4662-962D-7EB51A4BA1E1}" dt="2025-10-17T20:52:54.587" v="1115"/>
          <ac:spMkLst>
            <pc:docMk/>
            <pc:sldMk cId="1635377456" sldId="579"/>
            <ac:spMk id="2369" creationId="{DC87819E-5EB9-443F-908A-6B768DEF68A8}"/>
          </ac:spMkLst>
        </pc:spChg>
        <pc:spChg chg="add mod">
          <ac:chgData name="Alexander Simon Thrysøe" userId="3f9b9528-1df8-4235-9262-8bdb6141b1d9" providerId="ADAL" clId="{45C9CCB0-01C4-4662-962D-7EB51A4BA1E1}" dt="2025-10-17T20:52:54.591" v="1123"/>
          <ac:spMkLst>
            <pc:docMk/>
            <pc:sldMk cId="1635377456" sldId="579"/>
            <ac:spMk id="2370" creationId="{BBC3387A-D493-47CF-9871-6C4B8BA1281B}"/>
          </ac:spMkLst>
        </pc:spChg>
        <pc:spChg chg="add mod">
          <ac:chgData name="Alexander Simon Thrysøe" userId="3f9b9528-1df8-4235-9262-8bdb6141b1d9" providerId="ADAL" clId="{45C9CCB0-01C4-4662-962D-7EB51A4BA1E1}" dt="2025-10-17T20:52:54.597" v="1131"/>
          <ac:spMkLst>
            <pc:docMk/>
            <pc:sldMk cId="1635377456" sldId="579"/>
            <ac:spMk id="2371" creationId="{1C246695-F4DA-46B5-B9D7-E5648C2A6DAF}"/>
          </ac:spMkLst>
        </pc:spChg>
        <pc:spChg chg="add mod">
          <ac:chgData name="Alexander Simon Thrysøe" userId="3f9b9528-1df8-4235-9262-8bdb6141b1d9" providerId="ADAL" clId="{45C9CCB0-01C4-4662-962D-7EB51A4BA1E1}" dt="2025-10-17T20:52:54.601" v="1139"/>
          <ac:spMkLst>
            <pc:docMk/>
            <pc:sldMk cId="1635377456" sldId="579"/>
            <ac:spMk id="2372" creationId="{84D3A5EB-EBBD-4FBC-9746-50ECD2025852}"/>
          </ac:spMkLst>
        </pc:spChg>
        <pc:spChg chg="add mod">
          <ac:chgData name="Alexander Simon Thrysøe" userId="3f9b9528-1df8-4235-9262-8bdb6141b1d9" providerId="ADAL" clId="{45C9CCB0-01C4-4662-962D-7EB51A4BA1E1}" dt="2025-10-17T20:52:54.606" v="1147"/>
          <ac:spMkLst>
            <pc:docMk/>
            <pc:sldMk cId="1635377456" sldId="579"/>
            <ac:spMk id="2373" creationId="{B4552814-24CC-4584-80A1-D738DC075995}"/>
          </ac:spMkLst>
        </pc:spChg>
        <pc:spChg chg="add mod">
          <ac:chgData name="Alexander Simon Thrysøe" userId="3f9b9528-1df8-4235-9262-8bdb6141b1d9" providerId="ADAL" clId="{45C9CCB0-01C4-4662-962D-7EB51A4BA1E1}" dt="2025-10-17T20:52:54.610" v="1155"/>
          <ac:spMkLst>
            <pc:docMk/>
            <pc:sldMk cId="1635377456" sldId="579"/>
            <ac:spMk id="2374" creationId="{C409BD69-FB20-4EEF-A7F5-D7AFD7616BD1}"/>
          </ac:spMkLst>
        </pc:spChg>
        <pc:spChg chg="add mod">
          <ac:chgData name="Alexander Simon Thrysøe" userId="3f9b9528-1df8-4235-9262-8bdb6141b1d9" providerId="ADAL" clId="{45C9CCB0-01C4-4662-962D-7EB51A4BA1E1}" dt="2025-10-17T20:52:54.616" v="1163"/>
          <ac:spMkLst>
            <pc:docMk/>
            <pc:sldMk cId="1635377456" sldId="579"/>
            <ac:spMk id="2375" creationId="{B9B8B9E5-D287-47EA-A889-72F25D7B8FAF}"/>
          </ac:spMkLst>
        </pc:spChg>
        <pc:spChg chg="add mod">
          <ac:chgData name="Alexander Simon Thrysøe" userId="3f9b9528-1df8-4235-9262-8bdb6141b1d9" providerId="ADAL" clId="{45C9CCB0-01C4-4662-962D-7EB51A4BA1E1}" dt="2025-10-17T20:52:54.621" v="1171"/>
          <ac:spMkLst>
            <pc:docMk/>
            <pc:sldMk cId="1635377456" sldId="579"/>
            <ac:spMk id="2376" creationId="{3801AD6E-0072-45F3-9C19-A78B2F82675B}"/>
          </ac:spMkLst>
        </pc:spChg>
        <pc:spChg chg="add mod">
          <ac:chgData name="Alexander Simon Thrysøe" userId="3f9b9528-1df8-4235-9262-8bdb6141b1d9" providerId="ADAL" clId="{45C9CCB0-01C4-4662-962D-7EB51A4BA1E1}" dt="2025-10-17T20:52:54.625" v="1179"/>
          <ac:spMkLst>
            <pc:docMk/>
            <pc:sldMk cId="1635377456" sldId="579"/>
            <ac:spMk id="2377" creationId="{0D60F86D-F76C-4458-87C7-19C3EAE253CC}"/>
          </ac:spMkLst>
        </pc:spChg>
        <pc:spChg chg="add mod">
          <ac:chgData name="Alexander Simon Thrysøe" userId="3f9b9528-1df8-4235-9262-8bdb6141b1d9" providerId="ADAL" clId="{45C9CCB0-01C4-4662-962D-7EB51A4BA1E1}" dt="2025-10-17T20:52:54.631" v="1187"/>
          <ac:spMkLst>
            <pc:docMk/>
            <pc:sldMk cId="1635377456" sldId="579"/>
            <ac:spMk id="2378" creationId="{89715612-9855-4A2F-A27E-02D881BF0B1C}"/>
          </ac:spMkLst>
        </pc:spChg>
        <pc:spChg chg="add mod">
          <ac:chgData name="Alexander Simon Thrysøe" userId="3f9b9528-1df8-4235-9262-8bdb6141b1d9" providerId="ADAL" clId="{45C9CCB0-01C4-4662-962D-7EB51A4BA1E1}" dt="2025-10-17T20:52:54.635" v="1195"/>
          <ac:spMkLst>
            <pc:docMk/>
            <pc:sldMk cId="1635377456" sldId="579"/>
            <ac:spMk id="2379" creationId="{9BDA9E46-6C2E-4520-83C4-A41B0EBB3880}"/>
          </ac:spMkLst>
        </pc:spChg>
        <pc:spChg chg="add mod">
          <ac:chgData name="Alexander Simon Thrysøe" userId="3f9b9528-1df8-4235-9262-8bdb6141b1d9" providerId="ADAL" clId="{45C9CCB0-01C4-4662-962D-7EB51A4BA1E1}" dt="2025-10-17T20:52:54.640" v="1203"/>
          <ac:spMkLst>
            <pc:docMk/>
            <pc:sldMk cId="1635377456" sldId="579"/>
            <ac:spMk id="2380" creationId="{D2770676-8FF1-437C-B72E-5FCD6FB80091}"/>
          </ac:spMkLst>
        </pc:spChg>
        <pc:spChg chg="add mod">
          <ac:chgData name="Alexander Simon Thrysøe" userId="3f9b9528-1df8-4235-9262-8bdb6141b1d9" providerId="ADAL" clId="{45C9CCB0-01C4-4662-962D-7EB51A4BA1E1}" dt="2025-10-17T20:52:54.644" v="1211"/>
          <ac:spMkLst>
            <pc:docMk/>
            <pc:sldMk cId="1635377456" sldId="579"/>
            <ac:spMk id="2381" creationId="{92E328A4-FFC0-447A-88F3-01705D408228}"/>
          </ac:spMkLst>
        </pc:spChg>
        <pc:spChg chg="add mod">
          <ac:chgData name="Alexander Simon Thrysøe" userId="3f9b9528-1df8-4235-9262-8bdb6141b1d9" providerId="ADAL" clId="{45C9CCB0-01C4-4662-962D-7EB51A4BA1E1}" dt="2025-10-17T20:52:54.650" v="1219"/>
          <ac:spMkLst>
            <pc:docMk/>
            <pc:sldMk cId="1635377456" sldId="579"/>
            <ac:spMk id="2382" creationId="{0FF0C9DF-1205-4070-86BC-D08487DD53D8}"/>
          </ac:spMkLst>
        </pc:spChg>
        <pc:spChg chg="add mod">
          <ac:chgData name="Alexander Simon Thrysøe" userId="3f9b9528-1df8-4235-9262-8bdb6141b1d9" providerId="ADAL" clId="{45C9CCB0-01C4-4662-962D-7EB51A4BA1E1}" dt="2025-10-17T20:52:54.654" v="1227"/>
          <ac:spMkLst>
            <pc:docMk/>
            <pc:sldMk cId="1635377456" sldId="579"/>
            <ac:spMk id="2383" creationId="{D195E309-13E6-497D-8FD0-E12B6552EA1C}"/>
          </ac:spMkLst>
        </pc:spChg>
        <pc:spChg chg="add mod">
          <ac:chgData name="Alexander Simon Thrysøe" userId="3f9b9528-1df8-4235-9262-8bdb6141b1d9" providerId="ADAL" clId="{45C9CCB0-01C4-4662-962D-7EB51A4BA1E1}" dt="2025-10-17T20:52:54.660" v="1235"/>
          <ac:spMkLst>
            <pc:docMk/>
            <pc:sldMk cId="1635377456" sldId="579"/>
            <ac:spMk id="2384" creationId="{1E9BC5B5-D657-411C-8BA7-F30904D2750F}"/>
          </ac:spMkLst>
        </pc:spChg>
        <pc:spChg chg="add mod">
          <ac:chgData name="Alexander Simon Thrysøe" userId="3f9b9528-1df8-4235-9262-8bdb6141b1d9" providerId="ADAL" clId="{45C9CCB0-01C4-4662-962D-7EB51A4BA1E1}" dt="2025-10-17T20:52:54.664" v="1243"/>
          <ac:spMkLst>
            <pc:docMk/>
            <pc:sldMk cId="1635377456" sldId="579"/>
            <ac:spMk id="2385" creationId="{BD8185FC-95EB-458F-A84B-6A62D8712555}"/>
          </ac:spMkLst>
        </pc:spChg>
        <pc:spChg chg="add mod">
          <ac:chgData name="Alexander Simon Thrysøe" userId="3f9b9528-1df8-4235-9262-8bdb6141b1d9" providerId="ADAL" clId="{45C9CCB0-01C4-4662-962D-7EB51A4BA1E1}" dt="2025-10-17T20:52:54.670" v="1251"/>
          <ac:spMkLst>
            <pc:docMk/>
            <pc:sldMk cId="1635377456" sldId="579"/>
            <ac:spMk id="2386" creationId="{B1AC00F8-1205-4430-8053-0020CE7D4B87}"/>
          </ac:spMkLst>
        </pc:spChg>
        <pc:spChg chg="add mod">
          <ac:chgData name="Alexander Simon Thrysøe" userId="3f9b9528-1df8-4235-9262-8bdb6141b1d9" providerId="ADAL" clId="{45C9CCB0-01C4-4662-962D-7EB51A4BA1E1}" dt="2025-10-17T20:52:54.674" v="1259"/>
          <ac:spMkLst>
            <pc:docMk/>
            <pc:sldMk cId="1635377456" sldId="579"/>
            <ac:spMk id="2387" creationId="{6135D473-FB0E-447A-8123-032602EDA434}"/>
          </ac:spMkLst>
        </pc:spChg>
        <pc:spChg chg="add mod">
          <ac:chgData name="Alexander Simon Thrysøe" userId="3f9b9528-1df8-4235-9262-8bdb6141b1d9" providerId="ADAL" clId="{45C9CCB0-01C4-4662-962D-7EB51A4BA1E1}" dt="2025-10-17T20:52:54.678" v="1267"/>
          <ac:spMkLst>
            <pc:docMk/>
            <pc:sldMk cId="1635377456" sldId="579"/>
            <ac:spMk id="2388" creationId="{BF5CA391-8830-40D8-931B-0DE1B46D72EF}"/>
          </ac:spMkLst>
        </pc:spChg>
        <pc:spChg chg="add mod">
          <ac:chgData name="Alexander Simon Thrysøe" userId="3f9b9528-1df8-4235-9262-8bdb6141b1d9" providerId="ADAL" clId="{45C9CCB0-01C4-4662-962D-7EB51A4BA1E1}" dt="2025-10-17T20:52:54.684" v="1275"/>
          <ac:spMkLst>
            <pc:docMk/>
            <pc:sldMk cId="1635377456" sldId="579"/>
            <ac:spMk id="2389" creationId="{D34BDC60-A3AE-4035-BED9-1FB5A20122D9}"/>
          </ac:spMkLst>
        </pc:spChg>
        <pc:spChg chg="add mod">
          <ac:chgData name="Alexander Simon Thrysøe" userId="3f9b9528-1df8-4235-9262-8bdb6141b1d9" providerId="ADAL" clId="{45C9CCB0-01C4-4662-962D-7EB51A4BA1E1}" dt="2025-10-17T20:52:54.687" v="1283"/>
          <ac:spMkLst>
            <pc:docMk/>
            <pc:sldMk cId="1635377456" sldId="579"/>
            <ac:spMk id="2390" creationId="{27F5E973-5182-4E6C-BA61-E533A0A4D5EE}"/>
          </ac:spMkLst>
        </pc:spChg>
        <pc:spChg chg="add mod">
          <ac:chgData name="Alexander Simon Thrysøe" userId="3f9b9528-1df8-4235-9262-8bdb6141b1d9" providerId="ADAL" clId="{45C9CCB0-01C4-4662-962D-7EB51A4BA1E1}" dt="2025-10-17T20:52:54.693" v="1291"/>
          <ac:spMkLst>
            <pc:docMk/>
            <pc:sldMk cId="1635377456" sldId="579"/>
            <ac:spMk id="2391" creationId="{4CC6D6CA-A819-46E1-B3CC-71E77A529B7B}"/>
          </ac:spMkLst>
        </pc:spChg>
        <pc:spChg chg="add mod">
          <ac:chgData name="Alexander Simon Thrysøe" userId="3f9b9528-1df8-4235-9262-8bdb6141b1d9" providerId="ADAL" clId="{45C9CCB0-01C4-4662-962D-7EB51A4BA1E1}" dt="2025-10-17T20:52:54.697" v="1299"/>
          <ac:spMkLst>
            <pc:docMk/>
            <pc:sldMk cId="1635377456" sldId="579"/>
            <ac:spMk id="2392" creationId="{4F815AD6-1FDA-484C-A74D-E3E54D6FB76D}"/>
          </ac:spMkLst>
        </pc:spChg>
        <pc:spChg chg="add mod">
          <ac:chgData name="Alexander Simon Thrysøe" userId="3f9b9528-1df8-4235-9262-8bdb6141b1d9" providerId="ADAL" clId="{45C9CCB0-01C4-4662-962D-7EB51A4BA1E1}" dt="2025-10-17T20:52:54.703" v="1307"/>
          <ac:spMkLst>
            <pc:docMk/>
            <pc:sldMk cId="1635377456" sldId="579"/>
            <ac:spMk id="2393" creationId="{85E89865-550A-4B57-BBFA-B07F60A1313B}"/>
          </ac:spMkLst>
        </pc:spChg>
        <pc:spChg chg="add mod">
          <ac:chgData name="Alexander Simon Thrysøe" userId="3f9b9528-1df8-4235-9262-8bdb6141b1d9" providerId="ADAL" clId="{45C9CCB0-01C4-4662-962D-7EB51A4BA1E1}" dt="2025-10-17T20:52:54.707" v="1315"/>
          <ac:spMkLst>
            <pc:docMk/>
            <pc:sldMk cId="1635377456" sldId="579"/>
            <ac:spMk id="2394" creationId="{46FD6C1F-DFBC-46AD-9B18-7D9ED8C9D5DC}"/>
          </ac:spMkLst>
        </pc:spChg>
        <pc:spChg chg="add mod">
          <ac:chgData name="Alexander Simon Thrysøe" userId="3f9b9528-1df8-4235-9262-8bdb6141b1d9" providerId="ADAL" clId="{45C9CCB0-01C4-4662-962D-7EB51A4BA1E1}" dt="2025-10-17T20:52:54.713" v="1323"/>
          <ac:spMkLst>
            <pc:docMk/>
            <pc:sldMk cId="1635377456" sldId="579"/>
            <ac:spMk id="2395" creationId="{2A5FEE1D-8987-4EF2-9A4A-E8906A3E6585}"/>
          </ac:spMkLst>
        </pc:spChg>
        <pc:spChg chg="add mod">
          <ac:chgData name="Alexander Simon Thrysøe" userId="3f9b9528-1df8-4235-9262-8bdb6141b1d9" providerId="ADAL" clId="{45C9CCB0-01C4-4662-962D-7EB51A4BA1E1}" dt="2025-10-17T20:52:54.717" v="1331"/>
          <ac:spMkLst>
            <pc:docMk/>
            <pc:sldMk cId="1635377456" sldId="579"/>
            <ac:spMk id="2396" creationId="{AFE7D9F4-5A92-4E72-92D3-EC6EDDFE262F}"/>
          </ac:spMkLst>
        </pc:spChg>
        <pc:spChg chg="add mod">
          <ac:chgData name="Alexander Simon Thrysøe" userId="3f9b9528-1df8-4235-9262-8bdb6141b1d9" providerId="ADAL" clId="{45C9CCB0-01C4-4662-962D-7EB51A4BA1E1}" dt="2025-10-17T20:52:54.723" v="1339"/>
          <ac:spMkLst>
            <pc:docMk/>
            <pc:sldMk cId="1635377456" sldId="579"/>
            <ac:spMk id="2397" creationId="{60AB4F5E-AAB2-4CDC-8ED2-C856103F8272}"/>
          </ac:spMkLst>
        </pc:spChg>
        <pc:spChg chg="add mod">
          <ac:chgData name="Alexander Simon Thrysøe" userId="3f9b9528-1df8-4235-9262-8bdb6141b1d9" providerId="ADAL" clId="{45C9CCB0-01C4-4662-962D-7EB51A4BA1E1}" dt="2025-10-17T20:52:54.727" v="1347"/>
          <ac:spMkLst>
            <pc:docMk/>
            <pc:sldMk cId="1635377456" sldId="579"/>
            <ac:spMk id="2398" creationId="{243196C9-2933-4D56-810C-D478E7BD1677}"/>
          </ac:spMkLst>
        </pc:spChg>
        <pc:spChg chg="add mod">
          <ac:chgData name="Alexander Simon Thrysøe" userId="3f9b9528-1df8-4235-9262-8bdb6141b1d9" providerId="ADAL" clId="{45C9CCB0-01C4-4662-962D-7EB51A4BA1E1}" dt="2025-10-17T20:52:54.733" v="1355"/>
          <ac:spMkLst>
            <pc:docMk/>
            <pc:sldMk cId="1635377456" sldId="579"/>
            <ac:spMk id="2399" creationId="{9BF9E833-CC04-449A-A0EE-3E50DF230EF4}"/>
          </ac:spMkLst>
        </pc:spChg>
        <pc:spChg chg="add mod">
          <ac:chgData name="Alexander Simon Thrysøe" userId="3f9b9528-1df8-4235-9262-8bdb6141b1d9" providerId="ADAL" clId="{45C9CCB0-01C4-4662-962D-7EB51A4BA1E1}" dt="2025-10-17T20:52:54.737" v="1363"/>
          <ac:spMkLst>
            <pc:docMk/>
            <pc:sldMk cId="1635377456" sldId="579"/>
            <ac:spMk id="2400" creationId="{71A912B8-E518-4499-99AA-D41B7486ACA8}"/>
          </ac:spMkLst>
        </pc:spChg>
        <pc:spChg chg="add mod">
          <ac:chgData name="Alexander Simon Thrysøe" userId="3f9b9528-1df8-4235-9262-8bdb6141b1d9" providerId="ADAL" clId="{45C9CCB0-01C4-4662-962D-7EB51A4BA1E1}" dt="2025-10-17T20:52:54.741" v="1371"/>
          <ac:spMkLst>
            <pc:docMk/>
            <pc:sldMk cId="1635377456" sldId="579"/>
            <ac:spMk id="2401" creationId="{EDAE0BEE-8CCB-4DA7-8E8B-FAC59A228EBD}"/>
          </ac:spMkLst>
        </pc:spChg>
        <pc:spChg chg="add mod">
          <ac:chgData name="Alexander Simon Thrysøe" userId="3f9b9528-1df8-4235-9262-8bdb6141b1d9" providerId="ADAL" clId="{45C9CCB0-01C4-4662-962D-7EB51A4BA1E1}" dt="2025-10-17T20:52:54.747" v="1379"/>
          <ac:spMkLst>
            <pc:docMk/>
            <pc:sldMk cId="1635377456" sldId="579"/>
            <ac:spMk id="2402" creationId="{11D6064C-2B2C-4D02-94D5-E8FBB7B7FE4D}"/>
          </ac:spMkLst>
        </pc:spChg>
        <pc:spChg chg="add mod">
          <ac:chgData name="Alexander Simon Thrysøe" userId="3f9b9528-1df8-4235-9262-8bdb6141b1d9" providerId="ADAL" clId="{45C9CCB0-01C4-4662-962D-7EB51A4BA1E1}" dt="2025-10-17T20:52:54.751" v="1387"/>
          <ac:spMkLst>
            <pc:docMk/>
            <pc:sldMk cId="1635377456" sldId="579"/>
            <ac:spMk id="2403" creationId="{7FA7A518-4E59-4943-862D-8542C812CC3A}"/>
          </ac:spMkLst>
        </pc:spChg>
        <pc:spChg chg="add mod">
          <ac:chgData name="Alexander Simon Thrysøe" userId="3f9b9528-1df8-4235-9262-8bdb6141b1d9" providerId="ADAL" clId="{45C9CCB0-01C4-4662-962D-7EB51A4BA1E1}" dt="2025-10-17T20:52:54.757" v="1395"/>
          <ac:spMkLst>
            <pc:docMk/>
            <pc:sldMk cId="1635377456" sldId="579"/>
            <ac:spMk id="2404" creationId="{0BCC875D-625D-4628-A38D-63AC86BFAE94}"/>
          </ac:spMkLst>
        </pc:spChg>
        <pc:spChg chg="add mod">
          <ac:chgData name="Alexander Simon Thrysøe" userId="3f9b9528-1df8-4235-9262-8bdb6141b1d9" providerId="ADAL" clId="{45C9CCB0-01C4-4662-962D-7EB51A4BA1E1}" dt="2025-10-17T20:52:54.761" v="1403"/>
          <ac:spMkLst>
            <pc:docMk/>
            <pc:sldMk cId="1635377456" sldId="579"/>
            <ac:spMk id="2405" creationId="{0C1E1EF8-A863-40D5-A867-58FE90704F3C}"/>
          </ac:spMkLst>
        </pc:spChg>
        <pc:spChg chg="add mod">
          <ac:chgData name="Alexander Simon Thrysøe" userId="3f9b9528-1df8-4235-9262-8bdb6141b1d9" providerId="ADAL" clId="{45C9CCB0-01C4-4662-962D-7EB51A4BA1E1}" dt="2025-10-17T20:52:54.767" v="1411"/>
          <ac:spMkLst>
            <pc:docMk/>
            <pc:sldMk cId="1635377456" sldId="579"/>
            <ac:spMk id="2406" creationId="{858CDE70-6D48-4B94-9FB3-754709915D3F}"/>
          </ac:spMkLst>
        </pc:spChg>
        <pc:spChg chg="add mod">
          <ac:chgData name="Alexander Simon Thrysøe" userId="3f9b9528-1df8-4235-9262-8bdb6141b1d9" providerId="ADAL" clId="{45C9CCB0-01C4-4662-962D-7EB51A4BA1E1}" dt="2025-10-17T20:52:54.771" v="1419"/>
          <ac:spMkLst>
            <pc:docMk/>
            <pc:sldMk cId="1635377456" sldId="579"/>
            <ac:spMk id="2407" creationId="{90C20135-C932-435E-943A-F28E37201914}"/>
          </ac:spMkLst>
        </pc:spChg>
        <pc:spChg chg="add mod">
          <ac:chgData name="Alexander Simon Thrysøe" userId="3f9b9528-1df8-4235-9262-8bdb6141b1d9" providerId="ADAL" clId="{45C9CCB0-01C4-4662-962D-7EB51A4BA1E1}" dt="2025-10-17T20:52:54.775" v="1427"/>
          <ac:spMkLst>
            <pc:docMk/>
            <pc:sldMk cId="1635377456" sldId="579"/>
            <ac:spMk id="2408" creationId="{B504C682-EE59-457C-B712-7A83D819E5D1}"/>
          </ac:spMkLst>
        </pc:spChg>
        <pc:spChg chg="add mod">
          <ac:chgData name="Alexander Simon Thrysøe" userId="3f9b9528-1df8-4235-9262-8bdb6141b1d9" providerId="ADAL" clId="{45C9CCB0-01C4-4662-962D-7EB51A4BA1E1}" dt="2025-10-17T20:52:54.781" v="1435"/>
          <ac:spMkLst>
            <pc:docMk/>
            <pc:sldMk cId="1635377456" sldId="579"/>
            <ac:spMk id="2409" creationId="{46468DE1-9373-49F3-B37C-4FAF26A2B906}"/>
          </ac:spMkLst>
        </pc:spChg>
        <pc:spChg chg="add mod">
          <ac:chgData name="Alexander Simon Thrysøe" userId="3f9b9528-1df8-4235-9262-8bdb6141b1d9" providerId="ADAL" clId="{45C9CCB0-01C4-4662-962D-7EB51A4BA1E1}" dt="2025-10-17T20:52:54.785" v="1443"/>
          <ac:spMkLst>
            <pc:docMk/>
            <pc:sldMk cId="1635377456" sldId="579"/>
            <ac:spMk id="2410" creationId="{CF1CCA75-0863-4A1A-BD57-28F544121293}"/>
          </ac:spMkLst>
        </pc:spChg>
        <pc:spChg chg="add mod">
          <ac:chgData name="Alexander Simon Thrysøe" userId="3f9b9528-1df8-4235-9262-8bdb6141b1d9" providerId="ADAL" clId="{45C9CCB0-01C4-4662-962D-7EB51A4BA1E1}" dt="2025-10-17T20:52:54.791" v="1451"/>
          <ac:spMkLst>
            <pc:docMk/>
            <pc:sldMk cId="1635377456" sldId="579"/>
            <ac:spMk id="2411" creationId="{F2F57725-A184-47CE-8B48-02FBA4C7F3D4}"/>
          </ac:spMkLst>
        </pc:spChg>
        <pc:spChg chg="add mod">
          <ac:chgData name="Alexander Simon Thrysøe" userId="3f9b9528-1df8-4235-9262-8bdb6141b1d9" providerId="ADAL" clId="{45C9CCB0-01C4-4662-962D-7EB51A4BA1E1}" dt="2025-10-17T20:52:54.795" v="1459"/>
          <ac:spMkLst>
            <pc:docMk/>
            <pc:sldMk cId="1635377456" sldId="579"/>
            <ac:spMk id="2412" creationId="{7D108C6D-B48E-4E62-BCAB-FF501727852B}"/>
          </ac:spMkLst>
        </pc:spChg>
        <pc:spChg chg="add mod">
          <ac:chgData name="Alexander Simon Thrysøe" userId="3f9b9528-1df8-4235-9262-8bdb6141b1d9" providerId="ADAL" clId="{45C9CCB0-01C4-4662-962D-7EB51A4BA1E1}" dt="2025-10-17T20:52:54.801" v="1467"/>
          <ac:spMkLst>
            <pc:docMk/>
            <pc:sldMk cId="1635377456" sldId="579"/>
            <ac:spMk id="2413" creationId="{3FC9F2E1-0B18-468F-937B-E8D176E60286}"/>
          </ac:spMkLst>
        </pc:spChg>
        <pc:spChg chg="add mod">
          <ac:chgData name="Alexander Simon Thrysøe" userId="3f9b9528-1df8-4235-9262-8bdb6141b1d9" providerId="ADAL" clId="{45C9CCB0-01C4-4662-962D-7EB51A4BA1E1}" dt="2025-10-17T20:52:54.805" v="1475"/>
          <ac:spMkLst>
            <pc:docMk/>
            <pc:sldMk cId="1635377456" sldId="579"/>
            <ac:spMk id="2414" creationId="{3116781A-6117-4D79-B8EC-5D08F164940D}"/>
          </ac:spMkLst>
        </pc:spChg>
        <pc:spChg chg="add mod">
          <ac:chgData name="Alexander Simon Thrysøe" userId="3f9b9528-1df8-4235-9262-8bdb6141b1d9" providerId="ADAL" clId="{45C9CCB0-01C4-4662-962D-7EB51A4BA1E1}" dt="2025-10-17T20:52:54.810" v="1483"/>
          <ac:spMkLst>
            <pc:docMk/>
            <pc:sldMk cId="1635377456" sldId="579"/>
            <ac:spMk id="2415" creationId="{959FA107-ABC1-4DEE-B8CF-572A7AC357A4}"/>
          </ac:spMkLst>
        </pc:spChg>
        <pc:spChg chg="add mod">
          <ac:chgData name="Alexander Simon Thrysøe" userId="3f9b9528-1df8-4235-9262-8bdb6141b1d9" providerId="ADAL" clId="{45C9CCB0-01C4-4662-962D-7EB51A4BA1E1}" dt="2025-10-17T20:52:54.814" v="1491"/>
          <ac:spMkLst>
            <pc:docMk/>
            <pc:sldMk cId="1635377456" sldId="579"/>
            <ac:spMk id="2416" creationId="{C529F27C-3BB5-48D9-BCAB-F526D184667A}"/>
          </ac:spMkLst>
        </pc:spChg>
        <pc:spChg chg="add mod">
          <ac:chgData name="Alexander Simon Thrysøe" userId="3f9b9528-1df8-4235-9262-8bdb6141b1d9" providerId="ADAL" clId="{45C9CCB0-01C4-4662-962D-7EB51A4BA1E1}" dt="2025-10-17T20:52:54.818" v="1499"/>
          <ac:spMkLst>
            <pc:docMk/>
            <pc:sldMk cId="1635377456" sldId="579"/>
            <ac:spMk id="2417" creationId="{4B9EA5EE-C2C0-4413-AB7E-919744E2B86E}"/>
          </ac:spMkLst>
        </pc:spChg>
        <pc:spChg chg="add mod">
          <ac:chgData name="Alexander Simon Thrysøe" userId="3f9b9528-1df8-4235-9262-8bdb6141b1d9" providerId="ADAL" clId="{45C9CCB0-01C4-4662-962D-7EB51A4BA1E1}" dt="2025-10-17T20:52:54.824" v="1507"/>
          <ac:spMkLst>
            <pc:docMk/>
            <pc:sldMk cId="1635377456" sldId="579"/>
            <ac:spMk id="2418" creationId="{E600B8B4-5626-48DB-97DC-D5F3E599FA5C}"/>
          </ac:spMkLst>
        </pc:spChg>
        <pc:spChg chg="add mod">
          <ac:chgData name="Alexander Simon Thrysøe" userId="3f9b9528-1df8-4235-9262-8bdb6141b1d9" providerId="ADAL" clId="{45C9CCB0-01C4-4662-962D-7EB51A4BA1E1}" dt="2025-10-17T20:52:54.828" v="1515"/>
          <ac:spMkLst>
            <pc:docMk/>
            <pc:sldMk cId="1635377456" sldId="579"/>
            <ac:spMk id="2419" creationId="{6E42513A-0182-4265-AB6C-8B0CF655E48D}"/>
          </ac:spMkLst>
        </pc:spChg>
        <pc:spChg chg="add mod">
          <ac:chgData name="Alexander Simon Thrysøe" userId="3f9b9528-1df8-4235-9262-8bdb6141b1d9" providerId="ADAL" clId="{45C9CCB0-01C4-4662-962D-7EB51A4BA1E1}" dt="2025-10-17T20:52:54.834" v="1523"/>
          <ac:spMkLst>
            <pc:docMk/>
            <pc:sldMk cId="1635377456" sldId="579"/>
            <ac:spMk id="2420" creationId="{8B99F684-7A60-45D5-B31C-5F97ECE3B6FB}"/>
          </ac:spMkLst>
        </pc:spChg>
        <pc:spChg chg="add mod">
          <ac:chgData name="Alexander Simon Thrysøe" userId="3f9b9528-1df8-4235-9262-8bdb6141b1d9" providerId="ADAL" clId="{45C9CCB0-01C4-4662-962D-7EB51A4BA1E1}" dt="2025-10-17T20:52:54.838" v="1531"/>
          <ac:spMkLst>
            <pc:docMk/>
            <pc:sldMk cId="1635377456" sldId="579"/>
            <ac:spMk id="2421" creationId="{A9011B04-0E68-42AF-8CD4-AD95F605DA7E}"/>
          </ac:spMkLst>
        </pc:spChg>
        <pc:spChg chg="add mod">
          <ac:chgData name="Alexander Simon Thrysøe" userId="3f9b9528-1df8-4235-9262-8bdb6141b1d9" providerId="ADAL" clId="{45C9CCB0-01C4-4662-962D-7EB51A4BA1E1}" dt="2025-10-17T20:52:54.844" v="1539"/>
          <ac:spMkLst>
            <pc:docMk/>
            <pc:sldMk cId="1635377456" sldId="579"/>
            <ac:spMk id="2422" creationId="{477D380A-C7C4-44D7-B88C-7A9AC330FBC3}"/>
          </ac:spMkLst>
        </pc:spChg>
        <pc:spChg chg="add mod">
          <ac:chgData name="Alexander Simon Thrysøe" userId="3f9b9528-1df8-4235-9262-8bdb6141b1d9" providerId="ADAL" clId="{45C9CCB0-01C4-4662-962D-7EB51A4BA1E1}" dt="2025-10-17T20:52:54.848" v="1547"/>
          <ac:spMkLst>
            <pc:docMk/>
            <pc:sldMk cId="1635377456" sldId="579"/>
            <ac:spMk id="2423" creationId="{F1047280-EDA3-4A22-8DAE-F741D15602D1}"/>
          </ac:spMkLst>
        </pc:spChg>
        <pc:spChg chg="add mod">
          <ac:chgData name="Alexander Simon Thrysøe" userId="3f9b9528-1df8-4235-9262-8bdb6141b1d9" providerId="ADAL" clId="{45C9CCB0-01C4-4662-962D-7EB51A4BA1E1}" dt="2025-10-17T20:52:54.854" v="1555"/>
          <ac:spMkLst>
            <pc:docMk/>
            <pc:sldMk cId="1635377456" sldId="579"/>
            <ac:spMk id="2424" creationId="{AEBFA974-8965-4C65-AAEA-4DA837F5D86C}"/>
          </ac:spMkLst>
        </pc:spChg>
        <pc:spChg chg="add mod">
          <ac:chgData name="Alexander Simon Thrysøe" userId="3f9b9528-1df8-4235-9262-8bdb6141b1d9" providerId="ADAL" clId="{45C9CCB0-01C4-4662-962D-7EB51A4BA1E1}" dt="2025-10-17T20:52:54.858" v="1563"/>
          <ac:spMkLst>
            <pc:docMk/>
            <pc:sldMk cId="1635377456" sldId="579"/>
            <ac:spMk id="2425" creationId="{81C760E6-917C-46B8-93D9-22244B0DA529}"/>
          </ac:spMkLst>
        </pc:spChg>
        <pc:spChg chg="add mod">
          <ac:chgData name="Alexander Simon Thrysøe" userId="3f9b9528-1df8-4235-9262-8bdb6141b1d9" providerId="ADAL" clId="{45C9CCB0-01C4-4662-962D-7EB51A4BA1E1}" dt="2025-10-17T20:52:54.864" v="1571"/>
          <ac:spMkLst>
            <pc:docMk/>
            <pc:sldMk cId="1635377456" sldId="579"/>
            <ac:spMk id="2426" creationId="{405FDEBF-73A8-4E83-B3A4-7D83F991CEE5}"/>
          </ac:spMkLst>
        </pc:spChg>
        <pc:spChg chg="add mod">
          <ac:chgData name="Alexander Simon Thrysøe" userId="3f9b9528-1df8-4235-9262-8bdb6141b1d9" providerId="ADAL" clId="{45C9CCB0-01C4-4662-962D-7EB51A4BA1E1}" dt="2025-10-17T20:52:54.868" v="1579"/>
          <ac:spMkLst>
            <pc:docMk/>
            <pc:sldMk cId="1635377456" sldId="579"/>
            <ac:spMk id="2427" creationId="{B9F57B47-3487-4802-B4EB-4D591DB2A713}"/>
          </ac:spMkLst>
        </pc:spChg>
        <pc:spChg chg="add mod">
          <ac:chgData name="Alexander Simon Thrysøe" userId="3f9b9528-1df8-4235-9262-8bdb6141b1d9" providerId="ADAL" clId="{45C9CCB0-01C4-4662-962D-7EB51A4BA1E1}" dt="2025-10-17T20:52:54.873" v="1587"/>
          <ac:spMkLst>
            <pc:docMk/>
            <pc:sldMk cId="1635377456" sldId="579"/>
            <ac:spMk id="2428" creationId="{3AEE928F-E2D7-4899-B252-2201241C9617}"/>
          </ac:spMkLst>
        </pc:spChg>
        <pc:spChg chg="add mod">
          <ac:chgData name="Alexander Simon Thrysøe" userId="3f9b9528-1df8-4235-9262-8bdb6141b1d9" providerId="ADAL" clId="{45C9CCB0-01C4-4662-962D-7EB51A4BA1E1}" dt="2025-10-17T20:52:54.878" v="1595"/>
          <ac:spMkLst>
            <pc:docMk/>
            <pc:sldMk cId="1635377456" sldId="579"/>
            <ac:spMk id="2429" creationId="{546CA0B5-D658-45ED-8F14-E313DD7F72C0}"/>
          </ac:spMkLst>
        </pc:spChg>
        <pc:spChg chg="add mod">
          <ac:chgData name="Alexander Simon Thrysøe" userId="3f9b9528-1df8-4235-9262-8bdb6141b1d9" providerId="ADAL" clId="{45C9CCB0-01C4-4662-962D-7EB51A4BA1E1}" dt="2025-10-17T20:52:54.882" v="1603"/>
          <ac:spMkLst>
            <pc:docMk/>
            <pc:sldMk cId="1635377456" sldId="579"/>
            <ac:spMk id="2430" creationId="{EA18871F-417B-49D2-99CE-7C005D044465}"/>
          </ac:spMkLst>
        </pc:spChg>
        <pc:spChg chg="add mod">
          <ac:chgData name="Alexander Simon Thrysøe" userId="3f9b9528-1df8-4235-9262-8bdb6141b1d9" providerId="ADAL" clId="{45C9CCB0-01C4-4662-962D-7EB51A4BA1E1}" dt="2025-10-17T20:52:54.888" v="1611"/>
          <ac:spMkLst>
            <pc:docMk/>
            <pc:sldMk cId="1635377456" sldId="579"/>
            <ac:spMk id="2431" creationId="{9122B405-47D2-4AF9-BECA-9A2CDF280F74}"/>
          </ac:spMkLst>
        </pc:spChg>
        <pc:spChg chg="add mod">
          <ac:chgData name="Alexander Simon Thrysøe" userId="3f9b9528-1df8-4235-9262-8bdb6141b1d9" providerId="ADAL" clId="{45C9CCB0-01C4-4662-962D-7EB51A4BA1E1}" dt="2025-10-17T20:52:54.892" v="1619"/>
          <ac:spMkLst>
            <pc:docMk/>
            <pc:sldMk cId="1635377456" sldId="579"/>
            <ac:spMk id="2432" creationId="{89B78141-6D11-44E8-AEB9-96D8CE8AEE5C}"/>
          </ac:spMkLst>
        </pc:spChg>
        <pc:spChg chg="add mod">
          <ac:chgData name="Alexander Simon Thrysøe" userId="3f9b9528-1df8-4235-9262-8bdb6141b1d9" providerId="ADAL" clId="{45C9CCB0-01C4-4662-962D-7EB51A4BA1E1}" dt="2025-10-17T20:52:54.898" v="1627"/>
          <ac:spMkLst>
            <pc:docMk/>
            <pc:sldMk cId="1635377456" sldId="579"/>
            <ac:spMk id="2433" creationId="{F19BAD8C-A5F5-4499-BCD7-0003CE54C52E}"/>
          </ac:spMkLst>
        </pc:spChg>
        <pc:spChg chg="add mod">
          <ac:chgData name="Alexander Simon Thrysøe" userId="3f9b9528-1df8-4235-9262-8bdb6141b1d9" providerId="ADAL" clId="{45C9CCB0-01C4-4662-962D-7EB51A4BA1E1}" dt="2025-10-17T20:52:54.902" v="1635"/>
          <ac:spMkLst>
            <pc:docMk/>
            <pc:sldMk cId="1635377456" sldId="579"/>
            <ac:spMk id="2434" creationId="{7BC2AA6C-4CA5-4BA7-9FA0-C931BC1B3E50}"/>
          </ac:spMkLst>
        </pc:spChg>
        <pc:spChg chg="add mod">
          <ac:chgData name="Alexander Simon Thrysøe" userId="3f9b9528-1df8-4235-9262-8bdb6141b1d9" providerId="ADAL" clId="{45C9CCB0-01C4-4662-962D-7EB51A4BA1E1}" dt="2025-10-17T20:52:54.906" v="1643"/>
          <ac:spMkLst>
            <pc:docMk/>
            <pc:sldMk cId="1635377456" sldId="579"/>
            <ac:spMk id="2435" creationId="{A75BBFC7-02D9-445C-A5E9-005B22B1EA88}"/>
          </ac:spMkLst>
        </pc:spChg>
        <pc:spChg chg="add mod">
          <ac:chgData name="Alexander Simon Thrysøe" userId="3f9b9528-1df8-4235-9262-8bdb6141b1d9" providerId="ADAL" clId="{45C9CCB0-01C4-4662-962D-7EB51A4BA1E1}" dt="2025-10-17T20:52:54.912" v="1651"/>
          <ac:spMkLst>
            <pc:docMk/>
            <pc:sldMk cId="1635377456" sldId="579"/>
            <ac:spMk id="2436" creationId="{6C8E7311-A3B5-49EE-BF56-5A4DFE85DB3B}"/>
          </ac:spMkLst>
        </pc:spChg>
        <pc:spChg chg="add mod">
          <ac:chgData name="Alexander Simon Thrysøe" userId="3f9b9528-1df8-4235-9262-8bdb6141b1d9" providerId="ADAL" clId="{45C9CCB0-01C4-4662-962D-7EB51A4BA1E1}" dt="2025-10-17T20:52:54.916" v="1659"/>
          <ac:spMkLst>
            <pc:docMk/>
            <pc:sldMk cId="1635377456" sldId="579"/>
            <ac:spMk id="2437" creationId="{E8727275-32EA-41E9-86AC-DEC2FC7F2A0A}"/>
          </ac:spMkLst>
        </pc:spChg>
        <pc:spChg chg="add mod">
          <ac:chgData name="Alexander Simon Thrysøe" userId="3f9b9528-1df8-4235-9262-8bdb6141b1d9" providerId="ADAL" clId="{45C9CCB0-01C4-4662-962D-7EB51A4BA1E1}" dt="2025-10-17T20:52:54.920" v="1667"/>
          <ac:spMkLst>
            <pc:docMk/>
            <pc:sldMk cId="1635377456" sldId="579"/>
            <ac:spMk id="2438" creationId="{3E5373BC-8254-40F2-A3D0-EC228739E871}"/>
          </ac:spMkLst>
        </pc:spChg>
        <pc:spChg chg="add mod">
          <ac:chgData name="Alexander Simon Thrysøe" userId="3f9b9528-1df8-4235-9262-8bdb6141b1d9" providerId="ADAL" clId="{45C9CCB0-01C4-4662-962D-7EB51A4BA1E1}" dt="2025-10-17T20:52:54.926" v="1675"/>
          <ac:spMkLst>
            <pc:docMk/>
            <pc:sldMk cId="1635377456" sldId="579"/>
            <ac:spMk id="2439" creationId="{5961245F-1A90-4777-9AEA-0AC258C72641}"/>
          </ac:spMkLst>
        </pc:spChg>
        <pc:spChg chg="add mod">
          <ac:chgData name="Alexander Simon Thrysøe" userId="3f9b9528-1df8-4235-9262-8bdb6141b1d9" providerId="ADAL" clId="{45C9CCB0-01C4-4662-962D-7EB51A4BA1E1}" dt="2025-10-17T20:52:54.930" v="1683"/>
          <ac:spMkLst>
            <pc:docMk/>
            <pc:sldMk cId="1635377456" sldId="579"/>
            <ac:spMk id="2440" creationId="{EBE95740-50AE-4459-BDF7-757D954DA8D2}"/>
          </ac:spMkLst>
        </pc:spChg>
        <pc:spChg chg="add mod">
          <ac:chgData name="Alexander Simon Thrysøe" userId="3f9b9528-1df8-4235-9262-8bdb6141b1d9" providerId="ADAL" clId="{45C9CCB0-01C4-4662-962D-7EB51A4BA1E1}" dt="2025-10-17T20:52:54.935" v="1691"/>
          <ac:spMkLst>
            <pc:docMk/>
            <pc:sldMk cId="1635377456" sldId="579"/>
            <ac:spMk id="2441" creationId="{1D04849D-AAED-40B3-B624-BEDEF1DC4EAF}"/>
          </ac:spMkLst>
        </pc:spChg>
        <pc:spChg chg="add mod">
          <ac:chgData name="Alexander Simon Thrysøe" userId="3f9b9528-1df8-4235-9262-8bdb6141b1d9" providerId="ADAL" clId="{45C9CCB0-01C4-4662-962D-7EB51A4BA1E1}" dt="2025-10-17T20:52:54.941" v="1699"/>
          <ac:spMkLst>
            <pc:docMk/>
            <pc:sldMk cId="1635377456" sldId="579"/>
            <ac:spMk id="2442" creationId="{3C065F0D-C6A3-4FEB-8CB5-ADF9460FFF3D}"/>
          </ac:spMkLst>
        </pc:spChg>
        <pc:spChg chg="add mod">
          <ac:chgData name="Alexander Simon Thrysøe" userId="3f9b9528-1df8-4235-9262-8bdb6141b1d9" providerId="ADAL" clId="{45C9CCB0-01C4-4662-962D-7EB51A4BA1E1}" dt="2025-10-17T20:52:54.945" v="1707"/>
          <ac:spMkLst>
            <pc:docMk/>
            <pc:sldMk cId="1635377456" sldId="579"/>
            <ac:spMk id="2443" creationId="{90766EF8-1CAC-4A24-99D3-53F9D2CF7D5C}"/>
          </ac:spMkLst>
        </pc:spChg>
        <pc:spChg chg="add mod">
          <ac:chgData name="Alexander Simon Thrysøe" userId="3f9b9528-1df8-4235-9262-8bdb6141b1d9" providerId="ADAL" clId="{45C9CCB0-01C4-4662-962D-7EB51A4BA1E1}" dt="2025-10-17T20:52:54.949" v="1715"/>
          <ac:spMkLst>
            <pc:docMk/>
            <pc:sldMk cId="1635377456" sldId="579"/>
            <ac:spMk id="2444" creationId="{CFA7CFDA-5D03-4FBE-839C-593A6C338114}"/>
          </ac:spMkLst>
        </pc:spChg>
        <pc:spChg chg="add mod">
          <ac:chgData name="Alexander Simon Thrysøe" userId="3f9b9528-1df8-4235-9262-8bdb6141b1d9" providerId="ADAL" clId="{45C9CCB0-01C4-4662-962D-7EB51A4BA1E1}" dt="2025-10-17T20:52:54.955" v="1723"/>
          <ac:spMkLst>
            <pc:docMk/>
            <pc:sldMk cId="1635377456" sldId="579"/>
            <ac:spMk id="2445" creationId="{280B1797-78A5-433D-B5F6-8BE35586762D}"/>
          </ac:spMkLst>
        </pc:spChg>
        <pc:spChg chg="add mod">
          <ac:chgData name="Alexander Simon Thrysøe" userId="3f9b9528-1df8-4235-9262-8bdb6141b1d9" providerId="ADAL" clId="{45C9CCB0-01C4-4662-962D-7EB51A4BA1E1}" dt="2025-10-17T20:52:54.959" v="1731"/>
          <ac:spMkLst>
            <pc:docMk/>
            <pc:sldMk cId="1635377456" sldId="579"/>
            <ac:spMk id="2446" creationId="{8891478D-32A5-419E-B07A-7DC33E56F31B}"/>
          </ac:spMkLst>
        </pc:spChg>
        <pc:spChg chg="add mod">
          <ac:chgData name="Alexander Simon Thrysøe" userId="3f9b9528-1df8-4235-9262-8bdb6141b1d9" providerId="ADAL" clId="{45C9CCB0-01C4-4662-962D-7EB51A4BA1E1}" dt="2025-10-17T20:52:54.965" v="1739"/>
          <ac:spMkLst>
            <pc:docMk/>
            <pc:sldMk cId="1635377456" sldId="579"/>
            <ac:spMk id="2447" creationId="{87599626-8515-412E-AFA6-6E33C4FFF316}"/>
          </ac:spMkLst>
        </pc:spChg>
        <pc:spChg chg="add mod">
          <ac:chgData name="Alexander Simon Thrysøe" userId="3f9b9528-1df8-4235-9262-8bdb6141b1d9" providerId="ADAL" clId="{45C9CCB0-01C4-4662-962D-7EB51A4BA1E1}" dt="2025-10-17T20:52:54.969" v="1747"/>
          <ac:spMkLst>
            <pc:docMk/>
            <pc:sldMk cId="1635377456" sldId="579"/>
            <ac:spMk id="2448" creationId="{9BEC6271-B01E-4311-8DF6-1F2EE6D438C7}"/>
          </ac:spMkLst>
        </pc:spChg>
        <pc:spChg chg="add mod">
          <ac:chgData name="Alexander Simon Thrysøe" userId="3f9b9528-1df8-4235-9262-8bdb6141b1d9" providerId="ADAL" clId="{45C9CCB0-01C4-4662-962D-7EB51A4BA1E1}" dt="2025-10-17T20:52:54.975" v="1755"/>
          <ac:spMkLst>
            <pc:docMk/>
            <pc:sldMk cId="1635377456" sldId="579"/>
            <ac:spMk id="2449" creationId="{8BD5B7A4-D3EC-43F9-AA24-7FB60724AE9E}"/>
          </ac:spMkLst>
        </pc:spChg>
        <pc:spChg chg="add mod">
          <ac:chgData name="Alexander Simon Thrysøe" userId="3f9b9528-1df8-4235-9262-8bdb6141b1d9" providerId="ADAL" clId="{45C9CCB0-01C4-4662-962D-7EB51A4BA1E1}" dt="2025-10-17T20:52:54.979" v="1763"/>
          <ac:spMkLst>
            <pc:docMk/>
            <pc:sldMk cId="1635377456" sldId="579"/>
            <ac:spMk id="2450" creationId="{0ED11942-AE8E-4778-AC95-20B3B905ACBF}"/>
          </ac:spMkLst>
        </pc:spChg>
        <pc:spChg chg="add mod">
          <ac:chgData name="Alexander Simon Thrysøe" userId="3f9b9528-1df8-4235-9262-8bdb6141b1d9" providerId="ADAL" clId="{45C9CCB0-01C4-4662-962D-7EB51A4BA1E1}" dt="2025-10-17T20:52:54.983" v="1771"/>
          <ac:spMkLst>
            <pc:docMk/>
            <pc:sldMk cId="1635377456" sldId="579"/>
            <ac:spMk id="2451" creationId="{263E7B29-03EC-4EB3-993F-1A9C4A415537}"/>
          </ac:spMkLst>
        </pc:spChg>
        <pc:spChg chg="add mod">
          <ac:chgData name="Alexander Simon Thrysøe" userId="3f9b9528-1df8-4235-9262-8bdb6141b1d9" providerId="ADAL" clId="{45C9CCB0-01C4-4662-962D-7EB51A4BA1E1}" dt="2025-10-17T20:52:54.988" v="1779"/>
          <ac:spMkLst>
            <pc:docMk/>
            <pc:sldMk cId="1635377456" sldId="579"/>
            <ac:spMk id="2452" creationId="{B17D3A1D-C3A8-45B3-810D-75DF92894D75}"/>
          </ac:spMkLst>
        </pc:spChg>
        <pc:spChg chg="add mod">
          <ac:chgData name="Alexander Simon Thrysøe" userId="3f9b9528-1df8-4235-9262-8bdb6141b1d9" providerId="ADAL" clId="{45C9CCB0-01C4-4662-962D-7EB51A4BA1E1}" dt="2025-10-17T20:52:54.992" v="1787"/>
          <ac:spMkLst>
            <pc:docMk/>
            <pc:sldMk cId="1635377456" sldId="579"/>
            <ac:spMk id="2453" creationId="{42417B53-0171-431F-8377-629EB251C2A1}"/>
          </ac:spMkLst>
        </pc:spChg>
        <pc:spChg chg="add mod">
          <ac:chgData name="Alexander Simon Thrysøe" userId="3f9b9528-1df8-4235-9262-8bdb6141b1d9" providerId="ADAL" clId="{45C9CCB0-01C4-4662-962D-7EB51A4BA1E1}" dt="2025-10-17T20:52:54.998" v="1795"/>
          <ac:spMkLst>
            <pc:docMk/>
            <pc:sldMk cId="1635377456" sldId="579"/>
            <ac:spMk id="2454" creationId="{DD1CA261-7808-4D9D-A522-317777F5F2F3}"/>
          </ac:spMkLst>
        </pc:spChg>
        <pc:spChg chg="add mod">
          <ac:chgData name="Alexander Simon Thrysøe" userId="3f9b9528-1df8-4235-9262-8bdb6141b1d9" providerId="ADAL" clId="{45C9CCB0-01C4-4662-962D-7EB51A4BA1E1}" dt="2025-10-17T20:52:55.002" v="1803"/>
          <ac:spMkLst>
            <pc:docMk/>
            <pc:sldMk cId="1635377456" sldId="579"/>
            <ac:spMk id="2455" creationId="{4BF5BB50-59BA-4538-B914-83C36BD2148C}"/>
          </ac:spMkLst>
        </pc:spChg>
        <pc:spChg chg="add mod">
          <ac:chgData name="Alexander Simon Thrysøe" userId="3f9b9528-1df8-4235-9262-8bdb6141b1d9" providerId="ADAL" clId="{45C9CCB0-01C4-4662-962D-7EB51A4BA1E1}" dt="2025-10-17T20:52:55.006" v="1811"/>
          <ac:spMkLst>
            <pc:docMk/>
            <pc:sldMk cId="1635377456" sldId="579"/>
            <ac:spMk id="2456" creationId="{672926A9-2C44-4580-B530-5181AAECDA2C}"/>
          </ac:spMkLst>
        </pc:spChg>
        <pc:spChg chg="add mod">
          <ac:chgData name="Alexander Simon Thrysøe" userId="3f9b9528-1df8-4235-9262-8bdb6141b1d9" providerId="ADAL" clId="{45C9CCB0-01C4-4662-962D-7EB51A4BA1E1}" dt="2025-10-17T20:52:55.012" v="1819"/>
          <ac:spMkLst>
            <pc:docMk/>
            <pc:sldMk cId="1635377456" sldId="579"/>
            <ac:spMk id="2457" creationId="{7A693A39-3CF9-4F7E-9723-46D0E9E75975}"/>
          </ac:spMkLst>
        </pc:spChg>
        <pc:spChg chg="add mod">
          <ac:chgData name="Alexander Simon Thrysøe" userId="3f9b9528-1df8-4235-9262-8bdb6141b1d9" providerId="ADAL" clId="{45C9CCB0-01C4-4662-962D-7EB51A4BA1E1}" dt="2025-10-17T20:52:55.016" v="1827"/>
          <ac:spMkLst>
            <pc:docMk/>
            <pc:sldMk cId="1635377456" sldId="579"/>
            <ac:spMk id="2458" creationId="{E3C0D44B-48CE-4C7D-BC49-C166AEC4A3DC}"/>
          </ac:spMkLst>
        </pc:spChg>
        <pc:spChg chg="add mod">
          <ac:chgData name="Alexander Simon Thrysøe" userId="3f9b9528-1df8-4235-9262-8bdb6141b1d9" providerId="ADAL" clId="{45C9CCB0-01C4-4662-962D-7EB51A4BA1E1}" dt="2025-10-17T20:52:55.022" v="1835"/>
          <ac:spMkLst>
            <pc:docMk/>
            <pc:sldMk cId="1635377456" sldId="579"/>
            <ac:spMk id="2459" creationId="{144FEAAF-50CC-485C-9F01-285C5FD4AC40}"/>
          </ac:spMkLst>
        </pc:spChg>
        <pc:spChg chg="add mod">
          <ac:chgData name="Alexander Simon Thrysøe" userId="3f9b9528-1df8-4235-9262-8bdb6141b1d9" providerId="ADAL" clId="{45C9CCB0-01C4-4662-962D-7EB51A4BA1E1}" dt="2025-10-17T20:52:55.026" v="1843"/>
          <ac:spMkLst>
            <pc:docMk/>
            <pc:sldMk cId="1635377456" sldId="579"/>
            <ac:spMk id="2460" creationId="{35A3EA49-5813-47C7-ACB2-242A8824D8D6}"/>
          </ac:spMkLst>
        </pc:spChg>
        <pc:spChg chg="add mod">
          <ac:chgData name="Alexander Simon Thrysøe" userId="3f9b9528-1df8-4235-9262-8bdb6141b1d9" providerId="ADAL" clId="{45C9CCB0-01C4-4662-962D-7EB51A4BA1E1}" dt="2025-10-17T20:52:55.031" v="1851"/>
          <ac:spMkLst>
            <pc:docMk/>
            <pc:sldMk cId="1635377456" sldId="579"/>
            <ac:spMk id="2461" creationId="{14389C46-312A-49E8-B78F-3E19BAECF09E}"/>
          </ac:spMkLst>
        </pc:spChg>
        <pc:spChg chg="add mod">
          <ac:chgData name="Alexander Simon Thrysøe" userId="3f9b9528-1df8-4235-9262-8bdb6141b1d9" providerId="ADAL" clId="{45C9CCB0-01C4-4662-962D-7EB51A4BA1E1}" dt="2025-10-17T20:52:55.036" v="1859"/>
          <ac:spMkLst>
            <pc:docMk/>
            <pc:sldMk cId="1635377456" sldId="579"/>
            <ac:spMk id="2462" creationId="{476DEDB6-C400-4E09-82D8-D255FA6A2845}"/>
          </ac:spMkLst>
        </pc:spChg>
        <pc:spChg chg="add mod">
          <ac:chgData name="Alexander Simon Thrysøe" userId="3f9b9528-1df8-4235-9262-8bdb6141b1d9" providerId="ADAL" clId="{45C9CCB0-01C4-4662-962D-7EB51A4BA1E1}" dt="2025-10-17T20:52:55.040" v="1867"/>
          <ac:spMkLst>
            <pc:docMk/>
            <pc:sldMk cId="1635377456" sldId="579"/>
            <ac:spMk id="2463" creationId="{FBDAD4B0-51D5-47BC-9E0F-E09C7A4216F2}"/>
          </ac:spMkLst>
        </pc:spChg>
        <pc:spChg chg="add mod">
          <ac:chgData name="Alexander Simon Thrysøe" userId="3f9b9528-1df8-4235-9262-8bdb6141b1d9" providerId="ADAL" clId="{45C9CCB0-01C4-4662-962D-7EB51A4BA1E1}" dt="2025-10-17T20:52:55.046" v="1875"/>
          <ac:spMkLst>
            <pc:docMk/>
            <pc:sldMk cId="1635377456" sldId="579"/>
            <ac:spMk id="2464" creationId="{EBDA7F1F-2544-4FC8-8306-A90E9898B1F1}"/>
          </ac:spMkLst>
        </pc:spChg>
        <pc:spChg chg="add mod">
          <ac:chgData name="Alexander Simon Thrysøe" userId="3f9b9528-1df8-4235-9262-8bdb6141b1d9" providerId="ADAL" clId="{45C9CCB0-01C4-4662-962D-7EB51A4BA1E1}" dt="2025-10-17T20:52:55.050" v="1883"/>
          <ac:spMkLst>
            <pc:docMk/>
            <pc:sldMk cId="1635377456" sldId="579"/>
            <ac:spMk id="2465" creationId="{469594F4-892B-4080-BC3B-ECB3F615AB94}"/>
          </ac:spMkLst>
        </pc:spChg>
        <pc:spChg chg="add mod">
          <ac:chgData name="Alexander Simon Thrysøe" userId="3f9b9528-1df8-4235-9262-8bdb6141b1d9" providerId="ADAL" clId="{45C9CCB0-01C4-4662-962D-7EB51A4BA1E1}" dt="2025-10-17T20:52:55.056" v="1891"/>
          <ac:spMkLst>
            <pc:docMk/>
            <pc:sldMk cId="1635377456" sldId="579"/>
            <ac:spMk id="2466" creationId="{A919BB37-E9CE-4024-8AA2-9EBCA37ADE20}"/>
          </ac:spMkLst>
        </pc:spChg>
        <pc:spChg chg="add mod">
          <ac:chgData name="Alexander Simon Thrysøe" userId="3f9b9528-1df8-4235-9262-8bdb6141b1d9" providerId="ADAL" clId="{45C9CCB0-01C4-4662-962D-7EB51A4BA1E1}" dt="2025-10-17T20:52:55.060" v="1899"/>
          <ac:spMkLst>
            <pc:docMk/>
            <pc:sldMk cId="1635377456" sldId="579"/>
            <ac:spMk id="2467" creationId="{E3A80774-81D9-4746-9DA9-156512315736}"/>
          </ac:spMkLst>
        </pc:spChg>
        <pc:spChg chg="add mod">
          <ac:chgData name="Alexander Simon Thrysøe" userId="3f9b9528-1df8-4235-9262-8bdb6141b1d9" providerId="ADAL" clId="{45C9CCB0-01C4-4662-962D-7EB51A4BA1E1}" dt="2025-10-17T20:52:55.064" v="1907"/>
          <ac:spMkLst>
            <pc:docMk/>
            <pc:sldMk cId="1635377456" sldId="579"/>
            <ac:spMk id="2468" creationId="{5F4CD117-EF98-4BB9-ABD3-C9AF8DBB05C1}"/>
          </ac:spMkLst>
        </pc:spChg>
        <pc:spChg chg="add mod">
          <ac:chgData name="Alexander Simon Thrysøe" userId="3f9b9528-1df8-4235-9262-8bdb6141b1d9" providerId="ADAL" clId="{45C9CCB0-01C4-4662-962D-7EB51A4BA1E1}" dt="2025-10-17T20:52:55.070" v="1915"/>
          <ac:spMkLst>
            <pc:docMk/>
            <pc:sldMk cId="1635377456" sldId="579"/>
            <ac:spMk id="2469" creationId="{85EE2465-8C58-4377-B533-71ECE5CFD4B4}"/>
          </ac:spMkLst>
        </pc:spChg>
        <pc:spChg chg="add mod">
          <ac:chgData name="Alexander Simon Thrysøe" userId="3f9b9528-1df8-4235-9262-8bdb6141b1d9" providerId="ADAL" clId="{45C9CCB0-01C4-4662-962D-7EB51A4BA1E1}" dt="2025-10-17T20:52:55.074" v="1923"/>
          <ac:spMkLst>
            <pc:docMk/>
            <pc:sldMk cId="1635377456" sldId="579"/>
            <ac:spMk id="2470" creationId="{3083696A-EB35-49CA-9B37-F2005DABA735}"/>
          </ac:spMkLst>
        </pc:spChg>
        <pc:spChg chg="add mod">
          <ac:chgData name="Alexander Simon Thrysøe" userId="3f9b9528-1df8-4235-9262-8bdb6141b1d9" providerId="ADAL" clId="{45C9CCB0-01C4-4662-962D-7EB51A4BA1E1}" dt="2025-10-17T20:52:55.080" v="1931"/>
          <ac:spMkLst>
            <pc:docMk/>
            <pc:sldMk cId="1635377456" sldId="579"/>
            <ac:spMk id="2471" creationId="{8A51230B-4AA7-4AAE-B0C1-FBF6C5C75F1B}"/>
          </ac:spMkLst>
        </pc:spChg>
        <pc:spChg chg="add mod">
          <ac:chgData name="Alexander Simon Thrysøe" userId="3f9b9528-1df8-4235-9262-8bdb6141b1d9" providerId="ADAL" clId="{45C9CCB0-01C4-4662-962D-7EB51A4BA1E1}" dt="2025-10-17T20:52:55.084" v="1939"/>
          <ac:spMkLst>
            <pc:docMk/>
            <pc:sldMk cId="1635377456" sldId="579"/>
            <ac:spMk id="2472" creationId="{132C3BD8-546A-4ADA-9C5A-61EE90EE4C70}"/>
          </ac:spMkLst>
        </pc:spChg>
        <pc:spChg chg="add mod">
          <ac:chgData name="Alexander Simon Thrysøe" userId="3f9b9528-1df8-4235-9262-8bdb6141b1d9" providerId="ADAL" clId="{45C9CCB0-01C4-4662-962D-7EB51A4BA1E1}" dt="2025-10-17T20:52:55.088" v="1947"/>
          <ac:spMkLst>
            <pc:docMk/>
            <pc:sldMk cId="1635377456" sldId="579"/>
            <ac:spMk id="2473" creationId="{D7A8699B-9604-44FE-8763-36CA769436C2}"/>
          </ac:spMkLst>
        </pc:spChg>
        <pc:spChg chg="add mod">
          <ac:chgData name="Alexander Simon Thrysøe" userId="3f9b9528-1df8-4235-9262-8bdb6141b1d9" providerId="ADAL" clId="{45C9CCB0-01C4-4662-962D-7EB51A4BA1E1}" dt="2025-10-17T20:52:55.094" v="1955"/>
          <ac:spMkLst>
            <pc:docMk/>
            <pc:sldMk cId="1635377456" sldId="579"/>
            <ac:spMk id="2474" creationId="{889C6C52-350F-46D9-8725-09D01D0406BA}"/>
          </ac:spMkLst>
        </pc:spChg>
        <pc:spChg chg="add mod">
          <ac:chgData name="Alexander Simon Thrysøe" userId="3f9b9528-1df8-4235-9262-8bdb6141b1d9" providerId="ADAL" clId="{45C9CCB0-01C4-4662-962D-7EB51A4BA1E1}" dt="2025-10-17T20:52:55.098" v="1963"/>
          <ac:spMkLst>
            <pc:docMk/>
            <pc:sldMk cId="1635377456" sldId="579"/>
            <ac:spMk id="2475" creationId="{BC72972C-F4E7-4DF1-A509-0DAA573FAC20}"/>
          </ac:spMkLst>
        </pc:spChg>
        <pc:spChg chg="add mod">
          <ac:chgData name="Alexander Simon Thrysøe" userId="3f9b9528-1df8-4235-9262-8bdb6141b1d9" providerId="ADAL" clId="{45C9CCB0-01C4-4662-962D-7EB51A4BA1E1}" dt="2025-10-17T20:52:55.104" v="1971"/>
          <ac:spMkLst>
            <pc:docMk/>
            <pc:sldMk cId="1635377456" sldId="579"/>
            <ac:spMk id="2476" creationId="{BBD2D9CF-4E0B-4A28-B979-AB826997023F}"/>
          </ac:spMkLst>
        </pc:spChg>
        <pc:spChg chg="add mod">
          <ac:chgData name="Alexander Simon Thrysøe" userId="3f9b9528-1df8-4235-9262-8bdb6141b1d9" providerId="ADAL" clId="{45C9CCB0-01C4-4662-962D-7EB51A4BA1E1}" dt="2025-10-17T20:52:55.108" v="1979"/>
          <ac:spMkLst>
            <pc:docMk/>
            <pc:sldMk cId="1635377456" sldId="579"/>
            <ac:spMk id="2477" creationId="{4AD099BA-1F1A-4AFE-A074-CE532723EF35}"/>
          </ac:spMkLst>
        </pc:spChg>
        <pc:spChg chg="add mod">
          <ac:chgData name="Alexander Simon Thrysøe" userId="3f9b9528-1df8-4235-9262-8bdb6141b1d9" providerId="ADAL" clId="{45C9CCB0-01C4-4662-962D-7EB51A4BA1E1}" dt="2025-10-17T20:52:55.113" v="1987"/>
          <ac:spMkLst>
            <pc:docMk/>
            <pc:sldMk cId="1635377456" sldId="579"/>
            <ac:spMk id="2478" creationId="{1BA44A3D-C9CF-41E7-9CE3-803E641FA556}"/>
          </ac:spMkLst>
        </pc:spChg>
        <pc:spChg chg="add mod">
          <ac:chgData name="Alexander Simon Thrysøe" userId="3f9b9528-1df8-4235-9262-8bdb6141b1d9" providerId="ADAL" clId="{45C9CCB0-01C4-4662-962D-7EB51A4BA1E1}" dt="2025-10-17T20:52:55.117" v="1995"/>
          <ac:spMkLst>
            <pc:docMk/>
            <pc:sldMk cId="1635377456" sldId="579"/>
            <ac:spMk id="2479" creationId="{0043B08F-A58D-44B2-BF74-41009707773E}"/>
          </ac:spMkLst>
        </pc:spChg>
        <pc:spChg chg="add mod">
          <ac:chgData name="Alexander Simon Thrysøe" userId="3f9b9528-1df8-4235-9262-8bdb6141b1d9" providerId="ADAL" clId="{45C9CCB0-01C4-4662-962D-7EB51A4BA1E1}" dt="2025-10-17T20:52:55.123" v="2003"/>
          <ac:spMkLst>
            <pc:docMk/>
            <pc:sldMk cId="1635377456" sldId="579"/>
            <ac:spMk id="2480" creationId="{87071DB6-0860-422C-B964-618A07E44DB3}"/>
          </ac:spMkLst>
        </pc:spChg>
        <pc:spChg chg="add mod">
          <ac:chgData name="Alexander Simon Thrysøe" userId="3f9b9528-1df8-4235-9262-8bdb6141b1d9" providerId="ADAL" clId="{45C9CCB0-01C4-4662-962D-7EB51A4BA1E1}" dt="2025-10-17T20:52:55.127" v="2011"/>
          <ac:spMkLst>
            <pc:docMk/>
            <pc:sldMk cId="1635377456" sldId="579"/>
            <ac:spMk id="2481" creationId="{8A0C3B22-3AF8-46BF-8C73-A533C78CFDDD}"/>
          </ac:spMkLst>
        </pc:spChg>
        <pc:spChg chg="add mod">
          <ac:chgData name="Alexander Simon Thrysøe" userId="3f9b9528-1df8-4235-9262-8bdb6141b1d9" providerId="ADAL" clId="{45C9CCB0-01C4-4662-962D-7EB51A4BA1E1}" dt="2025-10-17T20:52:55.133" v="2019"/>
          <ac:spMkLst>
            <pc:docMk/>
            <pc:sldMk cId="1635377456" sldId="579"/>
            <ac:spMk id="2482" creationId="{4C800A3D-3AA8-4C2D-B47B-351A85E37DA0}"/>
          </ac:spMkLst>
        </pc:spChg>
        <pc:spChg chg="add mod">
          <ac:chgData name="Alexander Simon Thrysøe" userId="3f9b9528-1df8-4235-9262-8bdb6141b1d9" providerId="ADAL" clId="{45C9CCB0-01C4-4662-962D-7EB51A4BA1E1}" dt="2025-10-17T20:52:55.137" v="2027"/>
          <ac:spMkLst>
            <pc:docMk/>
            <pc:sldMk cId="1635377456" sldId="579"/>
            <ac:spMk id="2483" creationId="{4142D5C9-94FD-44B6-A96A-B48555DB054F}"/>
          </ac:spMkLst>
        </pc:spChg>
        <pc:spChg chg="add mod">
          <ac:chgData name="Alexander Simon Thrysøe" userId="3f9b9528-1df8-4235-9262-8bdb6141b1d9" providerId="ADAL" clId="{45C9CCB0-01C4-4662-962D-7EB51A4BA1E1}" dt="2025-10-17T20:52:55.143" v="2035"/>
          <ac:spMkLst>
            <pc:docMk/>
            <pc:sldMk cId="1635377456" sldId="579"/>
            <ac:spMk id="2484" creationId="{C0329A4A-FC3D-45D4-BC27-71625351363B}"/>
          </ac:spMkLst>
        </pc:spChg>
        <pc:spChg chg="add mod">
          <ac:chgData name="Alexander Simon Thrysøe" userId="3f9b9528-1df8-4235-9262-8bdb6141b1d9" providerId="ADAL" clId="{45C9CCB0-01C4-4662-962D-7EB51A4BA1E1}" dt="2025-10-17T20:52:55.149" v="2043"/>
          <ac:spMkLst>
            <pc:docMk/>
            <pc:sldMk cId="1635377456" sldId="579"/>
            <ac:spMk id="2485" creationId="{AD419F89-66FA-49D2-B406-0813B684AB34}"/>
          </ac:spMkLst>
        </pc:spChg>
        <pc:spChg chg="add mod">
          <ac:chgData name="Alexander Simon Thrysøe" userId="3f9b9528-1df8-4235-9262-8bdb6141b1d9" providerId="ADAL" clId="{45C9CCB0-01C4-4662-962D-7EB51A4BA1E1}" dt="2025-10-17T20:52:55.154" v="2051"/>
          <ac:spMkLst>
            <pc:docMk/>
            <pc:sldMk cId="1635377456" sldId="579"/>
            <ac:spMk id="2486" creationId="{3FCD122D-7A43-4BF8-B670-A7B396B67F14}"/>
          </ac:spMkLst>
        </pc:spChg>
        <pc:spChg chg="add mod">
          <ac:chgData name="Alexander Simon Thrysøe" userId="3f9b9528-1df8-4235-9262-8bdb6141b1d9" providerId="ADAL" clId="{45C9CCB0-01C4-4662-962D-7EB51A4BA1E1}" dt="2025-10-17T20:52:55.158" v="2059"/>
          <ac:spMkLst>
            <pc:docMk/>
            <pc:sldMk cId="1635377456" sldId="579"/>
            <ac:spMk id="2487" creationId="{39AABA4F-7488-41E9-9AFD-696DA0FB27DF}"/>
          </ac:spMkLst>
        </pc:spChg>
        <pc:spChg chg="add mod">
          <ac:chgData name="Alexander Simon Thrysøe" userId="3f9b9528-1df8-4235-9262-8bdb6141b1d9" providerId="ADAL" clId="{45C9CCB0-01C4-4662-962D-7EB51A4BA1E1}" dt="2025-10-17T20:52:55.163" v="2067"/>
          <ac:spMkLst>
            <pc:docMk/>
            <pc:sldMk cId="1635377456" sldId="579"/>
            <ac:spMk id="2488" creationId="{A0494C5C-2D2F-47B2-A8CC-42E332CB984E}"/>
          </ac:spMkLst>
        </pc:spChg>
        <pc:spChg chg="add mod">
          <ac:chgData name="Alexander Simon Thrysøe" userId="3f9b9528-1df8-4235-9262-8bdb6141b1d9" providerId="ADAL" clId="{45C9CCB0-01C4-4662-962D-7EB51A4BA1E1}" dt="2025-10-17T20:52:55.167" v="2075"/>
          <ac:spMkLst>
            <pc:docMk/>
            <pc:sldMk cId="1635377456" sldId="579"/>
            <ac:spMk id="2489" creationId="{5A5F74BA-03F7-440C-AFB5-C12BE4200CD8}"/>
          </ac:spMkLst>
        </pc:spChg>
        <pc:spChg chg="add mod">
          <ac:chgData name="Alexander Simon Thrysøe" userId="3f9b9528-1df8-4235-9262-8bdb6141b1d9" providerId="ADAL" clId="{45C9CCB0-01C4-4662-962D-7EB51A4BA1E1}" dt="2025-10-17T20:52:55.173" v="2083"/>
          <ac:spMkLst>
            <pc:docMk/>
            <pc:sldMk cId="1635377456" sldId="579"/>
            <ac:spMk id="2490" creationId="{2E75B000-A9D2-4597-8EA9-06D5AB80645C}"/>
          </ac:spMkLst>
        </pc:spChg>
        <pc:spChg chg="add mod">
          <ac:chgData name="Alexander Simon Thrysøe" userId="3f9b9528-1df8-4235-9262-8bdb6141b1d9" providerId="ADAL" clId="{45C9CCB0-01C4-4662-962D-7EB51A4BA1E1}" dt="2025-10-17T20:52:55.177" v="2091"/>
          <ac:spMkLst>
            <pc:docMk/>
            <pc:sldMk cId="1635377456" sldId="579"/>
            <ac:spMk id="2491" creationId="{DF14754C-6ECA-4E7E-807C-ACB347B48A84}"/>
          </ac:spMkLst>
        </pc:spChg>
        <pc:spChg chg="add mod">
          <ac:chgData name="Alexander Simon Thrysøe" userId="3f9b9528-1df8-4235-9262-8bdb6141b1d9" providerId="ADAL" clId="{45C9CCB0-01C4-4662-962D-7EB51A4BA1E1}" dt="2025-10-17T20:52:55.183" v="2099"/>
          <ac:spMkLst>
            <pc:docMk/>
            <pc:sldMk cId="1635377456" sldId="579"/>
            <ac:spMk id="2492" creationId="{371B5756-7035-4E5E-8981-E6D8B3907916}"/>
          </ac:spMkLst>
        </pc:spChg>
        <pc:spChg chg="add mod">
          <ac:chgData name="Alexander Simon Thrysøe" userId="3f9b9528-1df8-4235-9262-8bdb6141b1d9" providerId="ADAL" clId="{45C9CCB0-01C4-4662-962D-7EB51A4BA1E1}" dt="2025-10-17T20:52:55.187" v="2107"/>
          <ac:spMkLst>
            <pc:docMk/>
            <pc:sldMk cId="1635377456" sldId="579"/>
            <ac:spMk id="2493" creationId="{411AF294-D3F9-4D6C-B569-4A60BFB8E766}"/>
          </ac:spMkLst>
        </pc:spChg>
        <pc:spChg chg="add mod">
          <ac:chgData name="Alexander Simon Thrysøe" userId="3f9b9528-1df8-4235-9262-8bdb6141b1d9" providerId="ADAL" clId="{45C9CCB0-01C4-4662-962D-7EB51A4BA1E1}" dt="2025-10-17T20:52:55.193" v="2115"/>
          <ac:spMkLst>
            <pc:docMk/>
            <pc:sldMk cId="1635377456" sldId="579"/>
            <ac:spMk id="2494" creationId="{60F1FC8F-A2E2-4177-AA03-4061F5B028CF}"/>
          </ac:spMkLst>
        </pc:spChg>
        <pc:spChg chg="add mod">
          <ac:chgData name="Alexander Simon Thrysøe" userId="3f9b9528-1df8-4235-9262-8bdb6141b1d9" providerId="ADAL" clId="{45C9CCB0-01C4-4662-962D-7EB51A4BA1E1}" dt="2025-10-17T20:52:55.197" v="2123"/>
          <ac:spMkLst>
            <pc:docMk/>
            <pc:sldMk cId="1635377456" sldId="579"/>
            <ac:spMk id="2495" creationId="{388B647C-DB24-4C3C-845B-75E01048ACA5}"/>
          </ac:spMkLst>
        </pc:spChg>
        <pc:spChg chg="add mod">
          <ac:chgData name="Alexander Simon Thrysøe" userId="3f9b9528-1df8-4235-9262-8bdb6141b1d9" providerId="ADAL" clId="{45C9CCB0-01C4-4662-962D-7EB51A4BA1E1}" dt="2025-10-17T20:52:55.203" v="2131"/>
          <ac:spMkLst>
            <pc:docMk/>
            <pc:sldMk cId="1635377456" sldId="579"/>
            <ac:spMk id="2496" creationId="{F8FB6929-061A-43F9-BFA2-CE3115BADE95}"/>
          </ac:spMkLst>
        </pc:spChg>
        <pc:spChg chg="add mod">
          <ac:chgData name="Alexander Simon Thrysøe" userId="3f9b9528-1df8-4235-9262-8bdb6141b1d9" providerId="ADAL" clId="{45C9CCB0-01C4-4662-962D-7EB51A4BA1E1}" dt="2025-10-17T20:52:55.207" v="2139"/>
          <ac:spMkLst>
            <pc:docMk/>
            <pc:sldMk cId="1635377456" sldId="579"/>
            <ac:spMk id="2497" creationId="{5C8E1D9C-25BC-421A-B4C1-1D475B5BF615}"/>
          </ac:spMkLst>
        </pc:spChg>
        <pc:spChg chg="add mod">
          <ac:chgData name="Alexander Simon Thrysøe" userId="3f9b9528-1df8-4235-9262-8bdb6141b1d9" providerId="ADAL" clId="{45C9CCB0-01C4-4662-962D-7EB51A4BA1E1}" dt="2025-10-17T20:52:55.213" v="2147"/>
          <ac:spMkLst>
            <pc:docMk/>
            <pc:sldMk cId="1635377456" sldId="579"/>
            <ac:spMk id="2498" creationId="{3ECE68E7-9991-43F3-B6F3-0B469B263E4C}"/>
          </ac:spMkLst>
        </pc:spChg>
        <pc:spChg chg="add mod">
          <ac:chgData name="Alexander Simon Thrysøe" userId="3f9b9528-1df8-4235-9262-8bdb6141b1d9" providerId="ADAL" clId="{45C9CCB0-01C4-4662-962D-7EB51A4BA1E1}" dt="2025-10-17T20:52:55.217" v="2155"/>
          <ac:spMkLst>
            <pc:docMk/>
            <pc:sldMk cId="1635377456" sldId="579"/>
            <ac:spMk id="2499" creationId="{11D4CEBD-7ACB-402A-A5E0-73C618E98E31}"/>
          </ac:spMkLst>
        </pc:spChg>
        <pc:spChg chg="add mod">
          <ac:chgData name="Alexander Simon Thrysøe" userId="3f9b9528-1df8-4235-9262-8bdb6141b1d9" providerId="ADAL" clId="{45C9CCB0-01C4-4662-962D-7EB51A4BA1E1}" dt="2025-10-17T20:52:55.221" v="2163"/>
          <ac:spMkLst>
            <pc:docMk/>
            <pc:sldMk cId="1635377456" sldId="579"/>
            <ac:spMk id="2500" creationId="{7C25649D-55FF-4D58-A624-34814B474DB7}"/>
          </ac:spMkLst>
        </pc:spChg>
        <pc:spChg chg="add mod">
          <ac:chgData name="Alexander Simon Thrysøe" userId="3f9b9528-1df8-4235-9262-8bdb6141b1d9" providerId="ADAL" clId="{45C9CCB0-01C4-4662-962D-7EB51A4BA1E1}" dt="2025-10-17T20:52:55.227" v="2171"/>
          <ac:spMkLst>
            <pc:docMk/>
            <pc:sldMk cId="1635377456" sldId="579"/>
            <ac:spMk id="2501" creationId="{3647C258-08DA-4F4B-B761-E0AAA9B2B7E6}"/>
          </ac:spMkLst>
        </pc:spChg>
        <pc:spChg chg="add mod">
          <ac:chgData name="Alexander Simon Thrysøe" userId="3f9b9528-1df8-4235-9262-8bdb6141b1d9" providerId="ADAL" clId="{45C9CCB0-01C4-4662-962D-7EB51A4BA1E1}" dt="2025-10-17T20:52:55.231" v="2179"/>
          <ac:spMkLst>
            <pc:docMk/>
            <pc:sldMk cId="1635377456" sldId="579"/>
            <ac:spMk id="2502" creationId="{E8C7B4B0-5AB8-40AF-B96A-B285EFFA2BE8}"/>
          </ac:spMkLst>
        </pc:spChg>
        <pc:spChg chg="add mod">
          <ac:chgData name="Alexander Simon Thrysøe" userId="3f9b9528-1df8-4235-9262-8bdb6141b1d9" providerId="ADAL" clId="{45C9CCB0-01C4-4662-962D-7EB51A4BA1E1}" dt="2025-10-17T20:52:55.237" v="2187"/>
          <ac:spMkLst>
            <pc:docMk/>
            <pc:sldMk cId="1635377456" sldId="579"/>
            <ac:spMk id="2503" creationId="{BFDC73E7-B264-4032-839A-0254D547D15B}"/>
          </ac:spMkLst>
        </pc:spChg>
        <pc:spChg chg="add mod">
          <ac:chgData name="Alexander Simon Thrysøe" userId="3f9b9528-1df8-4235-9262-8bdb6141b1d9" providerId="ADAL" clId="{45C9CCB0-01C4-4662-962D-7EB51A4BA1E1}" dt="2025-10-17T20:52:55.240" v="2195"/>
          <ac:spMkLst>
            <pc:docMk/>
            <pc:sldMk cId="1635377456" sldId="579"/>
            <ac:spMk id="2504" creationId="{2D3A8939-14FC-4456-B93E-6B12A275FACA}"/>
          </ac:spMkLst>
        </pc:spChg>
        <pc:spChg chg="add mod">
          <ac:chgData name="Alexander Simon Thrysøe" userId="3f9b9528-1df8-4235-9262-8bdb6141b1d9" providerId="ADAL" clId="{45C9CCB0-01C4-4662-962D-7EB51A4BA1E1}" dt="2025-10-17T20:52:55.246" v="2203"/>
          <ac:spMkLst>
            <pc:docMk/>
            <pc:sldMk cId="1635377456" sldId="579"/>
            <ac:spMk id="2505" creationId="{34DDB4FA-7CFA-4A05-8017-4487A55182ED}"/>
          </ac:spMkLst>
        </pc:spChg>
        <pc:spChg chg="add mod">
          <ac:chgData name="Alexander Simon Thrysøe" userId="3f9b9528-1df8-4235-9262-8bdb6141b1d9" providerId="ADAL" clId="{45C9CCB0-01C4-4662-962D-7EB51A4BA1E1}" dt="2025-10-17T20:52:55.250" v="2211"/>
          <ac:spMkLst>
            <pc:docMk/>
            <pc:sldMk cId="1635377456" sldId="579"/>
            <ac:spMk id="2506" creationId="{E720E9FA-17F5-4585-835D-068637DEDABC}"/>
          </ac:spMkLst>
        </pc:spChg>
        <pc:spChg chg="add mod">
          <ac:chgData name="Alexander Simon Thrysøe" userId="3f9b9528-1df8-4235-9262-8bdb6141b1d9" providerId="ADAL" clId="{45C9CCB0-01C4-4662-962D-7EB51A4BA1E1}" dt="2025-10-17T20:52:55.256" v="2219"/>
          <ac:spMkLst>
            <pc:docMk/>
            <pc:sldMk cId="1635377456" sldId="579"/>
            <ac:spMk id="2507" creationId="{E286FF98-61B0-4B97-B5C3-C137AEFCFE77}"/>
          </ac:spMkLst>
        </pc:spChg>
        <pc:spChg chg="add mod">
          <ac:chgData name="Alexander Simon Thrysøe" userId="3f9b9528-1df8-4235-9262-8bdb6141b1d9" providerId="ADAL" clId="{45C9CCB0-01C4-4662-962D-7EB51A4BA1E1}" dt="2025-10-17T20:52:55.260" v="2227"/>
          <ac:spMkLst>
            <pc:docMk/>
            <pc:sldMk cId="1635377456" sldId="579"/>
            <ac:spMk id="2508" creationId="{708723FB-4AC3-43FB-ABA8-0D378C68D1A7}"/>
          </ac:spMkLst>
        </pc:spChg>
        <pc:spChg chg="add mod">
          <ac:chgData name="Alexander Simon Thrysøe" userId="3f9b9528-1df8-4235-9262-8bdb6141b1d9" providerId="ADAL" clId="{45C9CCB0-01C4-4662-962D-7EB51A4BA1E1}" dt="2025-10-17T20:52:55.266" v="2235"/>
          <ac:spMkLst>
            <pc:docMk/>
            <pc:sldMk cId="1635377456" sldId="579"/>
            <ac:spMk id="2509" creationId="{335E6889-7A21-446A-972E-31746C6555E0}"/>
          </ac:spMkLst>
        </pc:spChg>
        <pc:spChg chg="add mod">
          <ac:chgData name="Alexander Simon Thrysøe" userId="3f9b9528-1df8-4235-9262-8bdb6141b1d9" providerId="ADAL" clId="{45C9CCB0-01C4-4662-962D-7EB51A4BA1E1}" dt="2025-10-17T20:52:55.270" v="2243"/>
          <ac:spMkLst>
            <pc:docMk/>
            <pc:sldMk cId="1635377456" sldId="579"/>
            <ac:spMk id="2510" creationId="{9D733AF4-5680-493D-8717-39FAA0E648BB}"/>
          </ac:spMkLst>
        </pc:spChg>
        <pc:spChg chg="add mod">
          <ac:chgData name="Alexander Simon Thrysøe" userId="3f9b9528-1df8-4235-9262-8bdb6141b1d9" providerId="ADAL" clId="{45C9CCB0-01C4-4662-962D-7EB51A4BA1E1}" dt="2025-10-17T20:52:55.276" v="2251"/>
          <ac:spMkLst>
            <pc:docMk/>
            <pc:sldMk cId="1635377456" sldId="579"/>
            <ac:spMk id="2511" creationId="{19E688D0-AAD2-4040-8DC6-6CB8B19F150E}"/>
          </ac:spMkLst>
        </pc:spChg>
        <pc:spChg chg="add mod">
          <ac:chgData name="Alexander Simon Thrysøe" userId="3f9b9528-1df8-4235-9262-8bdb6141b1d9" providerId="ADAL" clId="{45C9CCB0-01C4-4662-962D-7EB51A4BA1E1}" dt="2025-10-17T20:52:55.279" v="2259"/>
          <ac:spMkLst>
            <pc:docMk/>
            <pc:sldMk cId="1635377456" sldId="579"/>
            <ac:spMk id="2512" creationId="{9951A69B-AD26-4D34-8710-93BEB85B2B6E}"/>
          </ac:spMkLst>
        </pc:spChg>
        <pc:spChg chg="add mod">
          <ac:chgData name="Alexander Simon Thrysøe" userId="3f9b9528-1df8-4235-9262-8bdb6141b1d9" providerId="ADAL" clId="{45C9CCB0-01C4-4662-962D-7EB51A4BA1E1}" dt="2025-10-17T20:52:55.285" v="2267"/>
          <ac:spMkLst>
            <pc:docMk/>
            <pc:sldMk cId="1635377456" sldId="579"/>
            <ac:spMk id="2513" creationId="{FE60E148-392C-42D6-82ED-91564F12D467}"/>
          </ac:spMkLst>
        </pc:spChg>
        <pc:spChg chg="add mod">
          <ac:chgData name="Alexander Simon Thrysøe" userId="3f9b9528-1df8-4235-9262-8bdb6141b1d9" providerId="ADAL" clId="{45C9CCB0-01C4-4662-962D-7EB51A4BA1E1}" dt="2025-10-17T20:52:55.289" v="2275"/>
          <ac:spMkLst>
            <pc:docMk/>
            <pc:sldMk cId="1635377456" sldId="579"/>
            <ac:spMk id="2514" creationId="{24D0E0DF-DD16-4B76-81E3-21CBF3858DD3}"/>
          </ac:spMkLst>
        </pc:spChg>
        <pc:spChg chg="add mod">
          <ac:chgData name="Alexander Simon Thrysøe" userId="3f9b9528-1df8-4235-9262-8bdb6141b1d9" providerId="ADAL" clId="{45C9CCB0-01C4-4662-962D-7EB51A4BA1E1}" dt="2025-10-17T20:52:55.293" v="2283"/>
          <ac:spMkLst>
            <pc:docMk/>
            <pc:sldMk cId="1635377456" sldId="579"/>
            <ac:spMk id="2515" creationId="{2F69A229-2E5E-4795-9236-5650C096F86A}"/>
          </ac:spMkLst>
        </pc:spChg>
        <pc:spChg chg="add mod">
          <ac:chgData name="Alexander Simon Thrysøe" userId="3f9b9528-1df8-4235-9262-8bdb6141b1d9" providerId="ADAL" clId="{45C9CCB0-01C4-4662-962D-7EB51A4BA1E1}" dt="2025-10-17T20:52:55.299" v="2291"/>
          <ac:spMkLst>
            <pc:docMk/>
            <pc:sldMk cId="1635377456" sldId="579"/>
            <ac:spMk id="2516" creationId="{78B0B5B6-F9D6-4E87-BF62-BD9ACDD4B36A}"/>
          </ac:spMkLst>
        </pc:spChg>
        <pc:spChg chg="add mod">
          <ac:chgData name="Alexander Simon Thrysøe" userId="3f9b9528-1df8-4235-9262-8bdb6141b1d9" providerId="ADAL" clId="{45C9CCB0-01C4-4662-962D-7EB51A4BA1E1}" dt="2025-10-17T20:52:55.303" v="2299"/>
          <ac:spMkLst>
            <pc:docMk/>
            <pc:sldMk cId="1635377456" sldId="579"/>
            <ac:spMk id="2517" creationId="{2011D475-5D4E-4B60-B51D-C7934B7F8F2A}"/>
          </ac:spMkLst>
        </pc:spChg>
        <pc:spChg chg="add mod">
          <ac:chgData name="Alexander Simon Thrysøe" userId="3f9b9528-1df8-4235-9262-8bdb6141b1d9" providerId="ADAL" clId="{45C9CCB0-01C4-4662-962D-7EB51A4BA1E1}" dt="2025-10-17T20:52:55.309" v="2307"/>
          <ac:spMkLst>
            <pc:docMk/>
            <pc:sldMk cId="1635377456" sldId="579"/>
            <ac:spMk id="2518" creationId="{4A917161-DEA5-4785-A031-EBD5CB26C186}"/>
          </ac:spMkLst>
        </pc:spChg>
        <pc:spChg chg="add mod">
          <ac:chgData name="Alexander Simon Thrysøe" userId="3f9b9528-1df8-4235-9262-8bdb6141b1d9" providerId="ADAL" clId="{45C9CCB0-01C4-4662-962D-7EB51A4BA1E1}" dt="2025-10-17T20:52:55.314" v="2315"/>
          <ac:spMkLst>
            <pc:docMk/>
            <pc:sldMk cId="1635377456" sldId="579"/>
            <ac:spMk id="2519" creationId="{693C7799-B10F-48F3-9AFE-C0A01F001F49}"/>
          </ac:spMkLst>
        </pc:spChg>
        <pc:spChg chg="add mod">
          <ac:chgData name="Alexander Simon Thrysøe" userId="3f9b9528-1df8-4235-9262-8bdb6141b1d9" providerId="ADAL" clId="{45C9CCB0-01C4-4662-962D-7EB51A4BA1E1}" dt="2025-10-17T20:52:55.319" v="2323"/>
          <ac:spMkLst>
            <pc:docMk/>
            <pc:sldMk cId="1635377456" sldId="579"/>
            <ac:spMk id="2520" creationId="{81B2374A-6730-41FB-9C03-00E155483AD7}"/>
          </ac:spMkLst>
        </pc:spChg>
        <pc:spChg chg="add mod">
          <ac:chgData name="Alexander Simon Thrysøe" userId="3f9b9528-1df8-4235-9262-8bdb6141b1d9" providerId="ADAL" clId="{45C9CCB0-01C4-4662-962D-7EB51A4BA1E1}" dt="2025-10-17T20:52:55.323" v="2331"/>
          <ac:spMkLst>
            <pc:docMk/>
            <pc:sldMk cId="1635377456" sldId="579"/>
            <ac:spMk id="2521" creationId="{51CDC3AC-5AB6-47CF-8C2A-479ACA13554B}"/>
          </ac:spMkLst>
        </pc:spChg>
        <pc:spChg chg="add mod">
          <ac:chgData name="Alexander Simon Thrysøe" userId="3f9b9528-1df8-4235-9262-8bdb6141b1d9" providerId="ADAL" clId="{45C9CCB0-01C4-4662-962D-7EB51A4BA1E1}" dt="2025-10-17T20:52:55.329" v="2339"/>
          <ac:spMkLst>
            <pc:docMk/>
            <pc:sldMk cId="1635377456" sldId="579"/>
            <ac:spMk id="2522" creationId="{77191E41-C8DA-4591-A134-9DBD0CE3D4D9}"/>
          </ac:spMkLst>
        </pc:spChg>
        <pc:spChg chg="add mod">
          <ac:chgData name="Alexander Simon Thrysøe" userId="3f9b9528-1df8-4235-9262-8bdb6141b1d9" providerId="ADAL" clId="{45C9CCB0-01C4-4662-962D-7EB51A4BA1E1}" dt="2025-10-17T20:52:55.333" v="2347"/>
          <ac:spMkLst>
            <pc:docMk/>
            <pc:sldMk cId="1635377456" sldId="579"/>
            <ac:spMk id="2523" creationId="{95DAA0C8-1AAE-4D90-880D-71019B369C5A}"/>
          </ac:spMkLst>
        </pc:spChg>
        <pc:spChg chg="add mod">
          <ac:chgData name="Alexander Simon Thrysøe" userId="3f9b9528-1df8-4235-9262-8bdb6141b1d9" providerId="ADAL" clId="{45C9CCB0-01C4-4662-962D-7EB51A4BA1E1}" dt="2025-10-17T20:52:55.339" v="2355"/>
          <ac:spMkLst>
            <pc:docMk/>
            <pc:sldMk cId="1635377456" sldId="579"/>
            <ac:spMk id="2524" creationId="{3575DD5F-9CD9-4817-AB19-818C57A45501}"/>
          </ac:spMkLst>
        </pc:spChg>
        <pc:spChg chg="add mod">
          <ac:chgData name="Alexander Simon Thrysøe" userId="3f9b9528-1df8-4235-9262-8bdb6141b1d9" providerId="ADAL" clId="{45C9CCB0-01C4-4662-962D-7EB51A4BA1E1}" dt="2025-10-17T20:52:55.344" v="2363"/>
          <ac:spMkLst>
            <pc:docMk/>
            <pc:sldMk cId="1635377456" sldId="579"/>
            <ac:spMk id="2525" creationId="{AA2465EC-1AC8-475C-A1A0-94706B2BD402}"/>
          </ac:spMkLst>
        </pc:spChg>
        <pc:spChg chg="add mod">
          <ac:chgData name="Alexander Simon Thrysøe" userId="3f9b9528-1df8-4235-9262-8bdb6141b1d9" providerId="ADAL" clId="{45C9CCB0-01C4-4662-962D-7EB51A4BA1E1}" dt="2025-10-17T20:52:55.348" v="2371"/>
          <ac:spMkLst>
            <pc:docMk/>
            <pc:sldMk cId="1635377456" sldId="579"/>
            <ac:spMk id="2526" creationId="{74698E12-0C96-4999-871B-D74B6D41B94E}"/>
          </ac:spMkLst>
        </pc:spChg>
        <pc:spChg chg="add mod">
          <ac:chgData name="Alexander Simon Thrysøe" userId="3f9b9528-1df8-4235-9262-8bdb6141b1d9" providerId="ADAL" clId="{45C9CCB0-01C4-4662-962D-7EB51A4BA1E1}" dt="2025-10-17T20:52:55.353" v="2379"/>
          <ac:spMkLst>
            <pc:docMk/>
            <pc:sldMk cId="1635377456" sldId="579"/>
            <ac:spMk id="2527" creationId="{FAD7184C-C5AD-42FC-A6B6-AD599406C1D9}"/>
          </ac:spMkLst>
        </pc:spChg>
        <pc:spChg chg="add mod">
          <ac:chgData name="Alexander Simon Thrysøe" userId="3f9b9528-1df8-4235-9262-8bdb6141b1d9" providerId="ADAL" clId="{45C9CCB0-01C4-4662-962D-7EB51A4BA1E1}" dt="2025-10-17T20:52:55.359" v="2387"/>
          <ac:spMkLst>
            <pc:docMk/>
            <pc:sldMk cId="1635377456" sldId="579"/>
            <ac:spMk id="2528" creationId="{8E54BB14-15BC-4A2E-A8A3-F65BD18322E4}"/>
          </ac:spMkLst>
        </pc:spChg>
        <pc:spChg chg="add mod">
          <ac:chgData name="Alexander Simon Thrysøe" userId="3f9b9528-1df8-4235-9262-8bdb6141b1d9" providerId="ADAL" clId="{45C9CCB0-01C4-4662-962D-7EB51A4BA1E1}" dt="2025-10-17T20:52:55.363" v="2395"/>
          <ac:spMkLst>
            <pc:docMk/>
            <pc:sldMk cId="1635377456" sldId="579"/>
            <ac:spMk id="2529" creationId="{9F58BFCF-5D3D-4843-8BCA-B1FBEB534A8B}"/>
          </ac:spMkLst>
        </pc:spChg>
        <pc:spChg chg="add mod">
          <ac:chgData name="Alexander Simon Thrysøe" userId="3f9b9528-1df8-4235-9262-8bdb6141b1d9" providerId="ADAL" clId="{45C9CCB0-01C4-4662-962D-7EB51A4BA1E1}" dt="2025-10-17T20:52:55.369" v="2403"/>
          <ac:spMkLst>
            <pc:docMk/>
            <pc:sldMk cId="1635377456" sldId="579"/>
            <ac:spMk id="2530" creationId="{68F948A8-44BA-4C23-8255-96B9D23E5EA5}"/>
          </ac:spMkLst>
        </pc:spChg>
        <pc:spChg chg="add mod">
          <ac:chgData name="Alexander Simon Thrysøe" userId="3f9b9528-1df8-4235-9262-8bdb6141b1d9" providerId="ADAL" clId="{45C9CCB0-01C4-4662-962D-7EB51A4BA1E1}" dt="2025-10-17T20:52:55.373" v="2411"/>
          <ac:spMkLst>
            <pc:docMk/>
            <pc:sldMk cId="1635377456" sldId="579"/>
            <ac:spMk id="2531" creationId="{5FAAC40F-5E98-4466-BC49-07C4DD9556B3}"/>
          </ac:spMkLst>
        </pc:spChg>
        <pc:spChg chg="add mod">
          <ac:chgData name="Alexander Simon Thrysøe" userId="3f9b9528-1df8-4235-9262-8bdb6141b1d9" providerId="ADAL" clId="{45C9CCB0-01C4-4662-962D-7EB51A4BA1E1}" dt="2025-10-17T20:52:55.379" v="2419"/>
          <ac:spMkLst>
            <pc:docMk/>
            <pc:sldMk cId="1635377456" sldId="579"/>
            <ac:spMk id="2532" creationId="{E75ED81D-6D58-4C48-82FE-1D9E5C6E5ED0}"/>
          </ac:spMkLst>
        </pc:spChg>
        <pc:spChg chg="add mod">
          <ac:chgData name="Alexander Simon Thrysøe" userId="3f9b9528-1df8-4235-9262-8bdb6141b1d9" providerId="ADAL" clId="{45C9CCB0-01C4-4662-962D-7EB51A4BA1E1}" dt="2025-10-17T20:52:55.383" v="2427"/>
          <ac:spMkLst>
            <pc:docMk/>
            <pc:sldMk cId="1635377456" sldId="579"/>
            <ac:spMk id="2533" creationId="{9D27E344-4804-477E-B9C0-F023A3A69955}"/>
          </ac:spMkLst>
        </pc:spChg>
        <pc:spChg chg="add mod">
          <ac:chgData name="Alexander Simon Thrysøe" userId="3f9b9528-1df8-4235-9262-8bdb6141b1d9" providerId="ADAL" clId="{45C9CCB0-01C4-4662-962D-7EB51A4BA1E1}" dt="2025-10-17T20:52:55.389" v="2435"/>
          <ac:spMkLst>
            <pc:docMk/>
            <pc:sldMk cId="1635377456" sldId="579"/>
            <ac:spMk id="2534" creationId="{5DBC8007-F9EF-477A-BEE9-9B2B6B1B7316}"/>
          </ac:spMkLst>
        </pc:spChg>
        <pc:spChg chg="add mod">
          <ac:chgData name="Alexander Simon Thrysøe" userId="3f9b9528-1df8-4235-9262-8bdb6141b1d9" providerId="ADAL" clId="{45C9CCB0-01C4-4662-962D-7EB51A4BA1E1}" dt="2025-10-17T20:52:55.393" v="2443"/>
          <ac:spMkLst>
            <pc:docMk/>
            <pc:sldMk cId="1635377456" sldId="579"/>
            <ac:spMk id="2535" creationId="{007B88F7-495E-4D7F-9BCD-A4D18EFF4734}"/>
          </ac:spMkLst>
        </pc:spChg>
        <pc:spChg chg="add mod">
          <ac:chgData name="Alexander Simon Thrysøe" userId="3f9b9528-1df8-4235-9262-8bdb6141b1d9" providerId="ADAL" clId="{45C9CCB0-01C4-4662-962D-7EB51A4BA1E1}" dt="2025-10-17T20:52:55.398" v="2451"/>
          <ac:spMkLst>
            <pc:docMk/>
            <pc:sldMk cId="1635377456" sldId="579"/>
            <ac:spMk id="2536" creationId="{3995835F-CAF3-4989-8561-728B9FCE604E}"/>
          </ac:spMkLst>
        </pc:spChg>
        <pc:spChg chg="add mod">
          <ac:chgData name="Alexander Simon Thrysøe" userId="3f9b9528-1df8-4235-9262-8bdb6141b1d9" providerId="ADAL" clId="{45C9CCB0-01C4-4662-962D-7EB51A4BA1E1}" dt="2025-10-17T20:52:55.403" v="2459"/>
          <ac:spMkLst>
            <pc:docMk/>
            <pc:sldMk cId="1635377456" sldId="579"/>
            <ac:spMk id="2537" creationId="{94752C9A-63AB-4AE7-8027-92E8AAB6262A}"/>
          </ac:spMkLst>
        </pc:spChg>
        <pc:spChg chg="add mod">
          <ac:chgData name="Alexander Simon Thrysøe" userId="3f9b9528-1df8-4235-9262-8bdb6141b1d9" providerId="ADAL" clId="{45C9CCB0-01C4-4662-962D-7EB51A4BA1E1}" dt="2025-10-17T20:52:55.408" v="2467"/>
          <ac:spMkLst>
            <pc:docMk/>
            <pc:sldMk cId="1635377456" sldId="579"/>
            <ac:spMk id="2538" creationId="{F0E91CB0-EBDA-4B47-B038-6F3FA72B2B6F}"/>
          </ac:spMkLst>
        </pc:spChg>
        <pc:spChg chg="add mod">
          <ac:chgData name="Alexander Simon Thrysøe" userId="3f9b9528-1df8-4235-9262-8bdb6141b1d9" providerId="ADAL" clId="{45C9CCB0-01C4-4662-962D-7EB51A4BA1E1}" dt="2025-10-17T20:52:55.412" v="2475"/>
          <ac:spMkLst>
            <pc:docMk/>
            <pc:sldMk cId="1635377456" sldId="579"/>
            <ac:spMk id="2539" creationId="{D15ADD21-34EE-4F09-9A9C-94F760B1DB99}"/>
          </ac:spMkLst>
        </pc:spChg>
        <pc:spChg chg="add mod">
          <ac:chgData name="Alexander Simon Thrysøe" userId="3f9b9528-1df8-4235-9262-8bdb6141b1d9" providerId="ADAL" clId="{45C9CCB0-01C4-4662-962D-7EB51A4BA1E1}" dt="2025-10-17T20:52:55.418" v="2483"/>
          <ac:spMkLst>
            <pc:docMk/>
            <pc:sldMk cId="1635377456" sldId="579"/>
            <ac:spMk id="2540" creationId="{6D1D3301-AE43-4379-BE63-E30EC9D9AB65}"/>
          </ac:spMkLst>
        </pc:spChg>
        <pc:spChg chg="add mod">
          <ac:chgData name="Alexander Simon Thrysøe" userId="3f9b9528-1df8-4235-9262-8bdb6141b1d9" providerId="ADAL" clId="{45C9CCB0-01C4-4662-962D-7EB51A4BA1E1}" dt="2025-10-17T20:52:55.422" v="2491"/>
          <ac:spMkLst>
            <pc:docMk/>
            <pc:sldMk cId="1635377456" sldId="579"/>
            <ac:spMk id="2541" creationId="{CB528B83-9C5E-43CA-874D-9704DC75D4DB}"/>
          </ac:spMkLst>
        </pc:spChg>
        <pc:spChg chg="add mod">
          <ac:chgData name="Alexander Simon Thrysøe" userId="3f9b9528-1df8-4235-9262-8bdb6141b1d9" providerId="ADAL" clId="{45C9CCB0-01C4-4662-962D-7EB51A4BA1E1}" dt="2025-10-17T20:52:55.426" v="2499"/>
          <ac:spMkLst>
            <pc:docMk/>
            <pc:sldMk cId="1635377456" sldId="579"/>
            <ac:spMk id="2542" creationId="{38AEFDF3-32D2-4096-A432-AA1BF2D1D6C6}"/>
          </ac:spMkLst>
        </pc:spChg>
        <pc:spChg chg="add mod">
          <ac:chgData name="Alexander Simon Thrysøe" userId="3f9b9528-1df8-4235-9262-8bdb6141b1d9" providerId="ADAL" clId="{45C9CCB0-01C4-4662-962D-7EB51A4BA1E1}" dt="2025-10-17T20:52:55.434" v="2507"/>
          <ac:spMkLst>
            <pc:docMk/>
            <pc:sldMk cId="1635377456" sldId="579"/>
            <ac:spMk id="2543" creationId="{4880CE7B-2A4B-42AB-B5CD-10EA02B9F149}"/>
          </ac:spMkLst>
        </pc:spChg>
        <pc:spChg chg="add mod">
          <ac:chgData name="Alexander Simon Thrysøe" userId="3f9b9528-1df8-4235-9262-8bdb6141b1d9" providerId="ADAL" clId="{45C9CCB0-01C4-4662-962D-7EB51A4BA1E1}" dt="2025-10-17T20:52:55.439" v="2515"/>
          <ac:spMkLst>
            <pc:docMk/>
            <pc:sldMk cId="1635377456" sldId="579"/>
            <ac:spMk id="2544" creationId="{A024CCF5-2485-402D-A09D-59B501ADD4B3}"/>
          </ac:spMkLst>
        </pc:spChg>
        <pc:spChg chg="add mod">
          <ac:chgData name="Alexander Simon Thrysøe" userId="3f9b9528-1df8-4235-9262-8bdb6141b1d9" providerId="ADAL" clId="{45C9CCB0-01C4-4662-962D-7EB51A4BA1E1}" dt="2025-10-17T20:52:55.443" v="2523"/>
          <ac:spMkLst>
            <pc:docMk/>
            <pc:sldMk cId="1635377456" sldId="579"/>
            <ac:spMk id="2545" creationId="{679ED629-0558-4484-87C1-6DED7DC94748}"/>
          </ac:spMkLst>
        </pc:spChg>
        <pc:spChg chg="add mod">
          <ac:chgData name="Alexander Simon Thrysøe" userId="3f9b9528-1df8-4235-9262-8bdb6141b1d9" providerId="ADAL" clId="{45C9CCB0-01C4-4662-962D-7EB51A4BA1E1}" dt="2025-10-17T20:52:55.450" v="2531"/>
          <ac:spMkLst>
            <pc:docMk/>
            <pc:sldMk cId="1635377456" sldId="579"/>
            <ac:spMk id="2546" creationId="{92FB8EE1-3C65-405C-8D9F-F8AC88C645AE}"/>
          </ac:spMkLst>
        </pc:spChg>
        <pc:spChg chg="add mod">
          <ac:chgData name="Alexander Simon Thrysøe" userId="3f9b9528-1df8-4235-9262-8bdb6141b1d9" providerId="ADAL" clId="{45C9CCB0-01C4-4662-962D-7EB51A4BA1E1}" dt="2025-10-17T20:52:55.454" v="2539"/>
          <ac:spMkLst>
            <pc:docMk/>
            <pc:sldMk cId="1635377456" sldId="579"/>
            <ac:spMk id="2547" creationId="{D322EC2E-3D9C-44FB-A3A4-35E61256160A}"/>
          </ac:spMkLst>
        </pc:spChg>
        <pc:spChg chg="add mod">
          <ac:chgData name="Alexander Simon Thrysøe" userId="3f9b9528-1df8-4235-9262-8bdb6141b1d9" providerId="ADAL" clId="{45C9CCB0-01C4-4662-962D-7EB51A4BA1E1}" dt="2025-10-17T20:52:55.458" v="2547"/>
          <ac:spMkLst>
            <pc:docMk/>
            <pc:sldMk cId="1635377456" sldId="579"/>
            <ac:spMk id="2548" creationId="{0F8363D3-06CC-496E-8E70-0E88BB132CBB}"/>
          </ac:spMkLst>
        </pc:spChg>
        <pc:spChg chg="add mod">
          <ac:chgData name="Alexander Simon Thrysøe" userId="3f9b9528-1df8-4235-9262-8bdb6141b1d9" providerId="ADAL" clId="{45C9CCB0-01C4-4662-962D-7EB51A4BA1E1}" dt="2025-10-17T20:52:55.463" v="2555"/>
          <ac:spMkLst>
            <pc:docMk/>
            <pc:sldMk cId="1635377456" sldId="579"/>
            <ac:spMk id="2549" creationId="{8C20E3BB-1E15-4202-B54F-D066F4898DC7}"/>
          </ac:spMkLst>
        </pc:spChg>
        <pc:spChg chg="add mod">
          <ac:chgData name="Alexander Simon Thrysøe" userId="3f9b9528-1df8-4235-9262-8bdb6141b1d9" providerId="ADAL" clId="{45C9CCB0-01C4-4662-962D-7EB51A4BA1E1}" dt="2025-10-17T20:52:55.468" v="2563"/>
          <ac:spMkLst>
            <pc:docMk/>
            <pc:sldMk cId="1635377456" sldId="579"/>
            <ac:spMk id="2550" creationId="{440373FA-B726-404D-B77E-781EC55B7888}"/>
          </ac:spMkLst>
        </pc:spChg>
        <pc:spChg chg="add mod">
          <ac:chgData name="Alexander Simon Thrysøe" userId="3f9b9528-1df8-4235-9262-8bdb6141b1d9" providerId="ADAL" clId="{45C9CCB0-01C4-4662-962D-7EB51A4BA1E1}" dt="2025-10-17T20:52:55.474" v="2571"/>
          <ac:spMkLst>
            <pc:docMk/>
            <pc:sldMk cId="1635377456" sldId="579"/>
            <ac:spMk id="2551" creationId="{39C200EA-AECD-4EC2-AF15-9FA85421D960}"/>
          </ac:spMkLst>
        </pc:spChg>
        <pc:spChg chg="add mod">
          <ac:chgData name="Alexander Simon Thrysøe" userId="3f9b9528-1df8-4235-9262-8bdb6141b1d9" providerId="ADAL" clId="{45C9CCB0-01C4-4662-962D-7EB51A4BA1E1}" dt="2025-10-17T20:52:55.479" v="2579"/>
          <ac:spMkLst>
            <pc:docMk/>
            <pc:sldMk cId="1635377456" sldId="579"/>
            <ac:spMk id="2552" creationId="{3408DAD7-7285-47D5-B535-A4A50FC84CC1}"/>
          </ac:spMkLst>
        </pc:spChg>
        <pc:spChg chg="add mod">
          <ac:chgData name="Alexander Simon Thrysøe" userId="3f9b9528-1df8-4235-9262-8bdb6141b1d9" providerId="ADAL" clId="{45C9CCB0-01C4-4662-962D-7EB51A4BA1E1}" dt="2025-10-17T20:52:55.483" v="2587"/>
          <ac:spMkLst>
            <pc:docMk/>
            <pc:sldMk cId="1635377456" sldId="579"/>
            <ac:spMk id="2553" creationId="{3A0BA0C8-F7A4-4CA2-A95F-2A07C55C34D2}"/>
          </ac:spMkLst>
        </pc:spChg>
        <pc:spChg chg="add mod">
          <ac:chgData name="Alexander Simon Thrysøe" userId="3f9b9528-1df8-4235-9262-8bdb6141b1d9" providerId="ADAL" clId="{45C9CCB0-01C4-4662-962D-7EB51A4BA1E1}" dt="2025-10-17T20:52:55.490" v="2595"/>
          <ac:spMkLst>
            <pc:docMk/>
            <pc:sldMk cId="1635377456" sldId="579"/>
            <ac:spMk id="2554" creationId="{97192F22-32F6-4EC4-A520-F5894C6B6025}"/>
          </ac:spMkLst>
        </pc:spChg>
        <pc:spChg chg="add mod">
          <ac:chgData name="Alexander Simon Thrysøe" userId="3f9b9528-1df8-4235-9262-8bdb6141b1d9" providerId="ADAL" clId="{45C9CCB0-01C4-4662-962D-7EB51A4BA1E1}" dt="2025-10-17T20:52:55.493" v="2603"/>
          <ac:spMkLst>
            <pc:docMk/>
            <pc:sldMk cId="1635377456" sldId="579"/>
            <ac:spMk id="2555" creationId="{9EA60D7F-6C4F-40A9-AACB-8E839753BF64}"/>
          </ac:spMkLst>
        </pc:spChg>
        <pc:spChg chg="add mod">
          <ac:chgData name="Alexander Simon Thrysøe" userId="3f9b9528-1df8-4235-9262-8bdb6141b1d9" providerId="ADAL" clId="{45C9CCB0-01C4-4662-962D-7EB51A4BA1E1}" dt="2025-10-17T20:52:55.500" v="2611"/>
          <ac:spMkLst>
            <pc:docMk/>
            <pc:sldMk cId="1635377456" sldId="579"/>
            <ac:spMk id="2556" creationId="{0E298E62-699D-457A-9453-341062606B87}"/>
          </ac:spMkLst>
        </pc:spChg>
        <pc:spChg chg="add mod">
          <ac:chgData name="Alexander Simon Thrysøe" userId="3f9b9528-1df8-4235-9262-8bdb6141b1d9" providerId="ADAL" clId="{45C9CCB0-01C4-4662-962D-7EB51A4BA1E1}" dt="2025-10-17T20:52:55.504" v="2619"/>
          <ac:spMkLst>
            <pc:docMk/>
            <pc:sldMk cId="1635377456" sldId="579"/>
            <ac:spMk id="2557" creationId="{3AD047D4-E9A8-42ED-AFB8-F9C8EF967BC3}"/>
          </ac:spMkLst>
        </pc:spChg>
        <pc:spChg chg="add mod">
          <ac:chgData name="Alexander Simon Thrysøe" userId="3f9b9528-1df8-4235-9262-8bdb6141b1d9" providerId="ADAL" clId="{45C9CCB0-01C4-4662-962D-7EB51A4BA1E1}" dt="2025-10-17T20:52:55.509" v="2627"/>
          <ac:spMkLst>
            <pc:docMk/>
            <pc:sldMk cId="1635377456" sldId="579"/>
            <ac:spMk id="2558" creationId="{AD69B5BE-9682-40B5-9AAC-64EFF6653459}"/>
          </ac:spMkLst>
        </pc:spChg>
        <pc:spChg chg="add mod">
          <ac:chgData name="Alexander Simon Thrysøe" userId="3f9b9528-1df8-4235-9262-8bdb6141b1d9" providerId="ADAL" clId="{45C9CCB0-01C4-4662-962D-7EB51A4BA1E1}" dt="2025-10-17T20:52:55.513" v="2635"/>
          <ac:spMkLst>
            <pc:docMk/>
            <pc:sldMk cId="1635377456" sldId="579"/>
            <ac:spMk id="2559" creationId="{872BB2C4-270C-4065-83C8-21EF94F4BE12}"/>
          </ac:spMkLst>
        </pc:spChg>
        <pc:spChg chg="add mod">
          <ac:chgData name="Alexander Simon Thrysøe" userId="3f9b9528-1df8-4235-9262-8bdb6141b1d9" providerId="ADAL" clId="{45C9CCB0-01C4-4662-962D-7EB51A4BA1E1}" dt="2025-10-17T20:52:55.519" v="2643"/>
          <ac:spMkLst>
            <pc:docMk/>
            <pc:sldMk cId="1635377456" sldId="579"/>
            <ac:spMk id="2560" creationId="{B6777613-25F3-41C6-B2C7-7715BD149620}"/>
          </ac:spMkLst>
        </pc:spChg>
        <pc:spChg chg="add mod">
          <ac:chgData name="Alexander Simon Thrysøe" userId="3f9b9528-1df8-4235-9262-8bdb6141b1d9" providerId="ADAL" clId="{45C9CCB0-01C4-4662-962D-7EB51A4BA1E1}" dt="2025-10-17T20:52:55.523" v="2651"/>
          <ac:spMkLst>
            <pc:docMk/>
            <pc:sldMk cId="1635377456" sldId="579"/>
            <ac:spMk id="2561" creationId="{5557742C-804F-4544-BAD6-632BD7ADE8DB}"/>
          </ac:spMkLst>
        </pc:spChg>
        <pc:spChg chg="add mod">
          <ac:chgData name="Alexander Simon Thrysøe" userId="3f9b9528-1df8-4235-9262-8bdb6141b1d9" providerId="ADAL" clId="{45C9CCB0-01C4-4662-962D-7EB51A4BA1E1}" dt="2025-10-17T20:52:55.529" v="2659"/>
          <ac:spMkLst>
            <pc:docMk/>
            <pc:sldMk cId="1635377456" sldId="579"/>
            <ac:spMk id="2562" creationId="{44C96829-0845-493D-83F4-3B144CACB5FD}"/>
          </ac:spMkLst>
        </pc:spChg>
        <pc:spChg chg="add mod">
          <ac:chgData name="Alexander Simon Thrysøe" userId="3f9b9528-1df8-4235-9262-8bdb6141b1d9" providerId="ADAL" clId="{45C9CCB0-01C4-4662-962D-7EB51A4BA1E1}" dt="2025-10-17T20:52:55.533" v="2667"/>
          <ac:spMkLst>
            <pc:docMk/>
            <pc:sldMk cId="1635377456" sldId="579"/>
            <ac:spMk id="2563" creationId="{9EB67905-439C-46A6-A61B-4A545458A9EE}"/>
          </ac:spMkLst>
        </pc:spChg>
        <pc:spChg chg="add mod">
          <ac:chgData name="Alexander Simon Thrysøe" userId="3f9b9528-1df8-4235-9262-8bdb6141b1d9" providerId="ADAL" clId="{45C9CCB0-01C4-4662-962D-7EB51A4BA1E1}" dt="2025-10-17T20:52:55.537" v="2675"/>
          <ac:spMkLst>
            <pc:docMk/>
            <pc:sldMk cId="1635377456" sldId="579"/>
            <ac:spMk id="2564" creationId="{F4385AC2-83AA-4D4A-99C9-2949111CDFD0}"/>
          </ac:spMkLst>
        </pc:spChg>
        <pc:spChg chg="add mod">
          <ac:chgData name="Alexander Simon Thrysøe" userId="3f9b9528-1df8-4235-9262-8bdb6141b1d9" providerId="ADAL" clId="{45C9CCB0-01C4-4662-962D-7EB51A4BA1E1}" dt="2025-10-17T20:52:55.543" v="2683"/>
          <ac:spMkLst>
            <pc:docMk/>
            <pc:sldMk cId="1635377456" sldId="579"/>
            <ac:spMk id="2565" creationId="{2F6342FE-3B98-4436-BE6B-9206AE91DAB2}"/>
          </ac:spMkLst>
        </pc:spChg>
        <pc:spChg chg="add mod">
          <ac:chgData name="Alexander Simon Thrysøe" userId="3f9b9528-1df8-4235-9262-8bdb6141b1d9" providerId="ADAL" clId="{45C9CCB0-01C4-4662-962D-7EB51A4BA1E1}" dt="2025-10-17T20:52:55.547" v="2691"/>
          <ac:spMkLst>
            <pc:docMk/>
            <pc:sldMk cId="1635377456" sldId="579"/>
            <ac:spMk id="2566" creationId="{C418F462-0D22-4AFF-AF0B-8921F567C5C3}"/>
          </ac:spMkLst>
        </pc:spChg>
        <pc:spChg chg="add mod">
          <ac:chgData name="Alexander Simon Thrysøe" userId="3f9b9528-1df8-4235-9262-8bdb6141b1d9" providerId="ADAL" clId="{45C9CCB0-01C4-4662-962D-7EB51A4BA1E1}" dt="2025-10-17T20:52:55.553" v="2699"/>
          <ac:spMkLst>
            <pc:docMk/>
            <pc:sldMk cId="1635377456" sldId="579"/>
            <ac:spMk id="2567" creationId="{2ECA8EDF-D207-4C43-AF76-71ADD21E7CBA}"/>
          </ac:spMkLst>
        </pc:spChg>
        <pc:spChg chg="add mod">
          <ac:chgData name="Alexander Simon Thrysøe" userId="3f9b9528-1df8-4235-9262-8bdb6141b1d9" providerId="ADAL" clId="{45C9CCB0-01C4-4662-962D-7EB51A4BA1E1}" dt="2025-10-17T20:52:55.557" v="2707"/>
          <ac:spMkLst>
            <pc:docMk/>
            <pc:sldMk cId="1635377456" sldId="579"/>
            <ac:spMk id="2568" creationId="{9881AD2A-3DA8-44F4-B8D6-215DDD2E93DD}"/>
          </ac:spMkLst>
        </pc:spChg>
        <pc:spChg chg="add mod">
          <ac:chgData name="Alexander Simon Thrysøe" userId="3f9b9528-1df8-4235-9262-8bdb6141b1d9" providerId="ADAL" clId="{45C9CCB0-01C4-4662-962D-7EB51A4BA1E1}" dt="2025-10-17T20:52:55.562" v="2715"/>
          <ac:spMkLst>
            <pc:docMk/>
            <pc:sldMk cId="1635377456" sldId="579"/>
            <ac:spMk id="2569" creationId="{DF7A4B1C-76FE-4CFC-8FE0-2EBCF8BA4ACA}"/>
          </ac:spMkLst>
        </pc:spChg>
        <pc:spChg chg="add mod">
          <ac:chgData name="Alexander Simon Thrysøe" userId="3f9b9528-1df8-4235-9262-8bdb6141b1d9" providerId="ADAL" clId="{45C9CCB0-01C4-4662-962D-7EB51A4BA1E1}" dt="2025-10-17T20:52:55.566" v="2723"/>
          <ac:spMkLst>
            <pc:docMk/>
            <pc:sldMk cId="1635377456" sldId="579"/>
            <ac:spMk id="2570" creationId="{25F1B345-B8C1-4AEA-B41F-7610C00F25FD}"/>
          </ac:spMkLst>
        </pc:spChg>
        <pc:spChg chg="add mod">
          <ac:chgData name="Alexander Simon Thrysøe" userId="3f9b9528-1df8-4235-9262-8bdb6141b1d9" providerId="ADAL" clId="{45C9CCB0-01C4-4662-962D-7EB51A4BA1E1}" dt="2025-10-17T20:52:55.572" v="2731"/>
          <ac:spMkLst>
            <pc:docMk/>
            <pc:sldMk cId="1635377456" sldId="579"/>
            <ac:spMk id="2571" creationId="{9AC8975E-0E5F-4F6D-AD4C-02346C949EFF}"/>
          </ac:spMkLst>
        </pc:spChg>
        <pc:spChg chg="add mod">
          <ac:chgData name="Alexander Simon Thrysøe" userId="3f9b9528-1df8-4235-9262-8bdb6141b1d9" providerId="ADAL" clId="{45C9CCB0-01C4-4662-962D-7EB51A4BA1E1}" dt="2025-10-17T20:52:55.577" v="2739"/>
          <ac:spMkLst>
            <pc:docMk/>
            <pc:sldMk cId="1635377456" sldId="579"/>
            <ac:spMk id="2572" creationId="{DB1C8AF0-F731-448D-A964-583B4FEA64F2}"/>
          </ac:spMkLst>
        </pc:spChg>
        <pc:spChg chg="add mod">
          <ac:chgData name="Alexander Simon Thrysøe" userId="3f9b9528-1df8-4235-9262-8bdb6141b1d9" providerId="ADAL" clId="{45C9CCB0-01C4-4662-962D-7EB51A4BA1E1}" dt="2025-10-17T20:52:55.583" v="2747"/>
          <ac:spMkLst>
            <pc:docMk/>
            <pc:sldMk cId="1635377456" sldId="579"/>
            <ac:spMk id="2573" creationId="{EB5DB1EF-C3EF-4351-A04E-955EA3493E87}"/>
          </ac:spMkLst>
        </pc:spChg>
        <pc:spChg chg="add mod">
          <ac:chgData name="Alexander Simon Thrysøe" userId="3f9b9528-1df8-4235-9262-8bdb6141b1d9" providerId="ADAL" clId="{45C9CCB0-01C4-4662-962D-7EB51A4BA1E1}" dt="2025-10-17T20:52:55.587" v="2755"/>
          <ac:spMkLst>
            <pc:docMk/>
            <pc:sldMk cId="1635377456" sldId="579"/>
            <ac:spMk id="2574" creationId="{464AD22D-A198-4FCE-8718-66B0AD049E6A}"/>
          </ac:spMkLst>
        </pc:spChg>
        <pc:spChg chg="add mod">
          <ac:chgData name="Alexander Simon Thrysøe" userId="3f9b9528-1df8-4235-9262-8bdb6141b1d9" providerId="ADAL" clId="{45C9CCB0-01C4-4662-962D-7EB51A4BA1E1}" dt="2025-10-17T20:52:55.591" v="2763"/>
          <ac:spMkLst>
            <pc:docMk/>
            <pc:sldMk cId="1635377456" sldId="579"/>
            <ac:spMk id="2575" creationId="{20531A6E-8DC1-4D8C-88EF-94BA798B049C}"/>
          </ac:spMkLst>
        </pc:spChg>
        <pc:spChg chg="add mod">
          <ac:chgData name="Alexander Simon Thrysøe" userId="3f9b9528-1df8-4235-9262-8bdb6141b1d9" providerId="ADAL" clId="{45C9CCB0-01C4-4662-962D-7EB51A4BA1E1}" dt="2025-10-17T20:52:55.597" v="2771"/>
          <ac:spMkLst>
            <pc:docMk/>
            <pc:sldMk cId="1635377456" sldId="579"/>
            <ac:spMk id="2576" creationId="{810778A8-ACEC-49E7-B911-5C2E7DD41BB0}"/>
          </ac:spMkLst>
        </pc:spChg>
        <pc:spChg chg="add mod">
          <ac:chgData name="Alexander Simon Thrysøe" userId="3f9b9528-1df8-4235-9262-8bdb6141b1d9" providerId="ADAL" clId="{45C9CCB0-01C4-4662-962D-7EB51A4BA1E1}" dt="2025-10-17T20:52:55.601" v="2779"/>
          <ac:spMkLst>
            <pc:docMk/>
            <pc:sldMk cId="1635377456" sldId="579"/>
            <ac:spMk id="2577" creationId="{4B640299-8A31-44B2-94CE-F9C0403AB538}"/>
          </ac:spMkLst>
        </pc:spChg>
        <pc:spChg chg="add mod">
          <ac:chgData name="Alexander Simon Thrysøe" userId="3f9b9528-1df8-4235-9262-8bdb6141b1d9" providerId="ADAL" clId="{45C9CCB0-01C4-4662-962D-7EB51A4BA1E1}" dt="2025-10-17T20:52:55.606" v="2787"/>
          <ac:spMkLst>
            <pc:docMk/>
            <pc:sldMk cId="1635377456" sldId="579"/>
            <ac:spMk id="2578" creationId="{E2F50197-C524-4657-B8DE-59BFC06891D5}"/>
          </ac:spMkLst>
        </pc:spChg>
        <pc:spChg chg="add mod">
          <ac:chgData name="Alexander Simon Thrysøe" userId="3f9b9528-1df8-4235-9262-8bdb6141b1d9" providerId="ADAL" clId="{45C9CCB0-01C4-4662-962D-7EB51A4BA1E1}" dt="2025-10-17T20:52:55.612" v="2795"/>
          <ac:spMkLst>
            <pc:docMk/>
            <pc:sldMk cId="1635377456" sldId="579"/>
            <ac:spMk id="2579" creationId="{31DEA301-638D-4DDA-8C99-AF1F617CDC74}"/>
          </ac:spMkLst>
        </pc:spChg>
        <pc:spChg chg="add mod">
          <ac:chgData name="Alexander Simon Thrysøe" userId="3f9b9528-1df8-4235-9262-8bdb6141b1d9" providerId="ADAL" clId="{45C9CCB0-01C4-4662-962D-7EB51A4BA1E1}" dt="2025-10-17T20:52:55.617" v="2803"/>
          <ac:spMkLst>
            <pc:docMk/>
            <pc:sldMk cId="1635377456" sldId="579"/>
            <ac:spMk id="2580" creationId="{75C2DDBE-9899-4E7F-9C2F-E98D7DA6FB9D}"/>
          </ac:spMkLst>
        </pc:spChg>
        <pc:spChg chg="add mod">
          <ac:chgData name="Alexander Simon Thrysøe" userId="3f9b9528-1df8-4235-9262-8bdb6141b1d9" providerId="ADAL" clId="{45C9CCB0-01C4-4662-962D-7EB51A4BA1E1}" dt="2025-10-17T20:52:55.622" v="2811"/>
          <ac:spMkLst>
            <pc:docMk/>
            <pc:sldMk cId="1635377456" sldId="579"/>
            <ac:spMk id="2581" creationId="{EBC3635C-3044-4B48-AE8D-B95CD42F48F9}"/>
          </ac:spMkLst>
        </pc:spChg>
        <pc:spChg chg="add mod">
          <ac:chgData name="Alexander Simon Thrysøe" userId="3f9b9528-1df8-4235-9262-8bdb6141b1d9" providerId="ADAL" clId="{45C9CCB0-01C4-4662-962D-7EB51A4BA1E1}" dt="2025-10-17T20:52:55.627" v="2819"/>
          <ac:spMkLst>
            <pc:docMk/>
            <pc:sldMk cId="1635377456" sldId="579"/>
            <ac:spMk id="2582" creationId="{53BBE1D6-9C4B-4333-80A0-ECC494CD5E81}"/>
          </ac:spMkLst>
        </pc:spChg>
        <pc:spChg chg="add mod">
          <ac:chgData name="Alexander Simon Thrysøe" userId="3f9b9528-1df8-4235-9262-8bdb6141b1d9" providerId="ADAL" clId="{45C9CCB0-01C4-4662-962D-7EB51A4BA1E1}" dt="2025-10-17T20:52:55.632" v="2827"/>
          <ac:spMkLst>
            <pc:docMk/>
            <pc:sldMk cId="1635377456" sldId="579"/>
            <ac:spMk id="2583" creationId="{1117B27A-FD95-45B6-B69A-AD2C7498164F}"/>
          </ac:spMkLst>
        </pc:spChg>
        <pc:spChg chg="add mod">
          <ac:chgData name="Alexander Simon Thrysøe" userId="3f9b9528-1df8-4235-9262-8bdb6141b1d9" providerId="ADAL" clId="{45C9CCB0-01C4-4662-962D-7EB51A4BA1E1}" dt="2025-10-17T20:52:55.638" v="2835"/>
          <ac:spMkLst>
            <pc:docMk/>
            <pc:sldMk cId="1635377456" sldId="579"/>
            <ac:spMk id="2584" creationId="{763702B1-1821-4F6E-BDA0-860F2FBDFF43}"/>
          </ac:spMkLst>
        </pc:spChg>
        <pc:spChg chg="add mod">
          <ac:chgData name="Alexander Simon Thrysøe" userId="3f9b9528-1df8-4235-9262-8bdb6141b1d9" providerId="ADAL" clId="{45C9CCB0-01C4-4662-962D-7EB51A4BA1E1}" dt="2025-10-17T20:52:55.642" v="2843"/>
          <ac:spMkLst>
            <pc:docMk/>
            <pc:sldMk cId="1635377456" sldId="579"/>
            <ac:spMk id="2585" creationId="{9FBDE604-978F-4E92-A749-B351E03834CC}"/>
          </ac:spMkLst>
        </pc:spChg>
        <pc:spChg chg="add mod">
          <ac:chgData name="Alexander Simon Thrysøe" userId="3f9b9528-1df8-4235-9262-8bdb6141b1d9" providerId="ADAL" clId="{45C9CCB0-01C4-4662-962D-7EB51A4BA1E1}" dt="2025-10-17T20:52:55.646" v="2851"/>
          <ac:spMkLst>
            <pc:docMk/>
            <pc:sldMk cId="1635377456" sldId="579"/>
            <ac:spMk id="2586" creationId="{674CB3D0-A72C-49AD-A551-612F7A36E116}"/>
          </ac:spMkLst>
        </pc:spChg>
        <pc:spChg chg="add mod">
          <ac:chgData name="Alexander Simon Thrysøe" userId="3f9b9528-1df8-4235-9262-8bdb6141b1d9" providerId="ADAL" clId="{45C9CCB0-01C4-4662-962D-7EB51A4BA1E1}" dt="2025-10-17T20:52:55.652" v="2859"/>
          <ac:spMkLst>
            <pc:docMk/>
            <pc:sldMk cId="1635377456" sldId="579"/>
            <ac:spMk id="2587" creationId="{84C24AA8-D3FE-4F69-A07E-E176EA28994D}"/>
          </ac:spMkLst>
        </pc:spChg>
        <pc:spChg chg="add mod">
          <ac:chgData name="Alexander Simon Thrysøe" userId="3f9b9528-1df8-4235-9262-8bdb6141b1d9" providerId="ADAL" clId="{45C9CCB0-01C4-4662-962D-7EB51A4BA1E1}" dt="2025-10-17T20:52:55.656" v="2867"/>
          <ac:spMkLst>
            <pc:docMk/>
            <pc:sldMk cId="1635377456" sldId="579"/>
            <ac:spMk id="2588" creationId="{30F39A00-E49F-4945-B9B3-F4419B5FE334}"/>
          </ac:spMkLst>
        </pc:spChg>
        <pc:spChg chg="add mod">
          <ac:chgData name="Alexander Simon Thrysøe" userId="3f9b9528-1df8-4235-9262-8bdb6141b1d9" providerId="ADAL" clId="{45C9CCB0-01C4-4662-962D-7EB51A4BA1E1}" dt="2025-10-17T20:52:55.662" v="2875"/>
          <ac:spMkLst>
            <pc:docMk/>
            <pc:sldMk cId="1635377456" sldId="579"/>
            <ac:spMk id="2589" creationId="{0C4ADC6A-B133-4092-B20C-31AE1981EDE6}"/>
          </ac:spMkLst>
        </pc:spChg>
        <pc:spChg chg="add mod">
          <ac:chgData name="Alexander Simon Thrysøe" userId="3f9b9528-1df8-4235-9262-8bdb6141b1d9" providerId="ADAL" clId="{45C9CCB0-01C4-4662-962D-7EB51A4BA1E1}" dt="2025-10-17T20:52:55.666" v="2883"/>
          <ac:spMkLst>
            <pc:docMk/>
            <pc:sldMk cId="1635377456" sldId="579"/>
            <ac:spMk id="2590" creationId="{A9895FAC-A78F-47FA-BF67-CD18B3D875F7}"/>
          </ac:spMkLst>
        </pc:spChg>
        <pc:spChg chg="add mod">
          <ac:chgData name="Alexander Simon Thrysøe" userId="3f9b9528-1df8-4235-9262-8bdb6141b1d9" providerId="ADAL" clId="{45C9CCB0-01C4-4662-962D-7EB51A4BA1E1}" dt="2025-10-17T20:52:55.672" v="2891"/>
          <ac:spMkLst>
            <pc:docMk/>
            <pc:sldMk cId="1635377456" sldId="579"/>
            <ac:spMk id="2591" creationId="{6A4B58AC-A377-4B40-8E90-FB63F7DAD08E}"/>
          </ac:spMkLst>
        </pc:spChg>
        <pc:spChg chg="add mod">
          <ac:chgData name="Alexander Simon Thrysøe" userId="3f9b9528-1df8-4235-9262-8bdb6141b1d9" providerId="ADAL" clId="{45C9CCB0-01C4-4662-962D-7EB51A4BA1E1}" dt="2025-10-17T20:52:55.676" v="2899"/>
          <ac:spMkLst>
            <pc:docMk/>
            <pc:sldMk cId="1635377456" sldId="579"/>
            <ac:spMk id="2592" creationId="{E46548AC-D20E-4108-A6F6-D65BC5259E99}"/>
          </ac:spMkLst>
        </pc:spChg>
        <pc:spChg chg="add mod">
          <ac:chgData name="Alexander Simon Thrysøe" userId="3f9b9528-1df8-4235-9262-8bdb6141b1d9" providerId="ADAL" clId="{45C9CCB0-01C4-4662-962D-7EB51A4BA1E1}" dt="2025-10-17T20:52:55.682" v="2907"/>
          <ac:spMkLst>
            <pc:docMk/>
            <pc:sldMk cId="1635377456" sldId="579"/>
            <ac:spMk id="2593" creationId="{D09235D2-6D94-47E4-A618-C65C7E2EC547}"/>
          </ac:spMkLst>
        </pc:spChg>
        <pc:spChg chg="add mod">
          <ac:chgData name="Alexander Simon Thrysøe" userId="3f9b9528-1df8-4235-9262-8bdb6141b1d9" providerId="ADAL" clId="{45C9CCB0-01C4-4662-962D-7EB51A4BA1E1}" dt="2025-10-17T20:52:55.687" v="2915"/>
          <ac:spMkLst>
            <pc:docMk/>
            <pc:sldMk cId="1635377456" sldId="579"/>
            <ac:spMk id="2594" creationId="{D1075ADF-8A2A-440A-BEF1-2570870D87E5}"/>
          </ac:spMkLst>
        </pc:spChg>
        <pc:spChg chg="add mod">
          <ac:chgData name="Alexander Simon Thrysøe" userId="3f9b9528-1df8-4235-9262-8bdb6141b1d9" providerId="ADAL" clId="{45C9CCB0-01C4-4662-962D-7EB51A4BA1E1}" dt="2025-10-17T20:52:55.691" v="2923"/>
          <ac:spMkLst>
            <pc:docMk/>
            <pc:sldMk cId="1635377456" sldId="579"/>
            <ac:spMk id="2595" creationId="{E46B9EE2-7237-4A22-BF6A-617BB76B8A25}"/>
          </ac:spMkLst>
        </pc:spChg>
        <pc:spChg chg="add mod">
          <ac:chgData name="Alexander Simon Thrysøe" userId="3f9b9528-1df8-4235-9262-8bdb6141b1d9" providerId="ADAL" clId="{45C9CCB0-01C4-4662-962D-7EB51A4BA1E1}" dt="2025-10-17T20:52:55.695" v="2931"/>
          <ac:spMkLst>
            <pc:docMk/>
            <pc:sldMk cId="1635377456" sldId="579"/>
            <ac:spMk id="2596" creationId="{15631333-D96D-4688-99BB-DD61D6D98DF9}"/>
          </ac:spMkLst>
        </pc:spChg>
        <pc:spChg chg="add mod">
          <ac:chgData name="Alexander Simon Thrysøe" userId="3f9b9528-1df8-4235-9262-8bdb6141b1d9" providerId="ADAL" clId="{45C9CCB0-01C4-4662-962D-7EB51A4BA1E1}" dt="2025-10-17T20:52:55.701" v="2939"/>
          <ac:spMkLst>
            <pc:docMk/>
            <pc:sldMk cId="1635377456" sldId="579"/>
            <ac:spMk id="2597" creationId="{C17B8B38-7369-473F-9373-EBB644A2D69D}"/>
          </ac:spMkLst>
        </pc:spChg>
        <pc:spChg chg="add mod">
          <ac:chgData name="Alexander Simon Thrysøe" userId="3f9b9528-1df8-4235-9262-8bdb6141b1d9" providerId="ADAL" clId="{45C9CCB0-01C4-4662-962D-7EB51A4BA1E1}" dt="2025-10-17T20:52:55.705" v="2947"/>
          <ac:spMkLst>
            <pc:docMk/>
            <pc:sldMk cId="1635377456" sldId="579"/>
            <ac:spMk id="2598" creationId="{F33FAFE8-B176-4E46-BA39-7FEC9C7B9CED}"/>
          </ac:spMkLst>
        </pc:spChg>
        <pc:spChg chg="add mod">
          <ac:chgData name="Alexander Simon Thrysøe" userId="3f9b9528-1df8-4235-9262-8bdb6141b1d9" providerId="ADAL" clId="{45C9CCB0-01C4-4662-962D-7EB51A4BA1E1}" dt="2025-10-17T20:52:55.711" v="2955"/>
          <ac:spMkLst>
            <pc:docMk/>
            <pc:sldMk cId="1635377456" sldId="579"/>
            <ac:spMk id="2599" creationId="{5362786F-C894-4691-97D8-919E7B9248D7}"/>
          </ac:spMkLst>
        </pc:spChg>
        <pc:spChg chg="add mod">
          <ac:chgData name="Alexander Simon Thrysøe" userId="3f9b9528-1df8-4235-9262-8bdb6141b1d9" providerId="ADAL" clId="{45C9CCB0-01C4-4662-962D-7EB51A4BA1E1}" dt="2025-10-17T20:52:55.717" v="2963"/>
          <ac:spMkLst>
            <pc:docMk/>
            <pc:sldMk cId="1635377456" sldId="579"/>
            <ac:spMk id="2600" creationId="{14B6FF56-AF45-4BB5-8440-C41F0FBF9B50}"/>
          </ac:spMkLst>
        </pc:spChg>
        <pc:spChg chg="add mod">
          <ac:chgData name="Alexander Simon Thrysøe" userId="3f9b9528-1df8-4235-9262-8bdb6141b1d9" providerId="ADAL" clId="{45C9CCB0-01C4-4662-962D-7EB51A4BA1E1}" dt="2025-10-17T20:52:55.721" v="2971"/>
          <ac:spMkLst>
            <pc:docMk/>
            <pc:sldMk cId="1635377456" sldId="579"/>
            <ac:spMk id="2601" creationId="{B219499C-02B1-4070-8D72-138B4A920A88}"/>
          </ac:spMkLst>
        </pc:spChg>
        <pc:spChg chg="add mod">
          <ac:chgData name="Alexander Simon Thrysøe" userId="3f9b9528-1df8-4235-9262-8bdb6141b1d9" providerId="ADAL" clId="{45C9CCB0-01C4-4662-962D-7EB51A4BA1E1}" dt="2025-10-17T20:52:55.727" v="2979"/>
          <ac:spMkLst>
            <pc:docMk/>
            <pc:sldMk cId="1635377456" sldId="579"/>
            <ac:spMk id="2602" creationId="{31100C53-4329-40C7-92C1-34A899CD7C65}"/>
          </ac:spMkLst>
        </pc:spChg>
        <pc:spChg chg="add mod">
          <ac:chgData name="Alexander Simon Thrysøe" userId="3f9b9528-1df8-4235-9262-8bdb6141b1d9" providerId="ADAL" clId="{45C9CCB0-01C4-4662-962D-7EB51A4BA1E1}" dt="2025-10-17T20:52:55.731" v="2987"/>
          <ac:spMkLst>
            <pc:docMk/>
            <pc:sldMk cId="1635377456" sldId="579"/>
            <ac:spMk id="2603" creationId="{7D847649-F585-4FA6-841F-5001D51152A6}"/>
          </ac:spMkLst>
        </pc:spChg>
        <pc:spChg chg="add mod">
          <ac:chgData name="Alexander Simon Thrysøe" userId="3f9b9528-1df8-4235-9262-8bdb6141b1d9" providerId="ADAL" clId="{45C9CCB0-01C4-4662-962D-7EB51A4BA1E1}" dt="2025-10-17T20:52:55.739" v="2995"/>
          <ac:spMkLst>
            <pc:docMk/>
            <pc:sldMk cId="1635377456" sldId="579"/>
            <ac:spMk id="2604" creationId="{1736F97E-83C4-4FC8-8D5D-08AB85468006}"/>
          </ac:spMkLst>
        </pc:spChg>
        <pc:spChg chg="add mod">
          <ac:chgData name="Alexander Simon Thrysøe" userId="3f9b9528-1df8-4235-9262-8bdb6141b1d9" providerId="ADAL" clId="{45C9CCB0-01C4-4662-962D-7EB51A4BA1E1}" dt="2025-10-17T20:52:55.748" v="3003"/>
          <ac:spMkLst>
            <pc:docMk/>
            <pc:sldMk cId="1635377456" sldId="579"/>
            <ac:spMk id="2605" creationId="{B26B5AE4-CACB-454F-A57E-F447A38CF523}"/>
          </ac:spMkLst>
        </pc:spChg>
        <pc:spChg chg="add mod">
          <ac:chgData name="Alexander Simon Thrysøe" userId="3f9b9528-1df8-4235-9262-8bdb6141b1d9" providerId="ADAL" clId="{45C9CCB0-01C4-4662-962D-7EB51A4BA1E1}" dt="2025-10-17T20:52:55.752" v="3011"/>
          <ac:spMkLst>
            <pc:docMk/>
            <pc:sldMk cId="1635377456" sldId="579"/>
            <ac:spMk id="2606" creationId="{B35787C2-7377-462F-A8E3-93E93FACD9C8}"/>
          </ac:spMkLst>
        </pc:spChg>
        <pc:spChg chg="add mod">
          <ac:chgData name="Alexander Simon Thrysøe" userId="3f9b9528-1df8-4235-9262-8bdb6141b1d9" providerId="ADAL" clId="{45C9CCB0-01C4-4662-962D-7EB51A4BA1E1}" dt="2025-10-17T20:52:55.758" v="3019"/>
          <ac:spMkLst>
            <pc:docMk/>
            <pc:sldMk cId="1635377456" sldId="579"/>
            <ac:spMk id="2607" creationId="{0C10A224-803B-4F2B-B4A5-C5C8501B9ADF}"/>
          </ac:spMkLst>
        </pc:spChg>
        <pc:spChg chg="add mod">
          <ac:chgData name="Alexander Simon Thrysøe" userId="3f9b9528-1df8-4235-9262-8bdb6141b1d9" providerId="ADAL" clId="{45C9CCB0-01C4-4662-962D-7EB51A4BA1E1}" dt="2025-10-17T20:52:55.762" v="3027"/>
          <ac:spMkLst>
            <pc:docMk/>
            <pc:sldMk cId="1635377456" sldId="579"/>
            <ac:spMk id="2608" creationId="{73786B4F-1C8B-4698-9E98-89319C914C89}"/>
          </ac:spMkLst>
        </pc:spChg>
        <pc:spChg chg="add mod">
          <ac:chgData name="Alexander Simon Thrysøe" userId="3f9b9528-1df8-4235-9262-8bdb6141b1d9" providerId="ADAL" clId="{45C9CCB0-01C4-4662-962D-7EB51A4BA1E1}" dt="2025-10-17T20:52:55.768" v="3035"/>
          <ac:spMkLst>
            <pc:docMk/>
            <pc:sldMk cId="1635377456" sldId="579"/>
            <ac:spMk id="2609" creationId="{2BABA49E-A223-4CC6-91AC-BB3D33C35FCC}"/>
          </ac:spMkLst>
        </pc:spChg>
        <pc:spChg chg="add mod">
          <ac:chgData name="Alexander Simon Thrysøe" userId="3f9b9528-1df8-4235-9262-8bdb6141b1d9" providerId="ADAL" clId="{45C9CCB0-01C4-4662-962D-7EB51A4BA1E1}" dt="2025-10-17T20:52:55.772" v="3043"/>
          <ac:spMkLst>
            <pc:docMk/>
            <pc:sldMk cId="1635377456" sldId="579"/>
            <ac:spMk id="2610" creationId="{4A07FC86-5BF2-40E4-9D1A-4FC96F5742CF}"/>
          </ac:spMkLst>
        </pc:spChg>
        <pc:spChg chg="add mod">
          <ac:chgData name="Alexander Simon Thrysøe" userId="3f9b9528-1df8-4235-9262-8bdb6141b1d9" providerId="ADAL" clId="{45C9CCB0-01C4-4662-962D-7EB51A4BA1E1}" dt="2025-10-17T20:52:55.778" v="3051"/>
          <ac:spMkLst>
            <pc:docMk/>
            <pc:sldMk cId="1635377456" sldId="579"/>
            <ac:spMk id="2611" creationId="{B9B97539-4EE4-4CBF-AE22-EE95B6F8A434}"/>
          </ac:spMkLst>
        </pc:spChg>
        <pc:spChg chg="add mod">
          <ac:chgData name="Alexander Simon Thrysøe" userId="3f9b9528-1df8-4235-9262-8bdb6141b1d9" providerId="ADAL" clId="{45C9CCB0-01C4-4662-962D-7EB51A4BA1E1}" dt="2025-10-17T20:52:55.783" v="3059"/>
          <ac:spMkLst>
            <pc:docMk/>
            <pc:sldMk cId="1635377456" sldId="579"/>
            <ac:spMk id="2612" creationId="{8B0F8742-1697-4002-A2CD-1F6C53F9BDD1}"/>
          </ac:spMkLst>
        </pc:spChg>
        <pc:spChg chg="add mod">
          <ac:chgData name="Alexander Simon Thrysøe" userId="3f9b9528-1df8-4235-9262-8bdb6141b1d9" providerId="ADAL" clId="{45C9CCB0-01C4-4662-962D-7EB51A4BA1E1}" dt="2025-10-17T20:52:55.787" v="3067"/>
          <ac:spMkLst>
            <pc:docMk/>
            <pc:sldMk cId="1635377456" sldId="579"/>
            <ac:spMk id="2613" creationId="{4E3D2D3C-3FEE-4C63-B6EA-5E129FE023EA}"/>
          </ac:spMkLst>
        </pc:spChg>
        <pc:spChg chg="add mod">
          <ac:chgData name="Alexander Simon Thrysøe" userId="3f9b9528-1df8-4235-9262-8bdb6141b1d9" providerId="ADAL" clId="{45C9CCB0-01C4-4662-962D-7EB51A4BA1E1}" dt="2025-10-17T20:52:55.791" v="3075"/>
          <ac:spMkLst>
            <pc:docMk/>
            <pc:sldMk cId="1635377456" sldId="579"/>
            <ac:spMk id="2614" creationId="{B84D2E20-4ACB-4F12-B0E0-D297509E5AE1}"/>
          </ac:spMkLst>
        </pc:spChg>
        <pc:spChg chg="add mod">
          <ac:chgData name="Alexander Simon Thrysøe" userId="3f9b9528-1df8-4235-9262-8bdb6141b1d9" providerId="ADAL" clId="{45C9CCB0-01C4-4662-962D-7EB51A4BA1E1}" dt="2025-10-17T20:52:55.796" v="3083"/>
          <ac:spMkLst>
            <pc:docMk/>
            <pc:sldMk cId="1635377456" sldId="579"/>
            <ac:spMk id="2615" creationId="{81DD4573-E344-4780-802E-07577CD596FC}"/>
          </ac:spMkLst>
        </pc:spChg>
        <pc:spChg chg="add mod">
          <ac:chgData name="Alexander Simon Thrysøe" userId="3f9b9528-1df8-4235-9262-8bdb6141b1d9" providerId="ADAL" clId="{45C9CCB0-01C4-4662-962D-7EB51A4BA1E1}" dt="2025-10-17T20:52:55.802" v="3091"/>
          <ac:spMkLst>
            <pc:docMk/>
            <pc:sldMk cId="1635377456" sldId="579"/>
            <ac:spMk id="2616" creationId="{78754221-3749-4288-B5EB-8167DD2F9359}"/>
          </ac:spMkLst>
        </pc:spChg>
        <pc:spChg chg="add mod">
          <ac:chgData name="Alexander Simon Thrysøe" userId="3f9b9528-1df8-4235-9262-8bdb6141b1d9" providerId="ADAL" clId="{45C9CCB0-01C4-4662-962D-7EB51A4BA1E1}" dt="2025-10-17T20:52:55.806" v="3099"/>
          <ac:spMkLst>
            <pc:docMk/>
            <pc:sldMk cId="1635377456" sldId="579"/>
            <ac:spMk id="2617" creationId="{4FFE4DDE-EBF4-49E6-9B7F-48D0C33FF90F}"/>
          </ac:spMkLst>
        </pc:spChg>
        <pc:spChg chg="add mod">
          <ac:chgData name="Alexander Simon Thrysøe" userId="3f9b9528-1df8-4235-9262-8bdb6141b1d9" providerId="ADAL" clId="{45C9CCB0-01C4-4662-962D-7EB51A4BA1E1}" dt="2025-10-17T20:52:55.812" v="3107"/>
          <ac:spMkLst>
            <pc:docMk/>
            <pc:sldMk cId="1635377456" sldId="579"/>
            <ac:spMk id="2618" creationId="{64EBC1B1-AF41-4E10-A1E1-6C53E6C69F2A}"/>
          </ac:spMkLst>
        </pc:spChg>
        <pc:spChg chg="add mod">
          <ac:chgData name="Alexander Simon Thrysøe" userId="3f9b9528-1df8-4235-9262-8bdb6141b1d9" providerId="ADAL" clId="{45C9CCB0-01C4-4662-962D-7EB51A4BA1E1}" dt="2025-10-17T20:52:55.816" v="3115"/>
          <ac:spMkLst>
            <pc:docMk/>
            <pc:sldMk cId="1635377456" sldId="579"/>
            <ac:spMk id="2619" creationId="{AFEA397F-E817-4A37-AC51-B55CDDF8C562}"/>
          </ac:spMkLst>
        </pc:spChg>
        <pc:spChg chg="add mod">
          <ac:chgData name="Alexander Simon Thrysøe" userId="3f9b9528-1df8-4235-9262-8bdb6141b1d9" providerId="ADAL" clId="{45C9CCB0-01C4-4662-962D-7EB51A4BA1E1}" dt="2025-10-17T20:52:55.822" v="3123"/>
          <ac:spMkLst>
            <pc:docMk/>
            <pc:sldMk cId="1635377456" sldId="579"/>
            <ac:spMk id="2620" creationId="{B42D005B-DA67-4F9E-9405-46FF07886200}"/>
          </ac:spMkLst>
        </pc:spChg>
        <pc:spChg chg="add mod">
          <ac:chgData name="Alexander Simon Thrysøe" userId="3f9b9528-1df8-4235-9262-8bdb6141b1d9" providerId="ADAL" clId="{45C9CCB0-01C4-4662-962D-7EB51A4BA1E1}" dt="2025-10-17T20:52:55.826" v="3131"/>
          <ac:spMkLst>
            <pc:docMk/>
            <pc:sldMk cId="1635377456" sldId="579"/>
            <ac:spMk id="2621" creationId="{DBECBFB3-C043-48A2-87EC-3B54C01ABD72}"/>
          </ac:spMkLst>
        </pc:spChg>
        <pc:spChg chg="add mod">
          <ac:chgData name="Alexander Simon Thrysøe" userId="3f9b9528-1df8-4235-9262-8bdb6141b1d9" providerId="ADAL" clId="{45C9CCB0-01C4-4662-962D-7EB51A4BA1E1}" dt="2025-10-17T20:52:55.832" v="3139"/>
          <ac:spMkLst>
            <pc:docMk/>
            <pc:sldMk cId="1635377456" sldId="579"/>
            <ac:spMk id="2622" creationId="{2D36737D-3196-4B5E-82ED-59FB37C196EE}"/>
          </ac:spMkLst>
        </pc:spChg>
        <pc:spChg chg="add mod">
          <ac:chgData name="Alexander Simon Thrysøe" userId="3f9b9528-1df8-4235-9262-8bdb6141b1d9" providerId="ADAL" clId="{45C9CCB0-01C4-4662-962D-7EB51A4BA1E1}" dt="2025-10-17T20:52:55.836" v="3147"/>
          <ac:spMkLst>
            <pc:docMk/>
            <pc:sldMk cId="1635377456" sldId="579"/>
            <ac:spMk id="2623" creationId="{AEB0EF2D-2CC1-450D-8470-442D2D42EF6D}"/>
          </ac:spMkLst>
        </pc:spChg>
        <pc:spChg chg="add mod">
          <ac:chgData name="Alexander Simon Thrysøe" userId="3f9b9528-1df8-4235-9262-8bdb6141b1d9" providerId="ADAL" clId="{45C9CCB0-01C4-4662-962D-7EB51A4BA1E1}" dt="2025-10-17T20:52:55.842" v="3155"/>
          <ac:spMkLst>
            <pc:docMk/>
            <pc:sldMk cId="1635377456" sldId="579"/>
            <ac:spMk id="2624" creationId="{607EFC64-0F7C-4543-9478-1D933D7D6D98}"/>
          </ac:spMkLst>
        </pc:spChg>
        <pc:spChg chg="add mod">
          <ac:chgData name="Alexander Simon Thrysøe" userId="3f9b9528-1df8-4235-9262-8bdb6141b1d9" providerId="ADAL" clId="{45C9CCB0-01C4-4662-962D-7EB51A4BA1E1}" dt="2025-10-17T20:52:55.846" v="3163"/>
          <ac:spMkLst>
            <pc:docMk/>
            <pc:sldMk cId="1635377456" sldId="579"/>
            <ac:spMk id="2625" creationId="{28CBCA1D-8527-4D5B-8358-F2FE1F8A5361}"/>
          </ac:spMkLst>
        </pc:spChg>
        <pc:spChg chg="add mod">
          <ac:chgData name="Alexander Simon Thrysøe" userId="3f9b9528-1df8-4235-9262-8bdb6141b1d9" providerId="ADAL" clId="{45C9CCB0-01C4-4662-962D-7EB51A4BA1E1}" dt="2025-10-17T20:52:55.852" v="3171"/>
          <ac:spMkLst>
            <pc:docMk/>
            <pc:sldMk cId="1635377456" sldId="579"/>
            <ac:spMk id="2626" creationId="{6F6C1DBD-132B-447D-BEB5-4F20F27DD1EC}"/>
          </ac:spMkLst>
        </pc:spChg>
        <pc:spChg chg="add mod">
          <ac:chgData name="Alexander Simon Thrysøe" userId="3f9b9528-1df8-4235-9262-8bdb6141b1d9" providerId="ADAL" clId="{45C9CCB0-01C4-4662-962D-7EB51A4BA1E1}" dt="2025-10-17T20:52:55.856" v="3179"/>
          <ac:spMkLst>
            <pc:docMk/>
            <pc:sldMk cId="1635377456" sldId="579"/>
            <ac:spMk id="2627" creationId="{A4E33BB4-7D25-46A7-88FA-A7DECD746188}"/>
          </ac:spMkLst>
        </pc:spChg>
        <pc:spChg chg="add mod">
          <ac:chgData name="Alexander Simon Thrysøe" userId="3f9b9528-1df8-4235-9262-8bdb6141b1d9" providerId="ADAL" clId="{45C9CCB0-01C4-4662-962D-7EB51A4BA1E1}" dt="2025-10-17T20:52:55.861" v="3187"/>
          <ac:spMkLst>
            <pc:docMk/>
            <pc:sldMk cId="1635377456" sldId="579"/>
            <ac:spMk id="2628" creationId="{09D90805-5A36-45C3-96A0-A64537BA1CD4}"/>
          </ac:spMkLst>
        </pc:spChg>
        <pc:spChg chg="add mod">
          <ac:chgData name="Alexander Simon Thrysøe" userId="3f9b9528-1df8-4235-9262-8bdb6141b1d9" providerId="ADAL" clId="{45C9CCB0-01C4-4662-962D-7EB51A4BA1E1}" dt="2025-10-17T20:52:55.867" v="3195"/>
          <ac:spMkLst>
            <pc:docMk/>
            <pc:sldMk cId="1635377456" sldId="579"/>
            <ac:spMk id="2629" creationId="{09DD538B-5253-46C1-8BA2-F33EB90E4C86}"/>
          </ac:spMkLst>
        </pc:spChg>
        <pc:spChg chg="add mod">
          <ac:chgData name="Alexander Simon Thrysøe" userId="3f9b9528-1df8-4235-9262-8bdb6141b1d9" providerId="ADAL" clId="{45C9CCB0-01C4-4662-962D-7EB51A4BA1E1}" dt="2025-10-17T20:52:55.872" v="3203"/>
          <ac:spMkLst>
            <pc:docMk/>
            <pc:sldMk cId="1635377456" sldId="579"/>
            <ac:spMk id="2630" creationId="{79307C09-23CF-4259-89EE-D04E43CFC910}"/>
          </ac:spMkLst>
        </pc:spChg>
        <pc:spChg chg="add mod">
          <ac:chgData name="Alexander Simon Thrysøe" userId="3f9b9528-1df8-4235-9262-8bdb6141b1d9" providerId="ADAL" clId="{45C9CCB0-01C4-4662-962D-7EB51A4BA1E1}" dt="2025-10-17T20:52:55.879" v="3211"/>
          <ac:spMkLst>
            <pc:docMk/>
            <pc:sldMk cId="1635377456" sldId="579"/>
            <ac:spMk id="2631" creationId="{CDCB67DD-58E7-4141-B350-C8049B49FC09}"/>
          </ac:spMkLst>
        </pc:spChg>
        <pc:spChg chg="add mod">
          <ac:chgData name="Alexander Simon Thrysøe" userId="3f9b9528-1df8-4235-9262-8bdb6141b1d9" providerId="ADAL" clId="{45C9CCB0-01C4-4662-962D-7EB51A4BA1E1}" dt="2025-10-17T20:52:55.885" v="3219"/>
          <ac:spMkLst>
            <pc:docMk/>
            <pc:sldMk cId="1635377456" sldId="579"/>
            <ac:spMk id="2632" creationId="{CD61A59E-1542-4FA3-AD84-FC4D7FE1573D}"/>
          </ac:spMkLst>
        </pc:spChg>
        <pc:spChg chg="add mod">
          <ac:chgData name="Alexander Simon Thrysøe" userId="3f9b9528-1df8-4235-9262-8bdb6141b1d9" providerId="ADAL" clId="{45C9CCB0-01C4-4662-962D-7EB51A4BA1E1}" dt="2025-10-17T20:52:55.891" v="3227"/>
          <ac:spMkLst>
            <pc:docMk/>
            <pc:sldMk cId="1635377456" sldId="579"/>
            <ac:spMk id="2633" creationId="{F7AE3D87-B1BB-45DF-8684-424E869931A7}"/>
          </ac:spMkLst>
        </pc:spChg>
        <pc:spChg chg="add mod">
          <ac:chgData name="Alexander Simon Thrysøe" userId="3f9b9528-1df8-4235-9262-8bdb6141b1d9" providerId="ADAL" clId="{45C9CCB0-01C4-4662-962D-7EB51A4BA1E1}" dt="2025-10-17T20:52:55.895" v="3235"/>
          <ac:spMkLst>
            <pc:docMk/>
            <pc:sldMk cId="1635377456" sldId="579"/>
            <ac:spMk id="2634" creationId="{FAAA721A-4E3B-475E-8025-5F6AA3B1E478}"/>
          </ac:spMkLst>
        </pc:spChg>
        <pc:spChg chg="add mod">
          <ac:chgData name="Alexander Simon Thrysøe" userId="3f9b9528-1df8-4235-9262-8bdb6141b1d9" providerId="ADAL" clId="{45C9CCB0-01C4-4662-962D-7EB51A4BA1E1}" dt="2025-10-17T20:52:55.899" v="3243"/>
          <ac:spMkLst>
            <pc:docMk/>
            <pc:sldMk cId="1635377456" sldId="579"/>
            <ac:spMk id="2635" creationId="{9A26E89F-FF14-4B7A-8A06-11F6755DF9A9}"/>
          </ac:spMkLst>
        </pc:spChg>
        <pc:spChg chg="add mod">
          <ac:chgData name="Alexander Simon Thrysøe" userId="3f9b9528-1df8-4235-9262-8bdb6141b1d9" providerId="ADAL" clId="{45C9CCB0-01C4-4662-962D-7EB51A4BA1E1}" dt="2025-10-17T20:52:55.905" v="3251"/>
          <ac:spMkLst>
            <pc:docMk/>
            <pc:sldMk cId="1635377456" sldId="579"/>
            <ac:spMk id="2636" creationId="{2D3A9097-EFC5-486C-9D2A-CDEE47F69168}"/>
          </ac:spMkLst>
        </pc:spChg>
        <pc:spChg chg="add mod">
          <ac:chgData name="Alexander Simon Thrysøe" userId="3f9b9528-1df8-4235-9262-8bdb6141b1d9" providerId="ADAL" clId="{45C9CCB0-01C4-4662-962D-7EB51A4BA1E1}" dt="2025-10-17T20:52:55.909" v="3259"/>
          <ac:spMkLst>
            <pc:docMk/>
            <pc:sldMk cId="1635377456" sldId="579"/>
            <ac:spMk id="2637" creationId="{71E6EC91-F278-47B6-9088-B62AD9229318}"/>
          </ac:spMkLst>
        </pc:spChg>
        <pc:spChg chg="add mod">
          <ac:chgData name="Alexander Simon Thrysøe" userId="3f9b9528-1df8-4235-9262-8bdb6141b1d9" providerId="ADAL" clId="{45C9CCB0-01C4-4662-962D-7EB51A4BA1E1}" dt="2025-10-17T20:52:55.915" v="3267"/>
          <ac:spMkLst>
            <pc:docMk/>
            <pc:sldMk cId="1635377456" sldId="579"/>
            <ac:spMk id="2638" creationId="{24CCC1C4-CE24-4185-83DD-815BF3CDDD58}"/>
          </ac:spMkLst>
        </pc:spChg>
        <pc:spChg chg="add mod">
          <ac:chgData name="Alexander Simon Thrysøe" userId="3f9b9528-1df8-4235-9262-8bdb6141b1d9" providerId="ADAL" clId="{45C9CCB0-01C4-4662-962D-7EB51A4BA1E1}" dt="2025-10-17T20:52:55.919" v="3275"/>
          <ac:spMkLst>
            <pc:docMk/>
            <pc:sldMk cId="1635377456" sldId="579"/>
            <ac:spMk id="2639" creationId="{64CF07E4-4EC5-43FA-A60D-17F852476606}"/>
          </ac:spMkLst>
        </pc:spChg>
        <pc:spChg chg="add mod">
          <ac:chgData name="Alexander Simon Thrysøe" userId="3f9b9528-1df8-4235-9262-8bdb6141b1d9" providerId="ADAL" clId="{45C9CCB0-01C4-4662-962D-7EB51A4BA1E1}" dt="2025-10-17T20:52:55.925" v="3283"/>
          <ac:spMkLst>
            <pc:docMk/>
            <pc:sldMk cId="1635377456" sldId="579"/>
            <ac:spMk id="2640" creationId="{03AAB585-F18B-4FF2-B29C-0414D0184E15}"/>
          </ac:spMkLst>
        </pc:spChg>
        <pc:spChg chg="add mod">
          <ac:chgData name="Alexander Simon Thrysøe" userId="3f9b9528-1df8-4235-9262-8bdb6141b1d9" providerId="ADAL" clId="{45C9CCB0-01C4-4662-962D-7EB51A4BA1E1}" dt="2025-10-17T20:52:55.929" v="3291"/>
          <ac:spMkLst>
            <pc:docMk/>
            <pc:sldMk cId="1635377456" sldId="579"/>
            <ac:spMk id="2641" creationId="{06E53326-CCDF-4E67-A59E-B937F6021968}"/>
          </ac:spMkLst>
        </pc:spChg>
        <pc:spChg chg="add mod">
          <ac:chgData name="Alexander Simon Thrysøe" userId="3f9b9528-1df8-4235-9262-8bdb6141b1d9" providerId="ADAL" clId="{45C9CCB0-01C4-4662-962D-7EB51A4BA1E1}" dt="2025-10-17T20:52:55.935" v="3299"/>
          <ac:spMkLst>
            <pc:docMk/>
            <pc:sldMk cId="1635377456" sldId="579"/>
            <ac:spMk id="2642" creationId="{54EF6CCF-6DD5-409C-91F7-DCA363BAB7B7}"/>
          </ac:spMkLst>
        </pc:spChg>
        <pc:spChg chg="add mod">
          <ac:chgData name="Alexander Simon Thrysøe" userId="3f9b9528-1df8-4235-9262-8bdb6141b1d9" providerId="ADAL" clId="{45C9CCB0-01C4-4662-962D-7EB51A4BA1E1}" dt="2025-10-17T20:52:55.939" v="3307"/>
          <ac:spMkLst>
            <pc:docMk/>
            <pc:sldMk cId="1635377456" sldId="579"/>
            <ac:spMk id="2643" creationId="{A28ABDD8-0572-4D0C-B9BE-08CA7D5A3A1F}"/>
          </ac:spMkLst>
        </pc:spChg>
        <pc:spChg chg="add mod">
          <ac:chgData name="Alexander Simon Thrysøe" userId="3f9b9528-1df8-4235-9262-8bdb6141b1d9" providerId="ADAL" clId="{45C9CCB0-01C4-4662-962D-7EB51A4BA1E1}" dt="2025-10-17T20:52:55.945" v="3315"/>
          <ac:spMkLst>
            <pc:docMk/>
            <pc:sldMk cId="1635377456" sldId="579"/>
            <ac:spMk id="2644" creationId="{25CDFFF0-78C0-404E-9516-4D0B72F806EE}"/>
          </ac:spMkLst>
        </pc:spChg>
        <pc:spChg chg="add mod">
          <ac:chgData name="Alexander Simon Thrysøe" userId="3f9b9528-1df8-4235-9262-8bdb6141b1d9" providerId="ADAL" clId="{45C9CCB0-01C4-4662-962D-7EB51A4BA1E1}" dt="2025-10-17T20:52:55.949" v="3323"/>
          <ac:spMkLst>
            <pc:docMk/>
            <pc:sldMk cId="1635377456" sldId="579"/>
            <ac:spMk id="2645" creationId="{DBC94B8E-C119-417D-8329-B92AD841F33E}"/>
          </ac:spMkLst>
        </pc:spChg>
        <pc:spChg chg="add mod">
          <ac:chgData name="Alexander Simon Thrysøe" userId="3f9b9528-1df8-4235-9262-8bdb6141b1d9" providerId="ADAL" clId="{45C9CCB0-01C4-4662-962D-7EB51A4BA1E1}" dt="2025-10-17T20:52:55.955" v="3331"/>
          <ac:spMkLst>
            <pc:docMk/>
            <pc:sldMk cId="1635377456" sldId="579"/>
            <ac:spMk id="2646" creationId="{9EDD5D14-EC54-43DD-8EA4-682E965DCD42}"/>
          </ac:spMkLst>
        </pc:spChg>
        <pc:spChg chg="add mod">
          <ac:chgData name="Alexander Simon Thrysøe" userId="3f9b9528-1df8-4235-9262-8bdb6141b1d9" providerId="ADAL" clId="{45C9CCB0-01C4-4662-962D-7EB51A4BA1E1}" dt="2025-10-17T20:52:55.959" v="3339"/>
          <ac:spMkLst>
            <pc:docMk/>
            <pc:sldMk cId="1635377456" sldId="579"/>
            <ac:spMk id="2647" creationId="{971900C7-B6D5-4E97-9A8F-20673F670EB6}"/>
          </ac:spMkLst>
        </pc:spChg>
        <pc:spChg chg="add mod">
          <ac:chgData name="Alexander Simon Thrysøe" userId="3f9b9528-1df8-4235-9262-8bdb6141b1d9" providerId="ADAL" clId="{45C9CCB0-01C4-4662-962D-7EB51A4BA1E1}" dt="2025-10-17T20:52:55.965" v="3347"/>
          <ac:spMkLst>
            <pc:docMk/>
            <pc:sldMk cId="1635377456" sldId="579"/>
            <ac:spMk id="2648" creationId="{20C194E5-BF09-477B-8E45-A65DBBB97A65}"/>
          </ac:spMkLst>
        </pc:spChg>
        <pc:spChg chg="add mod">
          <ac:chgData name="Alexander Simon Thrysøe" userId="3f9b9528-1df8-4235-9262-8bdb6141b1d9" providerId="ADAL" clId="{45C9CCB0-01C4-4662-962D-7EB51A4BA1E1}" dt="2025-10-17T20:52:55.969" v="3355"/>
          <ac:spMkLst>
            <pc:docMk/>
            <pc:sldMk cId="1635377456" sldId="579"/>
            <ac:spMk id="2649" creationId="{C754FC71-2450-4151-A412-919787332DD3}"/>
          </ac:spMkLst>
        </pc:spChg>
        <pc:spChg chg="add mod">
          <ac:chgData name="Alexander Simon Thrysøe" userId="3f9b9528-1df8-4235-9262-8bdb6141b1d9" providerId="ADAL" clId="{45C9CCB0-01C4-4662-962D-7EB51A4BA1E1}" dt="2025-10-17T20:52:55.975" v="3363"/>
          <ac:spMkLst>
            <pc:docMk/>
            <pc:sldMk cId="1635377456" sldId="579"/>
            <ac:spMk id="2650" creationId="{57DAF8CE-C6AA-4FF1-8D8C-80CA3F26AB38}"/>
          </ac:spMkLst>
        </pc:spChg>
        <pc:spChg chg="add mod">
          <ac:chgData name="Alexander Simon Thrysøe" userId="3f9b9528-1df8-4235-9262-8bdb6141b1d9" providerId="ADAL" clId="{45C9CCB0-01C4-4662-962D-7EB51A4BA1E1}" dt="2025-10-17T20:52:55.979" v="3371"/>
          <ac:spMkLst>
            <pc:docMk/>
            <pc:sldMk cId="1635377456" sldId="579"/>
            <ac:spMk id="2651" creationId="{ED101027-8F89-4C13-86E3-9DAACF829B07}"/>
          </ac:spMkLst>
        </pc:spChg>
        <pc:spChg chg="add mod">
          <ac:chgData name="Alexander Simon Thrysøe" userId="3f9b9528-1df8-4235-9262-8bdb6141b1d9" providerId="ADAL" clId="{45C9CCB0-01C4-4662-962D-7EB51A4BA1E1}" dt="2025-10-17T20:52:55.984" v="3379"/>
          <ac:spMkLst>
            <pc:docMk/>
            <pc:sldMk cId="1635377456" sldId="579"/>
            <ac:spMk id="2652" creationId="{1A61F4F8-0823-4BDF-AFF2-53D229461BD8}"/>
          </ac:spMkLst>
        </pc:spChg>
        <pc:spChg chg="add mod">
          <ac:chgData name="Alexander Simon Thrysøe" userId="3f9b9528-1df8-4235-9262-8bdb6141b1d9" providerId="ADAL" clId="{45C9CCB0-01C4-4662-962D-7EB51A4BA1E1}" dt="2025-10-17T20:52:55.988" v="3387"/>
          <ac:spMkLst>
            <pc:docMk/>
            <pc:sldMk cId="1635377456" sldId="579"/>
            <ac:spMk id="2653" creationId="{EBFDA7C3-BF5B-443D-9E48-CF1597EA28AE}"/>
          </ac:spMkLst>
        </pc:spChg>
        <pc:spChg chg="add mod">
          <ac:chgData name="Alexander Simon Thrysøe" userId="3f9b9528-1df8-4235-9262-8bdb6141b1d9" providerId="ADAL" clId="{45C9CCB0-01C4-4662-962D-7EB51A4BA1E1}" dt="2025-10-17T20:52:55.992" v="3395"/>
          <ac:spMkLst>
            <pc:docMk/>
            <pc:sldMk cId="1635377456" sldId="579"/>
            <ac:spMk id="2654" creationId="{CC5FD7E3-2573-41E3-BC13-2119F6F4A5DE}"/>
          </ac:spMkLst>
        </pc:spChg>
        <pc:spChg chg="add mod">
          <ac:chgData name="Alexander Simon Thrysøe" userId="3f9b9528-1df8-4235-9262-8bdb6141b1d9" providerId="ADAL" clId="{45C9CCB0-01C4-4662-962D-7EB51A4BA1E1}" dt="2025-10-17T20:52:55.998" v="3403"/>
          <ac:spMkLst>
            <pc:docMk/>
            <pc:sldMk cId="1635377456" sldId="579"/>
            <ac:spMk id="2655" creationId="{20269705-BD3F-41B3-B03E-50EC711F91E8}"/>
          </ac:spMkLst>
        </pc:spChg>
        <pc:spChg chg="add mod">
          <ac:chgData name="Alexander Simon Thrysøe" userId="3f9b9528-1df8-4235-9262-8bdb6141b1d9" providerId="ADAL" clId="{45C9CCB0-01C4-4662-962D-7EB51A4BA1E1}" dt="2025-10-17T20:52:56.004" v="3411"/>
          <ac:spMkLst>
            <pc:docMk/>
            <pc:sldMk cId="1635377456" sldId="579"/>
            <ac:spMk id="2656" creationId="{47214C36-0E5D-493E-9FF8-D5E03774CFA1}"/>
          </ac:spMkLst>
        </pc:spChg>
        <pc:spChg chg="add mod">
          <ac:chgData name="Alexander Simon Thrysøe" userId="3f9b9528-1df8-4235-9262-8bdb6141b1d9" providerId="ADAL" clId="{45C9CCB0-01C4-4662-962D-7EB51A4BA1E1}" dt="2025-10-17T20:52:56.008" v="3419"/>
          <ac:spMkLst>
            <pc:docMk/>
            <pc:sldMk cId="1635377456" sldId="579"/>
            <ac:spMk id="2657" creationId="{51FCEA49-423B-4A8D-BAFA-23B726E1B0B7}"/>
          </ac:spMkLst>
        </pc:spChg>
        <pc:spChg chg="add mod">
          <ac:chgData name="Alexander Simon Thrysøe" userId="3f9b9528-1df8-4235-9262-8bdb6141b1d9" providerId="ADAL" clId="{45C9CCB0-01C4-4662-962D-7EB51A4BA1E1}" dt="2025-10-17T20:52:56.012" v="3427"/>
          <ac:spMkLst>
            <pc:docMk/>
            <pc:sldMk cId="1635377456" sldId="579"/>
            <ac:spMk id="2658" creationId="{E840903E-E8E8-485D-A360-0D472C3E6B0C}"/>
          </ac:spMkLst>
        </pc:spChg>
        <pc:spChg chg="add mod">
          <ac:chgData name="Alexander Simon Thrysøe" userId="3f9b9528-1df8-4235-9262-8bdb6141b1d9" providerId="ADAL" clId="{45C9CCB0-01C4-4662-962D-7EB51A4BA1E1}" dt="2025-10-17T20:52:56.016" v="3435"/>
          <ac:spMkLst>
            <pc:docMk/>
            <pc:sldMk cId="1635377456" sldId="579"/>
            <ac:spMk id="2659" creationId="{4543AD1B-3617-44E3-BA11-8D17AB8BA2B1}"/>
          </ac:spMkLst>
        </pc:spChg>
        <pc:spChg chg="add mod">
          <ac:chgData name="Alexander Simon Thrysøe" userId="3f9b9528-1df8-4235-9262-8bdb6141b1d9" providerId="ADAL" clId="{45C9CCB0-01C4-4662-962D-7EB51A4BA1E1}" dt="2025-10-17T20:52:56.023" v="3443"/>
          <ac:spMkLst>
            <pc:docMk/>
            <pc:sldMk cId="1635377456" sldId="579"/>
            <ac:spMk id="2660" creationId="{C0FB77BC-98B9-4E02-9AB3-95849A23C7B1}"/>
          </ac:spMkLst>
        </pc:spChg>
        <pc:spChg chg="add mod">
          <ac:chgData name="Alexander Simon Thrysøe" userId="3f9b9528-1df8-4235-9262-8bdb6141b1d9" providerId="ADAL" clId="{45C9CCB0-01C4-4662-962D-7EB51A4BA1E1}" dt="2025-10-17T20:52:56.027" v="3451"/>
          <ac:spMkLst>
            <pc:docMk/>
            <pc:sldMk cId="1635377456" sldId="579"/>
            <ac:spMk id="2661" creationId="{913A1AD3-DB18-4047-B1E9-DD0C9F61BCD7}"/>
          </ac:spMkLst>
        </pc:spChg>
        <pc:spChg chg="add mod">
          <ac:chgData name="Alexander Simon Thrysøe" userId="3f9b9528-1df8-4235-9262-8bdb6141b1d9" providerId="ADAL" clId="{45C9CCB0-01C4-4662-962D-7EB51A4BA1E1}" dt="2025-10-17T20:52:56.033" v="3459"/>
          <ac:spMkLst>
            <pc:docMk/>
            <pc:sldMk cId="1635377456" sldId="579"/>
            <ac:spMk id="2662" creationId="{B74D427F-2907-4829-A9FD-E5C8B0FF2B2E}"/>
          </ac:spMkLst>
        </pc:spChg>
        <pc:spChg chg="add mod">
          <ac:chgData name="Alexander Simon Thrysøe" userId="3f9b9528-1df8-4235-9262-8bdb6141b1d9" providerId="ADAL" clId="{45C9CCB0-01C4-4662-962D-7EB51A4BA1E1}" dt="2025-10-17T20:52:56.037" v="3467"/>
          <ac:spMkLst>
            <pc:docMk/>
            <pc:sldMk cId="1635377456" sldId="579"/>
            <ac:spMk id="2663" creationId="{76154EF7-5D63-4B27-9758-413F1CEEFFE9}"/>
          </ac:spMkLst>
        </pc:spChg>
        <pc:spChg chg="add mod">
          <ac:chgData name="Alexander Simon Thrysøe" userId="3f9b9528-1df8-4235-9262-8bdb6141b1d9" providerId="ADAL" clId="{45C9CCB0-01C4-4662-962D-7EB51A4BA1E1}" dt="2025-10-17T20:52:56.043" v="3475"/>
          <ac:spMkLst>
            <pc:docMk/>
            <pc:sldMk cId="1635377456" sldId="579"/>
            <ac:spMk id="2664" creationId="{8A51B9AB-7814-4B61-AB8C-56372C45E34B}"/>
          </ac:spMkLst>
        </pc:spChg>
        <pc:spChg chg="add mod">
          <ac:chgData name="Alexander Simon Thrysøe" userId="3f9b9528-1df8-4235-9262-8bdb6141b1d9" providerId="ADAL" clId="{45C9CCB0-01C4-4662-962D-7EB51A4BA1E1}" dt="2025-10-17T20:52:56.049" v="3483"/>
          <ac:spMkLst>
            <pc:docMk/>
            <pc:sldMk cId="1635377456" sldId="579"/>
            <ac:spMk id="2665" creationId="{FD3F079C-3AD7-4BD9-A0AB-81582B4D04D5}"/>
          </ac:spMkLst>
        </pc:spChg>
        <pc:spChg chg="add mod">
          <ac:chgData name="Alexander Simon Thrysøe" userId="3f9b9528-1df8-4235-9262-8bdb6141b1d9" providerId="ADAL" clId="{45C9CCB0-01C4-4662-962D-7EB51A4BA1E1}" dt="2025-10-17T20:52:56.053" v="3491"/>
          <ac:spMkLst>
            <pc:docMk/>
            <pc:sldMk cId="1635377456" sldId="579"/>
            <ac:spMk id="2666" creationId="{62E089AA-DB7A-4A39-9326-50A928B29F05}"/>
          </ac:spMkLst>
        </pc:spChg>
        <pc:spChg chg="add mod">
          <ac:chgData name="Alexander Simon Thrysøe" userId="3f9b9528-1df8-4235-9262-8bdb6141b1d9" providerId="ADAL" clId="{45C9CCB0-01C4-4662-962D-7EB51A4BA1E1}" dt="2025-10-17T20:52:56.059" v="3499"/>
          <ac:spMkLst>
            <pc:docMk/>
            <pc:sldMk cId="1635377456" sldId="579"/>
            <ac:spMk id="2667" creationId="{43BD1E58-FB5F-4911-9091-86B9DD9981DA}"/>
          </ac:spMkLst>
        </pc:spChg>
        <pc:spChg chg="add mod">
          <ac:chgData name="Alexander Simon Thrysøe" userId="3f9b9528-1df8-4235-9262-8bdb6141b1d9" providerId="ADAL" clId="{45C9CCB0-01C4-4662-962D-7EB51A4BA1E1}" dt="2025-10-17T20:52:56.063" v="3507"/>
          <ac:spMkLst>
            <pc:docMk/>
            <pc:sldMk cId="1635377456" sldId="579"/>
            <ac:spMk id="2668" creationId="{DDAA00A1-9D2F-4AFC-B188-F772EEAEE05D}"/>
          </ac:spMkLst>
        </pc:spChg>
        <pc:spChg chg="add mod">
          <ac:chgData name="Alexander Simon Thrysøe" userId="3f9b9528-1df8-4235-9262-8bdb6141b1d9" providerId="ADAL" clId="{45C9CCB0-01C4-4662-962D-7EB51A4BA1E1}" dt="2025-10-17T20:52:56.069" v="3515"/>
          <ac:spMkLst>
            <pc:docMk/>
            <pc:sldMk cId="1635377456" sldId="579"/>
            <ac:spMk id="2669" creationId="{D6DF3586-E935-4C0C-B943-9F43C5B177CA}"/>
          </ac:spMkLst>
        </pc:spChg>
        <pc:spChg chg="add mod">
          <ac:chgData name="Alexander Simon Thrysøe" userId="3f9b9528-1df8-4235-9262-8bdb6141b1d9" providerId="ADAL" clId="{45C9CCB0-01C4-4662-962D-7EB51A4BA1E1}" dt="2025-10-17T20:52:56.073" v="3523"/>
          <ac:spMkLst>
            <pc:docMk/>
            <pc:sldMk cId="1635377456" sldId="579"/>
            <ac:spMk id="2670" creationId="{08CED670-6C5F-4F3C-B9A4-86E20D9DE21C}"/>
          </ac:spMkLst>
        </pc:spChg>
        <pc:spChg chg="add mod">
          <ac:chgData name="Alexander Simon Thrysøe" userId="3f9b9528-1df8-4235-9262-8bdb6141b1d9" providerId="ADAL" clId="{45C9CCB0-01C4-4662-962D-7EB51A4BA1E1}" dt="2025-10-17T20:52:56.079" v="3531"/>
          <ac:spMkLst>
            <pc:docMk/>
            <pc:sldMk cId="1635377456" sldId="579"/>
            <ac:spMk id="2671" creationId="{C6147DA2-8BAE-4518-A008-1AA8487EB96E}"/>
          </ac:spMkLst>
        </pc:spChg>
        <pc:spChg chg="add mod">
          <ac:chgData name="Alexander Simon Thrysøe" userId="3f9b9528-1df8-4235-9262-8bdb6141b1d9" providerId="ADAL" clId="{45C9CCB0-01C4-4662-962D-7EB51A4BA1E1}" dt="2025-10-17T20:52:56.083" v="3539"/>
          <ac:spMkLst>
            <pc:docMk/>
            <pc:sldMk cId="1635377456" sldId="579"/>
            <ac:spMk id="2672" creationId="{B8AC72B7-47EC-49CA-A5F0-421DC544CA12}"/>
          </ac:spMkLst>
        </pc:spChg>
        <pc:spChg chg="add mod">
          <ac:chgData name="Alexander Simon Thrysøe" userId="3f9b9528-1df8-4235-9262-8bdb6141b1d9" providerId="ADAL" clId="{45C9CCB0-01C4-4662-962D-7EB51A4BA1E1}" dt="2025-10-17T20:52:56.089" v="3547"/>
          <ac:spMkLst>
            <pc:docMk/>
            <pc:sldMk cId="1635377456" sldId="579"/>
            <ac:spMk id="2673" creationId="{2D912013-A312-428F-A7EF-C4D6B162A456}"/>
          </ac:spMkLst>
        </pc:spChg>
        <pc:spChg chg="add mod">
          <ac:chgData name="Alexander Simon Thrysøe" userId="3f9b9528-1df8-4235-9262-8bdb6141b1d9" providerId="ADAL" clId="{45C9CCB0-01C4-4662-962D-7EB51A4BA1E1}" dt="2025-10-17T20:52:56.094" v="3555"/>
          <ac:spMkLst>
            <pc:docMk/>
            <pc:sldMk cId="1635377456" sldId="579"/>
            <ac:spMk id="2674" creationId="{67BAB678-C9BD-4AA9-817C-CAF3825C6050}"/>
          </ac:spMkLst>
        </pc:spChg>
        <pc:spChg chg="add mod">
          <ac:chgData name="Alexander Simon Thrysøe" userId="3f9b9528-1df8-4235-9262-8bdb6141b1d9" providerId="ADAL" clId="{45C9CCB0-01C4-4662-962D-7EB51A4BA1E1}" dt="2025-10-17T20:52:56.099" v="3563"/>
          <ac:spMkLst>
            <pc:docMk/>
            <pc:sldMk cId="1635377456" sldId="579"/>
            <ac:spMk id="2675" creationId="{5A03D53D-2999-4C00-AC6F-2BA30D8A0B10}"/>
          </ac:spMkLst>
        </pc:spChg>
        <pc:spChg chg="add mod">
          <ac:chgData name="Alexander Simon Thrysøe" userId="3f9b9528-1df8-4235-9262-8bdb6141b1d9" providerId="ADAL" clId="{45C9CCB0-01C4-4662-962D-7EB51A4BA1E1}" dt="2025-10-17T20:52:56.103" v="3571"/>
          <ac:spMkLst>
            <pc:docMk/>
            <pc:sldMk cId="1635377456" sldId="579"/>
            <ac:spMk id="2676" creationId="{F5732B65-50A3-4499-977C-6950DF9B6C59}"/>
          </ac:spMkLst>
        </pc:spChg>
        <pc:spChg chg="add mod">
          <ac:chgData name="Alexander Simon Thrysøe" userId="3f9b9528-1df8-4235-9262-8bdb6141b1d9" providerId="ADAL" clId="{45C9CCB0-01C4-4662-962D-7EB51A4BA1E1}" dt="2025-10-17T20:52:56.107" v="3579"/>
          <ac:spMkLst>
            <pc:docMk/>
            <pc:sldMk cId="1635377456" sldId="579"/>
            <ac:spMk id="2677" creationId="{AC46691B-B3A7-4F72-BD41-D71D4DF35D33}"/>
          </ac:spMkLst>
        </pc:spChg>
        <pc:spChg chg="add mod">
          <ac:chgData name="Alexander Simon Thrysøe" userId="3f9b9528-1df8-4235-9262-8bdb6141b1d9" providerId="ADAL" clId="{45C9CCB0-01C4-4662-962D-7EB51A4BA1E1}" dt="2025-10-17T20:52:56.113" v="3587"/>
          <ac:spMkLst>
            <pc:docMk/>
            <pc:sldMk cId="1635377456" sldId="579"/>
            <ac:spMk id="2678" creationId="{9BE80BB8-BB16-4396-BCF9-B31BE8697BA6}"/>
          </ac:spMkLst>
        </pc:spChg>
        <pc:spChg chg="add mod">
          <ac:chgData name="Alexander Simon Thrysøe" userId="3f9b9528-1df8-4235-9262-8bdb6141b1d9" providerId="ADAL" clId="{45C9CCB0-01C4-4662-962D-7EB51A4BA1E1}" dt="2025-10-17T20:52:56.119" v="3595"/>
          <ac:spMkLst>
            <pc:docMk/>
            <pc:sldMk cId="1635377456" sldId="579"/>
            <ac:spMk id="2679" creationId="{0675A28D-109F-4E97-A06F-A43174395E57}"/>
          </ac:spMkLst>
        </pc:spChg>
        <pc:spChg chg="add mod">
          <ac:chgData name="Alexander Simon Thrysøe" userId="3f9b9528-1df8-4235-9262-8bdb6141b1d9" providerId="ADAL" clId="{45C9CCB0-01C4-4662-962D-7EB51A4BA1E1}" dt="2025-10-17T20:52:56.123" v="3603"/>
          <ac:spMkLst>
            <pc:docMk/>
            <pc:sldMk cId="1635377456" sldId="579"/>
            <ac:spMk id="2680" creationId="{7C05E544-D761-4713-B8E2-52F4A1A11A54}"/>
          </ac:spMkLst>
        </pc:spChg>
        <pc:spChg chg="add mod">
          <ac:chgData name="Alexander Simon Thrysøe" userId="3f9b9528-1df8-4235-9262-8bdb6141b1d9" providerId="ADAL" clId="{45C9CCB0-01C4-4662-962D-7EB51A4BA1E1}" dt="2025-10-17T20:52:56.129" v="3611"/>
          <ac:spMkLst>
            <pc:docMk/>
            <pc:sldMk cId="1635377456" sldId="579"/>
            <ac:spMk id="2681" creationId="{0092AFE9-AADA-47F4-8EB9-451A2DDB16C4}"/>
          </ac:spMkLst>
        </pc:spChg>
        <pc:spChg chg="add mod">
          <ac:chgData name="Alexander Simon Thrysøe" userId="3f9b9528-1df8-4235-9262-8bdb6141b1d9" providerId="ADAL" clId="{45C9CCB0-01C4-4662-962D-7EB51A4BA1E1}" dt="2025-10-17T20:52:56.133" v="3619"/>
          <ac:spMkLst>
            <pc:docMk/>
            <pc:sldMk cId="1635377456" sldId="579"/>
            <ac:spMk id="2682" creationId="{60E0823E-D3BC-4D86-A2E4-27B3C9890DE6}"/>
          </ac:spMkLst>
        </pc:spChg>
        <pc:spChg chg="add mod">
          <ac:chgData name="Alexander Simon Thrysøe" userId="3f9b9528-1df8-4235-9262-8bdb6141b1d9" providerId="ADAL" clId="{45C9CCB0-01C4-4662-962D-7EB51A4BA1E1}" dt="2025-10-17T20:52:56.139" v="3627"/>
          <ac:spMkLst>
            <pc:docMk/>
            <pc:sldMk cId="1635377456" sldId="579"/>
            <ac:spMk id="2683" creationId="{F8CD98DE-A6CD-4A0E-8AE0-DB51D52B00D5}"/>
          </ac:spMkLst>
        </pc:spChg>
        <pc:spChg chg="add mod">
          <ac:chgData name="Alexander Simon Thrysøe" userId="3f9b9528-1df8-4235-9262-8bdb6141b1d9" providerId="ADAL" clId="{45C9CCB0-01C4-4662-962D-7EB51A4BA1E1}" dt="2025-10-17T20:52:56.143" v="3635"/>
          <ac:spMkLst>
            <pc:docMk/>
            <pc:sldMk cId="1635377456" sldId="579"/>
            <ac:spMk id="2684" creationId="{6481051D-62D4-495F-8DDF-F0EF747FE03F}"/>
          </ac:spMkLst>
        </pc:spChg>
        <pc:spChg chg="add mod">
          <ac:chgData name="Alexander Simon Thrysøe" userId="3f9b9528-1df8-4235-9262-8bdb6141b1d9" providerId="ADAL" clId="{45C9CCB0-01C4-4662-962D-7EB51A4BA1E1}" dt="2025-10-17T20:52:56.149" v="3643"/>
          <ac:spMkLst>
            <pc:docMk/>
            <pc:sldMk cId="1635377456" sldId="579"/>
            <ac:spMk id="2685" creationId="{E1B94C2F-A249-40BE-89EE-F5FBB09DED96}"/>
          </ac:spMkLst>
        </pc:spChg>
        <pc:spChg chg="add mod">
          <ac:chgData name="Alexander Simon Thrysøe" userId="3f9b9528-1df8-4235-9262-8bdb6141b1d9" providerId="ADAL" clId="{45C9CCB0-01C4-4662-962D-7EB51A4BA1E1}" dt="2025-10-17T20:52:56.154" v="3651"/>
          <ac:spMkLst>
            <pc:docMk/>
            <pc:sldMk cId="1635377456" sldId="579"/>
            <ac:spMk id="2686" creationId="{F178DDA9-AFC8-4071-AAE1-8DA4FF4D901B}"/>
          </ac:spMkLst>
        </pc:spChg>
        <pc:spChg chg="add mod">
          <ac:chgData name="Alexander Simon Thrysøe" userId="3f9b9528-1df8-4235-9262-8bdb6141b1d9" providerId="ADAL" clId="{45C9CCB0-01C4-4662-962D-7EB51A4BA1E1}" dt="2025-10-17T20:52:56.158" v="3659"/>
          <ac:spMkLst>
            <pc:docMk/>
            <pc:sldMk cId="1635377456" sldId="579"/>
            <ac:spMk id="2687" creationId="{860FFB88-DDDD-4D7D-A809-47C860A9CC7B}"/>
          </ac:spMkLst>
        </pc:spChg>
        <pc:spChg chg="add mod">
          <ac:chgData name="Alexander Simon Thrysøe" userId="3f9b9528-1df8-4235-9262-8bdb6141b1d9" providerId="ADAL" clId="{45C9CCB0-01C4-4662-962D-7EB51A4BA1E1}" dt="2025-10-17T20:52:56.164" v="3667"/>
          <ac:spMkLst>
            <pc:docMk/>
            <pc:sldMk cId="1635377456" sldId="579"/>
            <ac:spMk id="2688" creationId="{75925520-6058-46BF-83F0-6BA7112A70A1}"/>
          </ac:spMkLst>
        </pc:spChg>
        <pc:spChg chg="add mod">
          <ac:chgData name="Alexander Simon Thrysøe" userId="3f9b9528-1df8-4235-9262-8bdb6141b1d9" providerId="ADAL" clId="{45C9CCB0-01C4-4662-962D-7EB51A4BA1E1}" dt="2025-10-17T20:52:56.168" v="3675"/>
          <ac:spMkLst>
            <pc:docMk/>
            <pc:sldMk cId="1635377456" sldId="579"/>
            <ac:spMk id="2689" creationId="{F91E3609-FD72-4FF5-9ECA-81904199F810}"/>
          </ac:spMkLst>
        </pc:spChg>
        <pc:spChg chg="add mod">
          <ac:chgData name="Alexander Simon Thrysøe" userId="3f9b9528-1df8-4235-9262-8bdb6141b1d9" providerId="ADAL" clId="{45C9CCB0-01C4-4662-962D-7EB51A4BA1E1}" dt="2025-10-17T20:52:56.172" v="3683"/>
          <ac:spMkLst>
            <pc:docMk/>
            <pc:sldMk cId="1635377456" sldId="579"/>
            <ac:spMk id="2690" creationId="{BEB404E2-0A59-437C-B954-D1936419964A}"/>
          </ac:spMkLst>
        </pc:spChg>
        <pc:spChg chg="add mod">
          <ac:chgData name="Alexander Simon Thrysøe" userId="3f9b9528-1df8-4235-9262-8bdb6141b1d9" providerId="ADAL" clId="{45C9CCB0-01C4-4662-962D-7EB51A4BA1E1}" dt="2025-10-17T20:52:56.178" v="3691"/>
          <ac:spMkLst>
            <pc:docMk/>
            <pc:sldMk cId="1635377456" sldId="579"/>
            <ac:spMk id="2691" creationId="{A77FDBB8-992B-4DAC-955B-8845C3CDE89E}"/>
          </ac:spMkLst>
        </pc:spChg>
        <pc:spChg chg="add mod">
          <ac:chgData name="Alexander Simon Thrysøe" userId="3f9b9528-1df8-4235-9262-8bdb6141b1d9" providerId="ADAL" clId="{45C9CCB0-01C4-4662-962D-7EB51A4BA1E1}" dt="2025-10-17T20:52:56.184" v="3699"/>
          <ac:spMkLst>
            <pc:docMk/>
            <pc:sldMk cId="1635377456" sldId="579"/>
            <ac:spMk id="2692" creationId="{24D42B7F-AA75-4FE3-BA7F-9AB3D2599301}"/>
          </ac:spMkLst>
        </pc:spChg>
        <pc:spChg chg="add mod">
          <ac:chgData name="Alexander Simon Thrysøe" userId="3f9b9528-1df8-4235-9262-8bdb6141b1d9" providerId="ADAL" clId="{45C9CCB0-01C4-4662-962D-7EB51A4BA1E1}" dt="2025-10-17T20:52:56.189" v="3707"/>
          <ac:spMkLst>
            <pc:docMk/>
            <pc:sldMk cId="1635377456" sldId="579"/>
            <ac:spMk id="2693" creationId="{B9F7AC76-35AC-422F-8688-78B050065F4A}"/>
          </ac:spMkLst>
        </pc:spChg>
        <pc:spChg chg="add mod">
          <ac:chgData name="Alexander Simon Thrysøe" userId="3f9b9528-1df8-4235-9262-8bdb6141b1d9" providerId="ADAL" clId="{45C9CCB0-01C4-4662-962D-7EB51A4BA1E1}" dt="2025-10-17T20:52:56.194" v="3715"/>
          <ac:spMkLst>
            <pc:docMk/>
            <pc:sldMk cId="1635377456" sldId="579"/>
            <ac:spMk id="2694" creationId="{998DE4B6-A264-413C-84C3-8A25A05B492C}"/>
          </ac:spMkLst>
        </pc:spChg>
        <pc:spChg chg="add mod">
          <ac:chgData name="Alexander Simon Thrysøe" userId="3f9b9528-1df8-4235-9262-8bdb6141b1d9" providerId="ADAL" clId="{45C9CCB0-01C4-4662-962D-7EB51A4BA1E1}" dt="2025-10-17T20:52:56.198" v="3723"/>
          <ac:spMkLst>
            <pc:docMk/>
            <pc:sldMk cId="1635377456" sldId="579"/>
            <ac:spMk id="2695" creationId="{2746291C-4091-4698-B3A0-D09B633AFC0C}"/>
          </ac:spMkLst>
        </pc:spChg>
        <pc:spChg chg="add mod">
          <ac:chgData name="Alexander Simon Thrysøe" userId="3f9b9528-1df8-4235-9262-8bdb6141b1d9" providerId="ADAL" clId="{45C9CCB0-01C4-4662-962D-7EB51A4BA1E1}" dt="2025-10-17T20:52:56.204" v="3731"/>
          <ac:spMkLst>
            <pc:docMk/>
            <pc:sldMk cId="1635377456" sldId="579"/>
            <ac:spMk id="2696" creationId="{B99DD459-DECC-4A66-A565-15CBA9787CC1}"/>
          </ac:spMkLst>
        </pc:spChg>
        <pc:spChg chg="add mod">
          <ac:chgData name="Alexander Simon Thrysøe" userId="3f9b9528-1df8-4235-9262-8bdb6141b1d9" providerId="ADAL" clId="{45C9CCB0-01C4-4662-962D-7EB51A4BA1E1}" dt="2025-10-17T20:52:56.208" v="3739"/>
          <ac:spMkLst>
            <pc:docMk/>
            <pc:sldMk cId="1635377456" sldId="579"/>
            <ac:spMk id="2697" creationId="{932B2111-6F66-458C-BE4D-DD2EC020212A}"/>
          </ac:spMkLst>
        </pc:spChg>
        <pc:spChg chg="add mod">
          <ac:chgData name="Alexander Simon Thrysøe" userId="3f9b9528-1df8-4235-9262-8bdb6141b1d9" providerId="ADAL" clId="{45C9CCB0-01C4-4662-962D-7EB51A4BA1E1}" dt="2025-10-17T20:52:56.214" v="3747"/>
          <ac:spMkLst>
            <pc:docMk/>
            <pc:sldMk cId="1635377456" sldId="579"/>
            <ac:spMk id="2698" creationId="{4BBD35C6-0239-4511-9720-22A65B455DB6}"/>
          </ac:spMkLst>
        </pc:spChg>
        <pc:spChg chg="add mod">
          <ac:chgData name="Alexander Simon Thrysøe" userId="3f9b9528-1df8-4235-9262-8bdb6141b1d9" providerId="ADAL" clId="{45C9CCB0-01C4-4662-962D-7EB51A4BA1E1}" dt="2025-10-17T20:52:56.219" v="3755"/>
          <ac:spMkLst>
            <pc:docMk/>
            <pc:sldMk cId="1635377456" sldId="579"/>
            <ac:spMk id="2699" creationId="{EA818069-5FEE-4B03-9F89-DBFCF8D58864}"/>
          </ac:spMkLst>
        </pc:spChg>
        <pc:spChg chg="add mod">
          <ac:chgData name="Alexander Simon Thrysøe" userId="3f9b9528-1df8-4235-9262-8bdb6141b1d9" providerId="ADAL" clId="{45C9CCB0-01C4-4662-962D-7EB51A4BA1E1}" dt="2025-10-17T20:52:56.224" v="3763"/>
          <ac:spMkLst>
            <pc:docMk/>
            <pc:sldMk cId="1635377456" sldId="579"/>
            <ac:spMk id="2700" creationId="{883A9C27-209A-4FC5-AD54-2C44C38FA312}"/>
          </ac:spMkLst>
        </pc:spChg>
        <pc:spChg chg="add mod">
          <ac:chgData name="Alexander Simon Thrysøe" userId="3f9b9528-1df8-4235-9262-8bdb6141b1d9" providerId="ADAL" clId="{45C9CCB0-01C4-4662-962D-7EB51A4BA1E1}" dt="2025-10-17T20:52:56.228" v="3771"/>
          <ac:spMkLst>
            <pc:docMk/>
            <pc:sldMk cId="1635377456" sldId="579"/>
            <ac:spMk id="2701" creationId="{D499253A-09F6-4CD6-93C8-479EFFA502D6}"/>
          </ac:spMkLst>
        </pc:spChg>
        <pc:spChg chg="add mod">
          <ac:chgData name="Alexander Simon Thrysøe" userId="3f9b9528-1df8-4235-9262-8bdb6141b1d9" providerId="ADAL" clId="{45C9CCB0-01C4-4662-962D-7EB51A4BA1E1}" dt="2025-10-17T20:52:56.232" v="3779"/>
          <ac:spMkLst>
            <pc:docMk/>
            <pc:sldMk cId="1635377456" sldId="579"/>
            <ac:spMk id="2702" creationId="{D6AC7B79-28E0-4D86-99FF-D9A84E13751B}"/>
          </ac:spMkLst>
        </pc:spChg>
        <pc:spChg chg="add mod">
          <ac:chgData name="Alexander Simon Thrysøe" userId="3f9b9528-1df8-4235-9262-8bdb6141b1d9" providerId="ADAL" clId="{45C9CCB0-01C4-4662-962D-7EB51A4BA1E1}" dt="2025-10-17T20:52:56.238" v="3787"/>
          <ac:spMkLst>
            <pc:docMk/>
            <pc:sldMk cId="1635377456" sldId="579"/>
            <ac:spMk id="2703" creationId="{1F8E3940-4D8D-480D-919D-88CD8A9A200A}"/>
          </ac:spMkLst>
        </pc:spChg>
        <pc:spChg chg="add mod">
          <ac:chgData name="Alexander Simon Thrysøe" userId="3f9b9528-1df8-4235-9262-8bdb6141b1d9" providerId="ADAL" clId="{45C9CCB0-01C4-4662-962D-7EB51A4BA1E1}" dt="2025-10-17T20:52:56.238" v="3795"/>
          <ac:spMkLst>
            <pc:docMk/>
            <pc:sldMk cId="1635377456" sldId="579"/>
            <ac:spMk id="2704" creationId="{5BD2B5DA-0A66-4ED7-9194-F9B1299DE88C}"/>
          </ac:spMkLst>
        </pc:spChg>
        <pc:spChg chg="add mod">
          <ac:chgData name="Alexander Simon Thrysøe" userId="3f9b9528-1df8-4235-9262-8bdb6141b1d9" providerId="ADAL" clId="{45C9CCB0-01C4-4662-962D-7EB51A4BA1E1}" dt="2025-10-17T20:52:56.248" v="3803"/>
          <ac:spMkLst>
            <pc:docMk/>
            <pc:sldMk cId="1635377456" sldId="579"/>
            <ac:spMk id="2705" creationId="{29396300-DB67-46A2-A5FE-429F677074AC}"/>
          </ac:spMkLst>
        </pc:spChg>
        <pc:spChg chg="add mod">
          <ac:chgData name="Alexander Simon Thrysøe" userId="3f9b9528-1df8-4235-9262-8bdb6141b1d9" providerId="ADAL" clId="{45C9CCB0-01C4-4662-962D-7EB51A4BA1E1}" dt="2025-10-17T20:52:56.254" v="3811"/>
          <ac:spMkLst>
            <pc:docMk/>
            <pc:sldMk cId="1635377456" sldId="579"/>
            <ac:spMk id="2706" creationId="{28EBEE8B-E0FA-4653-B21B-B72AE8BCF40E}"/>
          </ac:spMkLst>
        </pc:spChg>
        <pc:spChg chg="add mod">
          <ac:chgData name="Alexander Simon Thrysøe" userId="3f9b9528-1df8-4235-9262-8bdb6141b1d9" providerId="ADAL" clId="{45C9CCB0-01C4-4662-962D-7EB51A4BA1E1}" dt="2025-10-17T20:52:56.258" v="3819"/>
          <ac:spMkLst>
            <pc:docMk/>
            <pc:sldMk cId="1635377456" sldId="579"/>
            <ac:spMk id="2707" creationId="{167FBE9F-CE89-42DB-AF8E-68D7C96EC0B3}"/>
          </ac:spMkLst>
        </pc:spChg>
        <pc:spChg chg="add mod">
          <ac:chgData name="Alexander Simon Thrysøe" userId="3f9b9528-1df8-4235-9262-8bdb6141b1d9" providerId="ADAL" clId="{45C9CCB0-01C4-4662-962D-7EB51A4BA1E1}" dt="2025-10-17T20:52:56.258" v="3827"/>
          <ac:spMkLst>
            <pc:docMk/>
            <pc:sldMk cId="1635377456" sldId="579"/>
            <ac:spMk id="2708" creationId="{880D574A-E19D-47BB-8CEF-88099991868E}"/>
          </ac:spMkLst>
        </pc:spChg>
        <pc:spChg chg="add mod">
          <ac:chgData name="Alexander Simon Thrysøe" userId="3f9b9528-1df8-4235-9262-8bdb6141b1d9" providerId="ADAL" clId="{45C9CCB0-01C4-4662-962D-7EB51A4BA1E1}" dt="2025-10-17T20:52:56.270" v="3835"/>
          <ac:spMkLst>
            <pc:docMk/>
            <pc:sldMk cId="1635377456" sldId="579"/>
            <ac:spMk id="2709" creationId="{A73A0A6C-824D-46AB-A628-2CA721952B7C}"/>
          </ac:spMkLst>
        </pc:spChg>
        <pc:spChg chg="add mod">
          <ac:chgData name="Alexander Simon Thrysøe" userId="3f9b9528-1df8-4235-9262-8bdb6141b1d9" providerId="ADAL" clId="{45C9CCB0-01C4-4662-962D-7EB51A4BA1E1}" dt="2025-10-17T20:52:56.270" v="3843"/>
          <ac:spMkLst>
            <pc:docMk/>
            <pc:sldMk cId="1635377456" sldId="579"/>
            <ac:spMk id="2710" creationId="{0263E68C-A9D5-420F-B6A8-5C3E4D388310}"/>
          </ac:spMkLst>
        </pc:spChg>
        <pc:spChg chg="add mod">
          <ac:chgData name="Alexander Simon Thrysøe" userId="3f9b9528-1df8-4235-9262-8bdb6141b1d9" providerId="ADAL" clId="{45C9CCB0-01C4-4662-962D-7EB51A4BA1E1}" dt="2025-10-17T20:52:56.279" v="3851"/>
          <ac:spMkLst>
            <pc:docMk/>
            <pc:sldMk cId="1635377456" sldId="579"/>
            <ac:spMk id="2711" creationId="{07F64784-D4AF-4315-9087-A94E4D0FE7A6}"/>
          </ac:spMkLst>
        </pc:spChg>
        <pc:spChg chg="add mod">
          <ac:chgData name="Alexander Simon Thrysøe" userId="3f9b9528-1df8-4235-9262-8bdb6141b1d9" providerId="ADAL" clId="{45C9CCB0-01C4-4662-962D-7EB51A4BA1E1}" dt="2025-10-17T20:52:56.286" v="3859"/>
          <ac:spMkLst>
            <pc:docMk/>
            <pc:sldMk cId="1635377456" sldId="579"/>
            <ac:spMk id="2712" creationId="{4F519944-B2DD-4E6D-8F5C-A57F34BFD5FF}"/>
          </ac:spMkLst>
        </pc:spChg>
        <pc:spChg chg="add mod">
          <ac:chgData name="Alexander Simon Thrysøe" userId="3f9b9528-1df8-4235-9262-8bdb6141b1d9" providerId="ADAL" clId="{45C9CCB0-01C4-4662-962D-7EB51A4BA1E1}" dt="2025-10-17T20:52:56.286" v="3867"/>
          <ac:spMkLst>
            <pc:docMk/>
            <pc:sldMk cId="1635377456" sldId="579"/>
            <ac:spMk id="2713" creationId="{54914131-B738-4BC4-B214-C9FAFC7A5191}"/>
          </ac:spMkLst>
        </pc:spChg>
        <pc:spChg chg="add mod">
          <ac:chgData name="Alexander Simon Thrysøe" userId="3f9b9528-1df8-4235-9262-8bdb6141b1d9" providerId="ADAL" clId="{45C9CCB0-01C4-4662-962D-7EB51A4BA1E1}" dt="2025-10-17T20:52:56.286" v="3875"/>
          <ac:spMkLst>
            <pc:docMk/>
            <pc:sldMk cId="1635377456" sldId="579"/>
            <ac:spMk id="2714" creationId="{A7964974-103B-44B7-BDFD-D6BE7680EB83}"/>
          </ac:spMkLst>
        </pc:spChg>
        <pc:spChg chg="add mod">
          <ac:chgData name="Alexander Simon Thrysøe" userId="3f9b9528-1df8-4235-9262-8bdb6141b1d9" providerId="ADAL" clId="{45C9CCB0-01C4-4662-962D-7EB51A4BA1E1}" dt="2025-10-17T20:52:56.302" v="3883"/>
          <ac:spMkLst>
            <pc:docMk/>
            <pc:sldMk cId="1635377456" sldId="579"/>
            <ac:spMk id="2715" creationId="{EB0348B2-3C36-4BC6-811B-EA8CF51EA1E1}"/>
          </ac:spMkLst>
        </pc:spChg>
        <pc:spChg chg="add mod">
          <ac:chgData name="Alexander Simon Thrysøe" userId="3f9b9528-1df8-4235-9262-8bdb6141b1d9" providerId="ADAL" clId="{45C9CCB0-01C4-4662-962D-7EB51A4BA1E1}" dt="2025-10-17T20:52:56.302" v="3891"/>
          <ac:spMkLst>
            <pc:docMk/>
            <pc:sldMk cId="1635377456" sldId="579"/>
            <ac:spMk id="2716" creationId="{B04271E6-3013-408E-ACBE-8D01BB84CF71}"/>
          </ac:spMkLst>
        </pc:spChg>
        <pc:spChg chg="add mod">
          <ac:chgData name="Alexander Simon Thrysøe" userId="3f9b9528-1df8-4235-9262-8bdb6141b1d9" providerId="ADAL" clId="{45C9CCB0-01C4-4662-962D-7EB51A4BA1E1}" dt="2025-10-17T20:52:56.311" v="3899"/>
          <ac:spMkLst>
            <pc:docMk/>
            <pc:sldMk cId="1635377456" sldId="579"/>
            <ac:spMk id="2717" creationId="{BE103C66-062C-44A1-BA9B-9E78FBD3CC20}"/>
          </ac:spMkLst>
        </pc:spChg>
        <pc:spChg chg="add mod">
          <ac:chgData name="Alexander Simon Thrysøe" userId="3f9b9528-1df8-4235-9262-8bdb6141b1d9" providerId="ADAL" clId="{45C9CCB0-01C4-4662-962D-7EB51A4BA1E1}" dt="2025-10-17T20:52:56.318" v="3907"/>
          <ac:spMkLst>
            <pc:docMk/>
            <pc:sldMk cId="1635377456" sldId="579"/>
            <ac:spMk id="2718" creationId="{D06DF638-CE7F-40AB-B172-2E78FA3BEE5F}"/>
          </ac:spMkLst>
        </pc:spChg>
        <pc:spChg chg="add mod">
          <ac:chgData name="Alexander Simon Thrysøe" userId="3f9b9528-1df8-4235-9262-8bdb6141b1d9" providerId="ADAL" clId="{45C9CCB0-01C4-4662-962D-7EB51A4BA1E1}" dt="2025-10-17T20:52:56.318" v="3915"/>
          <ac:spMkLst>
            <pc:docMk/>
            <pc:sldMk cId="1635377456" sldId="579"/>
            <ac:spMk id="2719" creationId="{0C93A85D-4AA7-48CF-AF9C-93BAECA54526}"/>
          </ac:spMkLst>
        </pc:spChg>
        <pc:spChg chg="add mod">
          <ac:chgData name="Alexander Simon Thrysøe" userId="3f9b9528-1df8-4235-9262-8bdb6141b1d9" providerId="ADAL" clId="{45C9CCB0-01C4-4662-962D-7EB51A4BA1E1}" dt="2025-10-17T20:52:56.318" v="3923"/>
          <ac:spMkLst>
            <pc:docMk/>
            <pc:sldMk cId="1635377456" sldId="579"/>
            <ac:spMk id="2720" creationId="{5594AAEE-4E89-4CA8-A3A1-1F57A201B185}"/>
          </ac:spMkLst>
        </pc:spChg>
        <pc:spChg chg="add mod">
          <ac:chgData name="Alexander Simon Thrysøe" userId="3f9b9528-1df8-4235-9262-8bdb6141b1d9" providerId="ADAL" clId="{45C9CCB0-01C4-4662-962D-7EB51A4BA1E1}" dt="2025-10-17T20:52:56.334" v="3931"/>
          <ac:spMkLst>
            <pc:docMk/>
            <pc:sldMk cId="1635377456" sldId="579"/>
            <ac:spMk id="2721" creationId="{21144F36-9B04-41B8-A69F-D6B9604B7348}"/>
          </ac:spMkLst>
        </pc:spChg>
        <pc:spChg chg="add mod">
          <ac:chgData name="Alexander Simon Thrysøe" userId="3f9b9528-1df8-4235-9262-8bdb6141b1d9" providerId="ADAL" clId="{45C9CCB0-01C4-4662-962D-7EB51A4BA1E1}" dt="2025-10-17T20:52:56.334" v="3939"/>
          <ac:spMkLst>
            <pc:docMk/>
            <pc:sldMk cId="1635377456" sldId="579"/>
            <ac:spMk id="2722" creationId="{97CAD316-F417-499F-A774-7823D6932C3D}"/>
          </ac:spMkLst>
        </pc:spChg>
        <pc:spChg chg="add mod">
          <ac:chgData name="Alexander Simon Thrysøe" userId="3f9b9528-1df8-4235-9262-8bdb6141b1d9" providerId="ADAL" clId="{45C9CCB0-01C4-4662-962D-7EB51A4BA1E1}" dt="2025-10-17T20:52:56.342" v="3947"/>
          <ac:spMkLst>
            <pc:docMk/>
            <pc:sldMk cId="1635377456" sldId="579"/>
            <ac:spMk id="2723" creationId="{BCF95102-FD58-40BE-9438-68240E564116}"/>
          </ac:spMkLst>
        </pc:spChg>
        <pc:spChg chg="add mod">
          <ac:chgData name="Alexander Simon Thrysøe" userId="3f9b9528-1df8-4235-9262-8bdb6141b1d9" providerId="ADAL" clId="{45C9CCB0-01C4-4662-962D-7EB51A4BA1E1}" dt="2025-10-17T20:52:56.350" v="3955"/>
          <ac:spMkLst>
            <pc:docMk/>
            <pc:sldMk cId="1635377456" sldId="579"/>
            <ac:spMk id="2724" creationId="{F68CDC8D-3DC7-465A-A91C-5BAACC70C846}"/>
          </ac:spMkLst>
        </pc:spChg>
        <pc:spChg chg="add mod">
          <ac:chgData name="Alexander Simon Thrysøe" userId="3f9b9528-1df8-4235-9262-8bdb6141b1d9" providerId="ADAL" clId="{45C9CCB0-01C4-4662-962D-7EB51A4BA1E1}" dt="2025-10-17T20:52:56.350" v="3963"/>
          <ac:spMkLst>
            <pc:docMk/>
            <pc:sldMk cId="1635377456" sldId="579"/>
            <ac:spMk id="2725" creationId="{564F2092-5622-4646-937D-7D957465AE12}"/>
          </ac:spMkLst>
        </pc:spChg>
        <pc:spChg chg="add mod">
          <ac:chgData name="Alexander Simon Thrysøe" userId="3f9b9528-1df8-4235-9262-8bdb6141b1d9" providerId="ADAL" clId="{45C9CCB0-01C4-4662-962D-7EB51A4BA1E1}" dt="2025-10-17T20:52:56.350" v="3971"/>
          <ac:spMkLst>
            <pc:docMk/>
            <pc:sldMk cId="1635377456" sldId="579"/>
            <ac:spMk id="2726" creationId="{A78A0BD2-6DF3-4E91-BF72-D5C1CBA84769}"/>
          </ac:spMkLst>
        </pc:spChg>
        <pc:spChg chg="add mod">
          <ac:chgData name="Alexander Simon Thrysøe" userId="3f9b9528-1df8-4235-9262-8bdb6141b1d9" providerId="ADAL" clId="{45C9CCB0-01C4-4662-962D-7EB51A4BA1E1}" dt="2025-10-17T20:52:56.366" v="3979"/>
          <ac:spMkLst>
            <pc:docMk/>
            <pc:sldMk cId="1635377456" sldId="579"/>
            <ac:spMk id="2727" creationId="{EBBB7E8B-44B3-4FE3-B99D-306DCD69A9B6}"/>
          </ac:spMkLst>
        </pc:spChg>
        <pc:spChg chg="add mod">
          <ac:chgData name="Alexander Simon Thrysøe" userId="3f9b9528-1df8-4235-9262-8bdb6141b1d9" providerId="ADAL" clId="{45C9CCB0-01C4-4662-962D-7EB51A4BA1E1}" dt="2025-10-17T20:52:56.366" v="3987"/>
          <ac:spMkLst>
            <pc:docMk/>
            <pc:sldMk cId="1635377456" sldId="579"/>
            <ac:spMk id="2728" creationId="{35566E9F-2CAB-4D66-8BC0-00441F85CB0D}"/>
          </ac:spMkLst>
        </pc:spChg>
        <pc:spChg chg="add mod">
          <ac:chgData name="Alexander Simon Thrysøe" userId="3f9b9528-1df8-4235-9262-8bdb6141b1d9" providerId="ADAL" clId="{45C9CCB0-01C4-4662-962D-7EB51A4BA1E1}" dt="2025-10-17T20:52:56.373" v="3995"/>
          <ac:spMkLst>
            <pc:docMk/>
            <pc:sldMk cId="1635377456" sldId="579"/>
            <ac:spMk id="2729" creationId="{F57C2DC3-4296-42E3-A9CA-1993E03D4565}"/>
          </ac:spMkLst>
        </pc:spChg>
        <pc:spChg chg="add mod">
          <ac:chgData name="Alexander Simon Thrysøe" userId="3f9b9528-1df8-4235-9262-8bdb6141b1d9" providerId="ADAL" clId="{45C9CCB0-01C4-4662-962D-7EB51A4BA1E1}" dt="2025-10-17T20:52:56.382" v="4003"/>
          <ac:spMkLst>
            <pc:docMk/>
            <pc:sldMk cId="1635377456" sldId="579"/>
            <ac:spMk id="2730" creationId="{A9A2179F-3EDC-4AD5-846E-7421B5E73D26}"/>
          </ac:spMkLst>
        </pc:spChg>
        <pc:spChg chg="add mod">
          <ac:chgData name="Alexander Simon Thrysøe" userId="3f9b9528-1df8-4235-9262-8bdb6141b1d9" providerId="ADAL" clId="{45C9CCB0-01C4-4662-962D-7EB51A4BA1E1}" dt="2025-10-17T20:52:56.382" v="4011"/>
          <ac:spMkLst>
            <pc:docMk/>
            <pc:sldMk cId="1635377456" sldId="579"/>
            <ac:spMk id="2731" creationId="{CCE01417-F034-47CC-89BD-F34715ABA261}"/>
          </ac:spMkLst>
        </pc:spChg>
        <pc:spChg chg="add mod">
          <ac:chgData name="Alexander Simon Thrysøe" userId="3f9b9528-1df8-4235-9262-8bdb6141b1d9" providerId="ADAL" clId="{45C9CCB0-01C4-4662-962D-7EB51A4BA1E1}" dt="2025-10-17T20:52:56.382" v="4019"/>
          <ac:spMkLst>
            <pc:docMk/>
            <pc:sldMk cId="1635377456" sldId="579"/>
            <ac:spMk id="2732" creationId="{C9CC00BF-4722-41F1-AF01-643B48D9D2C8}"/>
          </ac:spMkLst>
        </pc:spChg>
        <pc:spChg chg="add mod">
          <ac:chgData name="Alexander Simon Thrysøe" userId="3f9b9528-1df8-4235-9262-8bdb6141b1d9" providerId="ADAL" clId="{45C9CCB0-01C4-4662-962D-7EB51A4BA1E1}" dt="2025-10-17T20:52:56.398" v="4027"/>
          <ac:spMkLst>
            <pc:docMk/>
            <pc:sldMk cId="1635377456" sldId="579"/>
            <ac:spMk id="2733" creationId="{5ACAB6A9-B8B1-43A9-AA59-807EE0EB6293}"/>
          </ac:spMkLst>
        </pc:spChg>
        <pc:spChg chg="add mod">
          <ac:chgData name="Alexander Simon Thrysøe" userId="3f9b9528-1df8-4235-9262-8bdb6141b1d9" providerId="ADAL" clId="{45C9CCB0-01C4-4662-962D-7EB51A4BA1E1}" dt="2025-10-17T20:52:56.398" v="4035"/>
          <ac:spMkLst>
            <pc:docMk/>
            <pc:sldMk cId="1635377456" sldId="579"/>
            <ac:spMk id="2734" creationId="{F53809A3-2D8F-41B2-B82F-4548B5BAC616}"/>
          </ac:spMkLst>
        </pc:spChg>
        <pc:spChg chg="add mod">
          <ac:chgData name="Alexander Simon Thrysøe" userId="3f9b9528-1df8-4235-9262-8bdb6141b1d9" providerId="ADAL" clId="{45C9CCB0-01C4-4662-962D-7EB51A4BA1E1}" dt="2025-10-17T20:52:56.404" v="4043"/>
          <ac:spMkLst>
            <pc:docMk/>
            <pc:sldMk cId="1635377456" sldId="579"/>
            <ac:spMk id="2735" creationId="{49286FBD-69EE-4A3A-ABA9-D14BB1991A14}"/>
          </ac:spMkLst>
        </pc:spChg>
        <pc:spChg chg="add mod">
          <ac:chgData name="Alexander Simon Thrysøe" userId="3f9b9528-1df8-4235-9262-8bdb6141b1d9" providerId="ADAL" clId="{45C9CCB0-01C4-4662-962D-7EB51A4BA1E1}" dt="2025-10-17T20:52:56.414" v="4051"/>
          <ac:spMkLst>
            <pc:docMk/>
            <pc:sldMk cId="1635377456" sldId="579"/>
            <ac:spMk id="2736" creationId="{0D98F6A4-AFE7-46AA-93CD-E472456FF310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169" v="4105"/>
        <pc:sldMkLst>
          <pc:docMk/>
          <pc:sldMk cId="963097554" sldId="580"/>
        </pc:sldMkLst>
        <pc:spChg chg="mod">
          <ac:chgData name="Alexander Simon Thrysøe" userId="3f9b9528-1df8-4235-9262-8bdb6141b1d9" providerId="ADAL" clId="{45C9CCB0-01C4-4662-962D-7EB51A4BA1E1}" dt="2025-10-17T20:52:57.301" v="4065"/>
          <ac:spMkLst>
            <pc:docMk/>
            <pc:sldMk cId="963097554" sldId="580"/>
            <ac:spMk id="8" creationId="{966DFC54-81C8-43D4-85DF-48C662310A1B}"/>
          </ac:spMkLst>
        </pc:spChg>
        <pc:spChg chg="mod">
          <ac:chgData name="Alexander Simon Thrysøe" userId="3f9b9528-1df8-4235-9262-8bdb6141b1d9" providerId="ADAL" clId="{45C9CCB0-01C4-4662-962D-7EB51A4BA1E1}" dt="2025-10-17T20:52:58.169" v="4105"/>
          <ac:spMkLst>
            <pc:docMk/>
            <pc:sldMk cId="963097554" sldId="580"/>
            <ac:spMk id="10" creationId="{2CE6583D-69D1-4273-A962-D1938911998F}"/>
          </ac:spMkLst>
        </pc:spChg>
        <pc:spChg chg="mod">
          <ac:chgData name="Alexander Simon Thrysøe" userId="3f9b9528-1df8-4235-9262-8bdb6141b1d9" providerId="ADAL" clId="{45C9CCB0-01C4-4662-962D-7EB51A4BA1E1}" dt="2025-10-17T20:52:57.285" v="4058"/>
          <ac:spMkLst>
            <pc:docMk/>
            <pc:sldMk cId="963097554" sldId="580"/>
            <ac:spMk id="12" creationId="{D88D14C8-E03D-422E-9A63-59F6DE65ED4B}"/>
          </ac:spMkLst>
        </pc:spChg>
        <pc:spChg chg="mod">
          <ac:chgData name="Alexander Simon Thrysøe" userId="3f9b9528-1df8-4235-9262-8bdb6141b1d9" providerId="ADAL" clId="{45C9CCB0-01C4-4662-962D-7EB51A4BA1E1}" dt="2025-10-17T20:52:57.285" v="4052"/>
          <ac:spMkLst>
            <pc:docMk/>
            <pc:sldMk cId="963097554" sldId="580"/>
            <ac:spMk id="14" creationId="{FBCDA328-CE7E-4559-865E-367C0711CF68}"/>
          </ac:spMkLst>
        </pc:spChg>
        <pc:spChg chg="mod">
          <ac:chgData name="Alexander Simon Thrysøe" userId="3f9b9528-1df8-4235-9262-8bdb6141b1d9" providerId="ADAL" clId="{45C9CCB0-01C4-4662-962D-7EB51A4BA1E1}" dt="2025-10-17T20:52:57.285" v="4059"/>
          <ac:spMkLst>
            <pc:docMk/>
            <pc:sldMk cId="963097554" sldId="580"/>
            <ac:spMk id="16" creationId="{FACE4D6F-CA22-436B-A144-533A0D86DE3D}"/>
          </ac:spMkLst>
        </pc:spChg>
        <pc:spChg chg="mod">
          <ac:chgData name="Alexander Simon Thrysøe" userId="3f9b9528-1df8-4235-9262-8bdb6141b1d9" providerId="ADAL" clId="{45C9CCB0-01C4-4662-962D-7EB51A4BA1E1}" dt="2025-10-17T20:52:57.285" v="4053"/>
          <ac:spMkLst>
            <pc:docMk/>
            <pc:sldMk cId="963097554" sldId="580"/>
            <ac:spMk id="18" creationId="{2814D9D4-89FA-4370-8CEB-E526A0278B13}"/>
          </ac:spMkLst>
        </pc:spChg>
        <pc:spChg chg="mod">
          <ac:chgData name="Alexander Simon Thrysøe" userId="3f9b9528-1df8-4235-9262-8bdb6141b1d9" providerId="ADAL" clId="{45C9CCB0-01C4-4662-962D-7EB51A4BA1E1}" dt="2025-10-17T20:52:57.301" v="4060"/>
          <ac:spMkLst>
            <pc:docMk/>
            <pc:sldMk cId="963097554" sldId="580"/>
            <ac:spMk id="20" creationId="{4E2C4127-9227-4832-A316-0B5389157C5D}"/>
          </ac:spMkLst>
        </pc:spChg>
        <pc:spChg chg="mod">
          <ac:chgData name="Alexander Simon Thrysøe" userId="3f9b9528-1df8-4235-9262-8bdb6141b1d9" providerId="ADAL" clId="{45C9CCB0-01C4-4662-962D-7EB51A4BA1E1}" dt="2025-10-17T20:52:57.285" v="4054"/>
          <ac:spMkLst>
            <pc:docMk/>
            <pc:sldMk cId="963097554" sldId="580"/>
            <ac:spMk id="22" creationId="{8FF1B829-67F2-4E8D-9EF0-D6BCBF425BCF}"/>
          </ac:spMkLst>
        </pc:spChg>
        <pc:spChg chg="mod">
          <ac:chgData name="Alexander Simon Thrysøe" userId="3f9b9528-1df8-4235-9262-8bdb6141b1d9" providerId="ADAL" clId="{45C9CCB0-01C4-4662-962D-7EB51A4BA1E1}" dt="2025-10-17T20:52:57.301" v="4061"/>
          <ac:spMkLst>
            <pc:docMk/>
            <pc:sldMk cId="963097554" sldId="580"/>
            <ac:spMk id="24" creationId="{014A2318-5850-4A90-83ED-42488830C572}"/>
          </ac:spMkLst>
        </pc:spChg>
        <pc:spChg chg="mod">
          <ac:chgData name="Alexander Simon Thrysøe" userId="3f9b9528-1df8-4235-9262-8bdb6141b1d9" providerId="ADAL" clId="{45C9CCB0-01C4-4662-962D-7EB51A4BA1E1}" dt="2025-10-17T20:52:57.285" v="4055"/>
          <ac:spMkLst>
            <pc:docMk/>
            <pc:sldMk cId="963097554" sldId="580"/>
            <ac:spMk id="26" creationId="{C36ED4B5-1169-426B-B8A0-BADA633DC38F}"/>
          </ac:spMkLst>
        </pc:spChg>
        <pc:spChg chg="mod">
          <ac:chgData name="Alexander Simon Thrysøe" userId="3f9b9528-1df8-4235-9262-8bdb6141b1d9" providerId="ADAL" clId="{45C9CCB0-01C4-4662-962D-7EB51A4BA1E1}" dt="2025-10-17T20:52:57.301" v="4062"/>
          <ac:spMkLst>
            <pc:docMk/>
            <pc:sldMk cId="963097554" sldId="580"/>
            <ac:spMk id="28" creationId="{C3AE6B4F-DABB-4272-90F5-B62354F187A3}"/>
          </ac:spMkLst>
        </pc:spChg>
        <pc:spChg chg="mod">
          <ac:chgData name="Alexander Simon Thrysøe" userId="3f9b9528-1df8-4235-9262-8bdb6141b1d9" providerId="ADAL" clId="{45C9CCB0-01C4-4662-962D-7EB51A4BA1E1}" dt="2025-10-17T20:52:57.285" v="4056"/>
          <ac:spMkLst>
            <pc:docMk/>
            <pc:sldMk cId="963097554" sldId="580"/>
            <ac:spMk id="30" creationId="{BC854A4E-D683-407E-A48E-FE8D2172BD9A}"/>
          </ac:spMkLst>
        </pc:spChg>
        <pc:spChg chg="mod">
          <ac:chgData name="Alexander Simon Thrysøe" userId="3f9b9528-1df8-4235-9262-8bdb6141b1d9" providerId="ADAL" clId="{45C9CCB0-01C4-4662-962D-7EB51A4BA1E1}" dt="2025-10-17T20:52:57.301" v="4063"/>
          <ac:spMkLst>
            <pc:docMk/>
            <pc:sldMk cId="963097554" sldId="580"/>
            <ac:spMk id="32" creationId="{2773A4A1-0C33-45DB-B000-ED911532F376}"/>
          </ac:spMkLst>
        </pc:spChg>
        <pc:spChg chg="mod">
          <ac:chgData name="Alexander Simon Thrysøe" userId="3f9b9528-1df8-4235-9262-8bdb6141b1d9" providerId="ADAL" clId="{45C9CCB0-01C4-4662-962D-7EB51A4BA1E1}" dt="2025-10-17T20:52:57.285" v="4057"/>
          <ac:spMkLst>
            <pc:docMk/>
            <pc:sldMk cId="963097554" sldId="580"/>
            <ac:spMk id="34" creationId="{37BD8A50-E064-4DB5-BAC5-8361302ECA48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186" v="4107"/>
        <pc:sldMkLst>
          <pc:docMk/>
          <pc:sldMk cId="4042614028" sldId="581"/>
        </pc:sldMkLst>
        <pc:spChg chg="mod">
          <ac:chgData name="Alexander Simon Thrysøe" userId="3f9b9528-1df8-4235-9262-8bdb6141b1d9" providerId="ADAL" clId="{45C9CCB0-01C4-4662-962D-7EB51A4BA1E1}" dt="2025-10-17T20:52:58.186" v="4107"/>
          <ac:spMkLst>
            <pc:docMk/>
            <pc:sldMk cId="4042614028" sldId="581"/>
            <ac:spMk id="9" creationId="{D8E1F76A-9DBE-49B9-AC1A-B7BC4D443A80}"/>
          </ac:spMkLst>
        </pc:spChg>
        <pc:spChg chg="mod">
          <ac:chgData name="Alexander Simon Thrysøe" userId="3f9b9528-1df8-4235-9262-8bdb6141b1d9" providerId="ADAL" clId="{45C9CCB0-01C4-4662-962D-7EB51A4BA1E1}" dt="2025-10-17T20:52:54.129" v="545"/>
          <ac:spMkLst>
            <pc:docMk/>
            <pc:sldMk cId="4042614028" sldId="581"/>
            <ac:spMk id="34" creationId="{49B4629D-FFE7-4B53-B858-50BA311A4F15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295" v="4117"/>
        <pc:sldMkLst>
          <pc:docMk/>
          <pc:sldMk cId="2225252970" sldId="583"/>
        </pc:sldMkLst>
        <pc:spChg chg="mod">
          <ac:chgData name="Alexander Simon Thrysøe" userId="3f9b9528-1df8-4235-9262-8bdb6141b1d9" providerId="ADAL" clId="{45C9CCB0-01C4-4662-962D-7EB51A4BA1E1}" dt="2025-10-17T20:52:57.779" v="4087"/>
          <ac:spMkLst>
            <pc:docMk/>
            <pc:sldMk cId="2225252970" sldId="583"/>
            <ac:spMk id="8" creationId="{E2DDFDE5-8E30-457C-921F-518690E6C8F9}"/>
          </ac:spMkLst>
        </pc:spChg>
        <pc:spChg chg="mod">
          <ac:chgData name="Alexander Simon Thrysøe" userId="3f9b9528-1df8-4235-9262-8bdb6141b1d9" providerId="ADAL" clId="{45C9CCB0-01C4-4662-962D-7EB51A4BA1E1}" dt="2025-10-17T20:52:58.295" v="4117"/>
          <ac:spMkLst>
            <pc:docMk/>
            <pc:sldMk cId="2225252970" sldId="583"/>
            <ac:spMk id="10" creationId="{A4A687AE-018E-4B96-A641-8CF318E48EA5}"/>
          </ac:spMkLst>
        </pc:spChg>
        <pc:spChg chg="mod">
          <ac:chgData name="Alexander Simon Thrysøe" userId="3f9b9528-1df8-4235-9262-8bdb6141b1d9" providerId="ADAL" clId="{45C9CCB0-01C4-4662-962D-7EB51A4BA1E1}" dt="2025-10-17T20:52:57.779" v="4082"/>
          <ac:spMkLst>
            <pc:docMk/>
            <pc:sldMk cId="2225252970" sldId="583"/>
            <ac:spMk id="12" creationId="{E37AC6E9-603E-4D7D-A463-7BFDB3D06EC5}"/>
          </ac:spMkLst>
        </pc:spChg>
        <pc:spChg chg="mod">
          <ac:chgData name="Alexander Simon Thrysøe" userId="3f9b9528-1df8-4235-9262-8bdb6141b1d9" providerId="ADAL" clId="{45C9CCB0-01C4-4662-962D-7EB51A4BA1E1}" dt="2025-10-17T20:52:57.771" v="4078"/>
          <ac:spMkLst>
            <pc:docMk/>
            <pc:sldMk cId="2225252970" sldId="583"/>
            <ac:spMk id="14" creationId="{ED572834-C078-4CC5-B9FA-3A67EAB87785}"/>
          </ac:spMkLst>
        </pc:spChg>
        <pc:spChg chg="mod">
          <ac:chgData name="Alexander Simon Thrysøe" userId="3f9b9528-1df8-4235-9262-8bdb6141b1d9" providerId="ADAL" clId="{45C9CCB0-01C4-4662-962D-7EB51A4BA1E1}" dt="2025-10-17T20:52:57.779" v="4083"/>
          <ac:spMkLst>
            <pc:docMk/>
            <pc:sldMk cId="2225252970" sldId="583"/>
            <ac:spMk id="16" creationId="{9E59218C-5E5F-4936-B192-E5C98FE0BA58}"/>
          </ac:spMkLst>
        </pc:spChg>
        <pc:spChg chg="mod">
          <ac:chgData name="Alexander Simon Thrysøe" userId="3f9b9528-1df8-4235-9262-8bdb6141b1d9" providerId="ADAL" clId="{45C9CCB0-01C4-4662-962D-7EB51A4BA1E1}" dt="2025-10-17T20:52:57.771" v="4079"/>
          <ac:spMkLst>
            <pc:docMk/>
            <pc:sldMk cId="2225252970" sldId="583"/>
            <ac:spMk id="18" creationId="{1609DAD7-A7F8-4D19-8ECD-7B0FFA054561}"/>
          </ac:spMkLst>
        </pc:spChg>
        <pc:spChg chg="mod">
          <ac:chgData name="Alexander Simon Thrysøe" userId="3f9b9528-1df8-4235-9262-8bdb6141b1d9" providerId="ADAL" clId="{45C9CCB0-01C4-4662-962D-7EB51A4BA1E1}" dt="2025-10-17T20:52:57.779" v="4084"/>
          <ac:spMkLst>
            <pc:docMk/>
            <pc:sldMk cId="2225252970" sldId="583"/>
            <ac:spMk id="20" creationId="{330F6B6B-89D3-4198-A1E6-FE882AF438A1}"/>
          </ac:spMkLst>
        </pc:spChg>
        <pc:spChg chg="mod">
          <ac:chgData name="Alexander Simon Thrysøe" userId="3f9b9528-1df8-4235-9262-8bdb6141b1d9" providerId="ADAL" clId="{45C9CCB0-01C4-4662-962D-7EB51A4BA1E1}" dt="2025-10-17T20:52:57.771" v="4080"/>
          <ac:spMkLst>
            <pc:docMk/>
            <pc:sldMk cId="2225252970" sldId="583"/>
            <ac:spMk id="22" creationId="{5933C829-9857-489F-883A-1A1FDB115BA6}"/>
          </ac:spMkLst>
        </pc:spChg>
        <pc:spChg chg="mod">
          <ac:chgData name="Alexander Simon Thrysøe" userId="3f9b9528-1df8-4235-9262-8bdb6141b1d9" providerId="ADAL" clId="{45C9CCB0-01C4-4662-962D-7EB51A4BA1E1}" dt="2025-10-17T20:52:57.779" v="4085"/>
          <ac:spMkLst>
            <pc:docMk/>
            <pc:sldMk cId="2225252970" sldId="583"/>
            <ac:spMk id="24" creationId="{C3EDC2C1-A2C8-4E93-9972-D4A032EBAC04}"/>
          </ac:spMkLst>
        </pc:spChg>
        <pc:spChg chg="mod">
          <ac:chgData name="Alexander Simon Thrysøe" userId="3f9b9528-1df8-4235-9262-8bdb6141b1d9" providerId="ADAL" clId="{45C9CCB0-01C4-4662-962D-7EB51A4BA1E1}" dt="2025-10-17T20:52:57.776" v="4081"/>
          <ac:spMkLst>
            <pc:docMk/>
            <pc:sldMk cId="2225252970" sldId="583"/>
            <ac:spMk id="26" creationId="{4064B8AE-6E7D-4F3E-9B03-C62910B5D502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560" v="4119"/>
        <pc:sldMkLst>
          <pc:docMk/>
          <pc:sldMk cId="3186585659" sldId="584"/>
        </pc:sldMkLst>
        <pc:spChg chg="mod">
          <ac:chgData name="Alexander Simon Thrysøe" userId="3f9b9528-1df8-4235-9262-8bdb6141b1d9" providerId="ADAL" clId="{45C9CCB0-01C4-4662-962D-7EB51A4BA1E1}" dt="2025-10-17T20:52:58.560" v="4119"/>
          <ac:spMkLst>
            <pc:docMk/>
            <pc:sldMk cId="3186585659" sldId="584"/>
            <ac:spMk id="10" creationId="{42DEAC8A-4121-4095-ABC6-A51461806451}"/>
          </ac:spMkLst>
        </pc:spChg>
        <pc:spChg chg="mod">
          <ac:chgData name="Alexander Simon Thrysøe" userId="3f9b9528-1df8-4235-9262-8bdb6141b1d9" providerId="ADAL" clId="{45C9CCB0-01C4-4662-962D-7EB51A4BA1E1}" dt="2025-10-17T20:52:54.135" v="551"/>
          <ac:spMkLst>
            <pc:docMk/>
            <pc:sldMk cId="3186585659" sldId="584"/>
            <ac:spMk id="27" creationId="{F8350B33-49AF-47E9-9037-7824004D8832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591" v="4121"/>
        <pc:sldMkLst>
          <pc:docMk/>
          <pc:sldMk cId="395283673" sldId="585"/>
        </pc:sldMkLst>
        <pc:spChg chg="mod">
          <ac:chgData name="Alexander Simon Thrysøe" userId="3f9b9528-1df8-4235-9262-8bdb6141b1d9" providerId="ADAL" clId="{45C9CCB0-01C4-4662-962D-7EB51A4BA1E1}" dt="2025-10-17T20:52:58.591" v="4121"/>
          <ac:spMkLst>
            <pc:docMk/>
            <pc:sldMk cId="395283673" sldId="585"/>
            <ac:spMk id="10" creationId="{44FAFA5D-5637-4E89-9190-0AAED03CD2D3}"/>
          </ac:spMkLst>
        </pc:spChg>
        <pc:spChg chg="mod">
          <ac:chgData name="Alexander Simon Thrysøe" userId="3f9b9528-1df8-4235-9262-8bdb6141b1d9" providerId="ADAL" clId="{45C9CCB0-01C4-4662-962D-7EB51A4BA1E1}" dt="2025-10-17T20:52:58.075" v="4089"/>
          <ac:spMkLst>
            <pc:docMk/>
            <pc:sldMk cId="395283673" sldId="585"/>
            <ac:spMk id="12" creationId="{7ACAD0F6-9124-42C1-883E-4DBF9577D34C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598" v="4123"/>
        <pc:sldMkLst>
          <pc:docMk/>
          <pc:sldMk cId="773074689" sldId="586"/>
        </pc:sldMkLst>
        <pc:spChg chg="mod">
          <ac:chgData name="Alexander Simon Thrysøe" userId="3f9b9528-1df8-4235-9262-8bdb6141b1d9" providerId="ADAL" clId="{45C9CCB0-01C4-4662-962D-7EB51A4BA1E1}" dt="2025-10-17T20:52:58.598" v="4123"/>
          <ac:spMkLst>
            <pc:docMk/>
            <pc:sldMk cId="773074689" sldId="586"/>
            <ac:spMk id="9" creationId="{026B0F54-151D-45C5-B1BE-60A94BFFEA63}"/>
          </ac:spMkLst>
        </pc:spChg>
        <pc:spChg chg="mod">
          <ac:chgData name="Alexander Simon Thrysøe" userId="3f9b9528-1df8-4235-9262-8bdb6141b1d9" providerId="ADAL" clId="{45C9CCB0-01C4-4662-962D-7EB51A4BA1E1}" dt="2025-10-17T20:52:58.100" v="4091"/>
          <ac:spMkLst>
            <pc:docMk/>
            <pc:sldMk cId="773074689" sldId="586"/>
            <ac:spMk id="11" creationId="{3790AC57-664D-4FAB-9D8A-DCFF72B465FA}"/>
          </ac:spMkLst>
        </pc:spChg>
        <pc:spChg chg="mod">
          <ac:chgData name="Alexander Simon Thrysøe" userId="3f9b9528-1df8-4235-9262-8bdb6141b1d9" providerId="ADAL" clId="{45C9CCB0-01C4-4662-962D-7EB51A4BA1E1}" dt="2025-10-17T20:52:58.102" v="4093"/>
          <ac:spMkLst>
            <pc:docMk/>
            <pc:sldMk cId="773074689" sldId="586"/>
            <ac:spMk id="12" creationId="{853389F5-552C-44B7-95F3-EDBE021209F0}"/>
          </ac:spMkLst>
        </pc:spChg>
        <pc:spChg chg="mod">
          <ac:chgData name="Alexander Simon Thrysøe" userId="3f9b9528-1df8-4235-9262-8bdb6141b1d9" providerId="ADAL" clId="{45C9CCB0-01C4-4662-962D-7EB51A4BA1E1}" dt="2025-10-17T20:52:54.137" v="553"/>
          <ac:spMkLst>
            <pc:docMk/>
            <pc:sldMk cId="773074689" sldId="586"/>
            <ac:spMk id="13" creationId="{62217AEF-A573-46C5-A580-AEC930FD3802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215" v="4109"/>
        <pc:sldMkLst>
          <pc:docMk/>
          <pc:sldMk cId="2664119037" sldId="588"/>
        </pc:sldMkLst>
        <pc:spChg chg="mod">
          <ac:chgData name="Alexander Simon Thrysøe" userId="3f9b9528-1df8-4235-9262-8bdb6141b1d9" providerId="ADAL" clId="{45C9CCB0-01C4-4662-962D-7EB51A4BA1E1}" dt="2025-10-17T20:52:57.623" v="4067"/>
          <ac:spMkLst>
            <pc:docMk/>
            <pc:sldMk cId="2664119037" sldId="588"/>
            <ac:spMk id="8" creationId="{B15EE413-ED3D-40E8-BAE3-990E2915B957}"/>
          </ac:spMkLst>
        </pc:spChg>
        <pc:spChg chg="mod">
          <ac:chgData name="Alexander Simon Thrysøe" userId="3f9b9528-1df8-4235-9262-8bdb6141b1d9" providerId="ADAL" clId="{45C9CCB0-01C4-4662-962D-7EB51A4BA1E1}" dt="2025-10-17T20:52:58.215" v="4109"/>
          <ac:spMkLst>
            <pc:docMk/>
            <pc:sldMk cId="2664119037" sldId="588"/>
            <ac:spMk id="10" creationId="{47E58229-9001-44A4-9527-431CEFC2AE10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226" v="4111"/>
        <pc:sldMkLst>
          <pc:docMk/>
          <pc:sldMk cId="4251508739" sldId="589"/>
        </pc:sldMkLst>
        <pc:spChg chg="mod">
          <ac:chgData name="Alexander Simon Thrysøe" userId="3f9b9528-1df8-4235-9262-8bdb6141b1d9" providerId="ADAL" clId="{45C9CCB0-01C4-4662-962D-7EB51A4BA1E1}" dt="2025-10-17T20:52:58.226" v="4111"/>
          <ac:spMkLst>
            <pc:docMk/>
            <pc:sldMk cId="4251508739" sldId="589"/>
            <ac:spMk id="9" creationId="{B14FC564-6B0F-4AD1-8712-1D5EA8C9E9E5}"/>
          </ac:spMkLst>
        </pc:spChg>
        <pc:spChg chg="mod">
          <ac:chgData name="Alexander Simon Thrysøe" userId="3f9b9528-1df8-4235-9262-8bdb6141b1d9" providerId="ADAL" clId="{45C9CCB0-01C4-4662-962D-7EB51A4BA1E1}" dt="2025-10-17T20:52:57.687" v="4069"/>
          <ac:spMkLst>
            <pc:docMk/>
            <pc:sldMk cId="4251508739" sldId="589"/>
            <ac:spMk id="11" creationId="{10550737-E335-48A2-9335-0A33762C884C}"/>
          </ac:spMkLst>
        </pc:spChg>
        <pc:spChg chg="mod">
          <ac:chgData name="Alexander Simon Thrysøe" userId="3f9b9528-1df8-4235-9262-8bdb6141b1d9" providerId="ADAL" clId="{45C9CCB0-01C4-4662-962D-7EB51A4BA1E1}" dt="2025-10-17T20:52:57.691" v="4071"/>
          <ac:spMkLst>
            <pc:docMk/>
            <pc:sldMk cId="4251508739" sldId="589"/>
            <ac:spMk id="12" creationId="{601F6B1F-19A7-4DA6-99E2-D011CC776F63}"/>
          </ac:spMkLst>
        </pc:spChg>
        <pc:spChg chg="mod">
          <ac:chgData name="Alexander Simon Thrysøe" userId="3f9b9528-1df8-4235-9262-8bdb6141b1d9" providerId="ADAL" clId="{45C9CCB0-01C4-4662-962D-7EB51A4BA1E1}" dt="2025-10-17T20:52:54.131" v="547"/>
          <ac:spMkLst>
            <pc:docMk/>
            <pc:sldMk cId="4251508739" sldId="589"/>
            <ac:spMk id="13" creationId="{46EF63C1-2F16-4234-A173-29322CD160C9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248" v="4113"/>
        <pc:sldMkLst>
          <pc:docMk/>
          <pc:sldMk cId="1959640110" sldId="590"/>
        </pc:sldMkLst>
        <pc:spChg chg="mod">
          <ac:chgData name="Alexander Simon Thrysøe" userId="3f9b9528-1df8-4235-9262-8bdb6141b1d9" providerId="ADAL" clId="{45C9CCB0-01C4-4662-962D-7EB51A4BA1E1}" dt="2025-10-17T20:52:57.717" v="4077"/>
          <ac:spMkLst>
            <pc:docMk/>
            <pc:sldMk cId="1959640110" sldId="590"/>
            <ac:spMk id="8" creationId="{73853732-A40B-4168-B325-C710EF772D25}"/>
          </ac:spMkLst>
        </pc:spChg>
        <pc:spChg chg="mod">
          <ac:chgData name="Alexander Simon Thrysøe" userId="3f9b9528-1df8-4235-9262-8bdb6141b1d9" providerId="ADAL" clId="{45C9CCB0-01C4-4662-962D-7EB51A4BA1E1}" dt="2025-10-17T20:52:58.248" v="4113"/>
          <ac:spMkLst>
            <pc:docMk/>
            <pc:sldMk cId="1959640110" sldId="590"/>
            <ac:spMk id="10" creationId="{906BF9CE-F2A3-4862-AB10-6FD5B33C0718}"/>
          </ac:spMkLst>
        </pc:spChg>
        <pc:spChg chg="mod">
          <ac:chgData name="Alexander Simon Thrysøe" userId="3f9b9528-1df8-4235-9262-8bdb6141b1d9" providerId="ADAL" clId="{45C9CCB0-01C4-4662-962D-7EB51A4BA1E1}" dt="2025-10-17T20:52:57.717" v="4074"/>
          <ac:spMkLst>
            <pc:docMk/>
            <pc:sldMk cId="1959640110" sldId="590"/>
            <ac:spMk id="12" creationId="{A20D8B29-A23B-4264-AEC6-4B8CEBA139D7}"/>
          </ac:spMkLst>
        </pc:spChg>
        <pc:spChg chg="mod">
          <ac:chgData name="Alexander Simon Thrysøe" userId="3f9b9528-1df8-4235-9262-8bdb6141b1d9" providerId="ADAL" clId="{45C9CCB0-01C4-4662-962D-7EB51A4BA1E1}" dt="2025-10-17T20:52:57.717" v="4072"/>
          <ac:spMkLst>
            <pc:docMk/>
            <pc:sldMk cId="1959640110" sldId="590"/>
            <ac:spMk id="14" creationId="{F3B9AA4E-9E5E-46A4-914A-C938F18A5CD8}"/>
          </ac:spMkLst>
        </pc:spChg>
        <pc:spChg chg="mod">
          <ac:chgData name="Alexander Simon Thrysøe" userId="3f9b9528-1df8-4235-9262-8bdb6141b1d9" providerId="ADAL" clId="{45C9CCB0-01C4-4662-962D-7EB51A4BA1E1}" dt="2025-10-17T20:52:57.717" v="4075"/>
          <ac:spMkLst>
            <pc:docMk/>
            <pc:sldMk cId="1959640110" sldId="590"/>
            <ac:spMk id="16" creationId="{2EB6DB15-3736-43D9-BC57-E6429F130BC4}"/>
          </ac:spMkLst>
        </pc:spChg>
        <pc:spChg chg="mod">
          <ac:chgData name="Alexander Simon Thrysøe" userId="3f9b9528-1df8-4235-9262-8bdb6141b1d9" providerId="ADAL" clId="{45C9CCB0-01C4-4662-962D-7EB51A4BA1E1}" dt="2025-10-17T20:52:57.717" v="4073"/>
          <ac:spMkLst>
            <pc:docMk/>
            <pc:sldMk cId="1959640110" sldId="590"/>
            <ac:spMk id="18" creationId="{4D36FF58-E36B-4E9F-B167-DE02464E6AE8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2:58.279" v="4115"/>
        <pc:sldMkLst>
          <pc:docMk/>
          <pc:sldMk cId="2147179138" sldId="591"/>
        </pc:sldMkLst>
        <pc:spChg chg="mod">
          <ac:chgData name="Alexander Simon Thrysøe" userId="3f9b9528-1df8-4235-9262-8bdb6141b1d9" providerId="ADAL" clId="{45C9CCB0-01C4-4662-962D-7EB51A4BA1E1}" dt="2025-10-17T20:52:58.279" v="4115"/>
          <ac:spMkLst>
            <pc:docMk/>
            <pc:sldMk cId="2147179138" sldId="591"/>
            <ac:spMk id="9" creationId="{EC4D402A-8C38-4682-9EF4-D54D91F4071A}"/>
          </ac:spMkLst>
        </pc:spChg>
        <pc:spChg chg="mod">
          <ac:chgData name="Alexander Simon Thrysøe" userId="3f9b9528-1df8-4235-9262-8bdb6141b1d9" providerId="ADAL" clId="{45C9CCB0-01C4-4662-962D-7EB51A4BA1E1}" dt="2025-10-17T20:52:54.133" v="549"/>
          <ac:spMkLst>
            <pc:docMk/>
            <pc:sldMk cId="2147179138" sldId="591"/>
            <ac:spMk id="18" creationId="{0DA42016-4611-4F50-87BC-E8D9FFCA128C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9:55.133" v="4154"/>
        <pc:sldMkLst>
          <pc:docMk/>
          <pc:sldMk cId="2724530192" sldId="592"/>
        </pc:sldMkLst>
        <pc:spChg chg="mod">
          <ac:chgData name="Alexander Simon Thrysøe" userId="3f9b9528-1df8-4235-9262-8bdb6141b1d9" providerId="ADAL" clId="{45C9CCB0-01C4-4662-962D-7EB51A4BA1E1}" dt="2025-10-17T20:53:54.059" v="4130"/>
          <ac:spMkLst>
            <pc:docMk/>
            <pc:sldMk cId="2724530192" sldId="592"/>
            <ac:spMk id="5" creationId="{451690B2-5181-4F94-848C-DB4867C28F5C}"/>
          </ac:spMkLst>
        </pc:spChg>
        <pc:spChg chg="mod">
          <ac:chgData name="Alexander Simon Thrysøe" userId="3f9b9528-1df8-4235-9262-8bdb6141b1d9" providerId="ADAL" clId="{45C9CCB0-01C4-4662-962D-7EB51A4BA1E1}" dt="2025-10-17T20:59:55.133" v="4154"/>
          <ac:spMkLst>
            <pc:docMk/>
            <pc:sldMk cId="2724530192" sldId="592"/>
            <ac:spMk id="6" creationId="{1070DB8A-F013-4F15-8424-7B6264512063}"/>
          </ac:spMkLst>
        </pc:spChg>
        <pc:spChg chg="mod">
          <ac:chgData name="Alexander Simon Thrysøe" userId="3f9b9528-1df8-4235-9262-8bdb6141b1d9" providerId="ADAL" clId="{45C9CCB0-01C4-4662-962D-7EB51A4BA1E1}" dt="2025-10-17T20:52:58.138" v="4103"/>
          <ac:spMkLst>
            <pc:docMk/>
            <pc:sldMk cId="2724530192" sldId="592"/>
            <ac:spMk id="9" creationId="{3F920131-9CCD-4714-9E43-4DA87BF4DF42}"/>
          </ac:spMkLst>
        </pc:spChg>
        <pc:spChg chg="mod">
          <ac:chgData name="Alexander Simon Thrysøe" userId="3f9b9528-1df8-4235-9262-8bdb6141b1d9" providerId="ADAL" clId="{45C9CCB0-01C4-4662-962D-7EB51A4BA1E1}" dt="2025-10-17T20:52:58.623" v="4125"/>
          <ac:spMkLst>
            <pc:docMk/>
            <pc:sldMk cId="2724530192" sldId="592"/>
            <ac:spMk id="11" creationId="{E7D7EA62-22AC-4888-AE45-2AE8D36F846B}"/>
          </ac:spMkLst>
        </pc:spChg>
        <pc:spChg chg="mod">
          <ac:chgData name="Alexander Simon Thrysøe" userId="3f9b9528-1df8-4235-9262-8bdb6141b1d9" providerId="ADAL" clId="{45C9CCB0-01C4-4662-962D-7EB51A4BA1E1}" dt="2025-10-17T20:52:58.138" v="4098"/>
          <ac:spMkLst>
            <pc:docMk/>
            <pc:sldMk cId="2724530192" sldId="592"/>
            <ac:spMk id="13" creationId="{A48CFE1D-D756-4A01-A517-D6DCB217EAEA}"/>
          </ac:spMkLst>
        </pc:spChg>
        <pc:spChg chg="mod">
          <ac:chgData name="Alexander Simon Thrysøe" userId="3f9b9528-1df8-4235-9262-8bdb6141b1d9" providerId="ADAL" clId="{45C9CCB0-01C4-4662-962D-7EB51A4BA1E1}" dt="2025-10-17T20:52:58.123" v="4094"/>
          <ac:spMkLst>
            <pc:docMk/>
            <pc:sldMk cId="2724530192" sldId="592"/>
            <ac:spMk id="15" creationId="{300AEF1E-1B43-4238-AD19-5A0239B9C6EE}"/>
          </ac:spMkLst>
        </pc:spChg>
        <pc:spChg chg="mod">
          <ac:chgData name="Alexander Simon Thrysøe" userId="3f9b9528-1df8-4235-9262-8bdb6141b1d9" providerId="ADAL" clId="{45C9CCB0-01C4-4662-962D-7EB51A4BA1E1}" dt="2025-10-17T20:52:58.138" v="4099"/>
          <ac:spMkLst>
            <pc:docMk/>
            <pc:sldMk cId="2724530192" sldId="592"/>
            <ac:spMk id="17" creationId="{AAC89816-AEE8-437E-864A-708C7868D2AF}"/>
          </ac:spMkLst>
        </pc:spChg>
        <pc:spChg chg="mod">
          <ac:chgData name="Alexander Simon Thrysøe" userId="3f9b9528-1df8-4235-9262-8bdb6141b1d9" providerId="ADAL" clId="{45C9CCB0-01C4-4662-962D-7EB51A4BA1E1}" dt="2025-10-17T20:52:58.123" v="4095"/>
          <ac:spMkLst>
            <pc:docMk/>
            <pc:sldMk cId="2724530192" sldId="592"/>
            <ac:spMk id="19" creationId="{F4E8E1C0-067B-417E-83C9-177647A30F88}"/>
          </ac:spMkLst>
        </pc:spChg>
        <pc:spChg chg="mod">
          <ac:chgData name="Alexander Simon Thrysøe" userId="3f9b9528-1df8-4235-9262-8bdb6141b1d9" providerId="ADAL" clId="{45C9CCB0-01C4-4662-962D-7EB51A4BA1E1}" dt="2025-10-17T20:52:58.138" v="4100"/>
          <ac:spMkLst>
            <pc:docMk/>
            <pc:sldMk cId="2724530192" sldId="592"/>
            <ac:spMk id="21" creationId="{91F2C4A8-82FB-4618-8D84-AF478CF987BA}"/>
          </ac:spMkLst>
        </pc:spChg>
        <pc:spChg chg="mod">
          <ac:chgData name="Alexander Simon Thrysøe" userId="3f9b9528-1df8-4235-9262-8bdb6141b1d9" providerId="ADAL" clId="{45C9CCB0-01C4-4662-962D-7EB51A4BA1E1}" dt="2025-10-17T20:52:58.123" v="4096"/>
          <ac:spMkLst>
            <pc:docMk/>
            <pc:sldMk cId="2724530192" sldId="592"/>
            <ac:spMk id="23" creationId="{BCCA8454-2105-4B10-92E3-F8534AA6939D}"/>
          </ac:spMkLst>
        </pc:spChg>
        <pc:spChg chg="mod">
          <ac:chgData name="Alexander Simon Thrysøe" userId="3f9b9528-1df8-4235-9262-8bdb6141b1d9" providerId="ADAL" clId="{45C9CCB0-01C4-4662-962D-7EB51A4BA1E1}" dt="2025-10-17T20:52:58.138" v="4101"/>
          <ac:spMkLst>
            <pc:docMk/>
            <pc:sldMk cId="2724530192" sldId="592"/>
            <ac:spMk id="25" creationId="{C3608927-9DF5-4445-B402-F8481F7860F2}"/>
          </ac:spMkLst>
        </pc:spChg>
        <pc:spChg chg="mod">
          <ac:chgData name="Alexander Simon Thrysøe" userId="3f9b9528-1df8-4235-9262-8bdb6141b1d9" providerId="ADAL" clId="{45C9CCB0-01C4-4662-962D-7EB51A4BA1E1}" dt="2025-10-17T20:52:58.123" v="4097"/>
          <ac:spMkLst>
            <pc:docMk/>
            <pc:sldMk cId="2724530192" sldId="592"/>
            <ac:spMk id="27" creationId="{08CB5656-B2E2-4AB0-930D-AEB46F9995AA}"/>
          </ac:spMkLst>
        </pc:spChg>
      </pc:sldChg>
      <pc:sldChg chg="modSp mod">
        <pc:chgData name="Alexander Simon Thrysøe" userId="3f9b9528-1df8-4235-9262-8bdb6141b1d9" providerId="ADAL" clId="{45C9CCB0-01C4-4662-962D-7EB51A4BA1E1}" dt="2025-10-17T20:59:54.815" v="4153"/>
        <pc:sldMkLst>
          <pc:docMk/>
          <pc:sldMk cId="2358154990" sldId="593"/>
        </pc:sldMkLst>
        <pc:spChg chg="mod">
          <ac:chgData name="Alexander Simon Thrysøe" userId="3f9b9528-1df8-4235-9262-8bdb6141b1d9" providerId="ADAL" clId="{45C9CCB0-01C4-4662-962D-7EB51A4BA1E1}" dt="2025-10-17T20:53:54.062" v="4131"/>
          <ac:spMkLst>
            <pc:docMk/>
            <pc:sldMk cId="2358154990" sldId="593"/>
            <ac:spMk id="4" creationId="{4C709A77-8E38-4A67-A260-50030CB3C96E}"/>
          </ac:spMkLst>
        </pc:spChg>
        <pc:spChg chg="mod">
          <ac:chgData name="Alexander Simon Thrysøe" userId="3f9b9528-1df8-4235-9262-8bdb6141b1d9" providerId="ADAL" clId="{45C9CCB0-01C4-4662-962D-7EB51A4BA1E1}" dt="2025-10-17T20:59:54.815" v="4153"/>
          <ac:spMkLst>
            <pc:docMk/>
            <pc:sldMk cId="2358154990" sldId="593"/>
            <ac:spMk id="5" creationId="{87D32709-7D06-421A-98E9-4BDCC00792C5}"/>
          </ac:spMkLst>
        </pc:spChg>
        <pc:spChg chg="mod">
          <ac:chgData name="Alexander Simon Thrysøe" userId="3f9b9528-1df8-4235-9262-8bdb6141b1d9" providerId="ADAL" clId="{45C9CCB0-01C4-4662-962D-7EB51A4BA1E1}" dt="2025-10-17T20:52:58.645" v="4127"/>
          <ac:spMkLst>
            <pc:docMk/>
            <pc:sldMk cId="2358154990" sldId="593"/>
            <ac:spMk id="9" creationId="{D8302DC3-0A98-4D2A-A0E4-8CF23838C594}"/>
          </ac:spMkLst>
        </pc:spChg>
        <pc:spChg chg="mod">
          <ac:chgData name="Alexander Simon Thrysøe" userId="3f9b9528-1df8-4235-9262-8bdb6141b1d9" providerId="ADAL" clId="{45C9CCB0-01C4-4662-962D-7EB51A4BA1E1}" dt="2025-10-17T20:52:54.141" v="555"/>
          <ac:spMkLst>
            <pc:docMk/>
            <pc:sldMk cId="2358154990" sldId="593"/>
            <ac:spMk id="26" creationId="{EAF62F3A-83B1-45BE-9D80-7DA5A04BD74D}"/>
          </ac:spMkLst>
        </pc:spChg>
      </pc:sldChg>
      <pc:sldChg chg="add del ord">
        <pc:chgData name="Alexander Simon Thrysøe" userId="3f9b9528-1df8-4235-9262-8bdb6141b1d9" providerId="ADAL" clId="{45C9CCB0-01C4-4662-962D-7EB51A4BA1E1}" dt="2025-10-17T20:59:57.231" v="4155" actId="47"/>
        <pc:sldMkLst>
          <pc:docMk/>
          <pc:sldMk cId="1027896327" sldId="5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96946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24144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5206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331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3996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65364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16539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4897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37154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21211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45798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21917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47871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9338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59956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865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95207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71106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74067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118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D7FF0C31-1704-1111-6DB2-22CB7A57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FE7597D-088F-31AF-BC85-65279EA1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10060 Fysik (PG) | temperatur og varme</a:t>
            </a:r>
            <a:endParaRPr lang="da-DK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B195C89-6116-9178-8EFE-27C188F7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85F0C-D96E-1E47-B5CB-0D440224066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090D-9E9E-D19F-64E8-48E3721AB6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1092B-FA79-D49E-746F-FF6DB5D4790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522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84AB2-789D-CA6F-1F13-DDE15E0777A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A2F0-05CC-BD72-2EAF-26BDB05FDFF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FD562-C942-35C5-7D0D-385A66B6BC5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4AFAB-198F-4969-6DA5-846B1D959C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2CE95-4F12-D4A0-AAC9-34618B004C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-3600"/>
            <a:ext cx="12193200" cy="68616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79238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10/17/2025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798320"/>
            <a:ext cx="10514231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363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4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79238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 dirty="0"/>
              <a:t>10060 Fysik (PG) | temperatur og varme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Alexander Simon Thrysøe | Danmarks Tekniske Universitet</a:t>
            </a:r>
            <a:endParaRPr lang="da-DK" sz="7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498C49-6F56-292E-8610-924B87479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8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22.xml"/><Relationship Id="rId299" Type="http://schemas.openxmlformats.org/officeDocument/2006/relationships/tags" Target="../tags/tag304.xml"/><Relationship Id="rId21" Type="http://schemas.openxmlformats.org/officeDocument/2006/relationships/tags" Target="../tags/tag26.xml"/><Relationship Id="rId63" Type="http://schemas.openxmlformats.org/officeDocument/2006/relationships/tags" Target="../tags/tag68.xml"/><Relationship Id="rId159" Type="http://schemas.openxmlformats.org/officeDocument/2006/relationships/tags" Target="../tags/tag164.xml"/><Relationship Id="rId324" Type="http://schemas.openxmlformats.org/officeDocument/2006/relationships/tags" Target="../tags/tag329.xml"/><Relationship Id="rId366" Type="http://schemas.openxmlformats.org/officeDocument/2006/relationships/tags" Target="../tags/tag371.xml"/><Relationship Id="rId170" Type="http://schemas.openxmlformats.org/officeDocument/2006/relationships/tags" Target="../tags/tag175.xml"/><Relationship Id="rId226" Type="http://schemas.openxmlformats.org/officeDocument/2006/relationships/tags" Target="../tags/tag231.xml"/><Relationship Id="rId433" Type="http://schemas.openxmlformats.org/officeDocument/2006/relationships/tags" Target="../tags/tag438.xml"/><Relationship Id="rId268" Type="http://schemas.openxmlformats.org/officeDocument/2006/relationships/tags" Target="../tags/tag273.xml"/><Relationship Id="rId32" Type="http://schemas.openxmlformats.org/officeDocument/2006/relationships/tags" Target="../tags/tag37.xml"/><Relationship Id="rId74" Type="http://schemas.openxmlformats.org/officeDocument/2006/relationships/tags" Target="../tags/tag79.xml"/><Relationship Id="rId128" Type="http://schemas.openxmlformats.org/officeDocument/2006/relationships/tags" Target="../tags/tag133.xml"/><Relationship Id="rId335" Type="http://schemas.openxmlformats.org/officeDocument/2006/relationships/tags" Target="../tags/tag340.xml"/><Relationship Id="rId377" Type="http://schemas.openxmlformats.org/officeDocument/2006/relationships/tags" Target="../tags/tag382.xml"/><Relationship Id="rId5" Type="http://schemas.openxmlformats.org/officeDocument/2006/relationships/tags" Target="../tags/tag10.xml"/><Relationship Id="rId181" Type="http://schemas.openxmlformats.org/officeDocument/2006/relationships/tags" Target="../tags/tag186.xml"/><Relationship Id="rId237" Type="http://schemas.openxmlformats.org/officeDocument/2006/relationships/tags" Target="../tags/tag242.xml"/><Relationship Id="rId402" Type="http://schemas.openxmlformats.org/officeDocument/2006/relationships/tags" Target="../tags/tag407.xml"/><Relationship Id="rId279" Type="http://schemas.openxmlformats.org/officeDocument/2006/relationships/tags" Target="../tags/tag284.xml"/><Relationship Id="rId43" Type="http://schemas.openxmlformats.org/officeDocument/2006/relationships/tags" Target="../tags/tag48.xml"/><Relationship Id="rId139" Type="http://schemas.openxmlformats.org/officeDocument/2006/relationships/tags" Target="../tags/tag144.xml"/><Relationship Id="rId290" Type="http://schemas.openxmlformats.org/officeDocument/2006/relationships/tags" Target="../tags/tag295.xml"/><Relationship Id="rId304" Type="http://schemas.openxmlformats.org/officeDocument/2006/relationships/tags" Target="../tags/tag309.xml"/><Relationship Id="rId346" Type="http://schemas.openxmlformats.org/officeDocument/2006/relationships/tags" Target="../tags/tag351.xml"/><Relationship Id="rId388" Type="http://schemas.openxmlformats.org/officeDocument/2006/relationships/tags" Target="../tags/tag393.xml"/><Relationship Id="rId85" Type="http://schemas.openxmlformats.org/officeDocument/2006/relationships/tags" Target="../tags/tag90.xml"/><Relationship Id="rId150" Type="http://schemas.openxmlformats.org/officeDocument/2006/relationships/tags" Target="../tags/tag155.xml"/><Relationship Id="rId192" Type="http://schemas.openxmlformats.org/officeDocument/2006/relationships/tags" Target="../tags/tag197.xml"/><Relationship Id="rId206" Type="http://schemas.openxmlformats.org/officeDocument/2006/relationships/tags" Target="../tags/tag211.xml"/><Relationship Id="rId413" Type="http://schemas.openxmlformats.org/officeDocument/2006/relationships/tags" Target="../tags/tag418.xml"/><Relationship Id="rId248" Type="http://schemas.openxmlformats.org/officeDocument/2006/relationships/tags" Target="../tags/tag253.xml"/><Relationship Id="rId12" Type="http://schemas.openxmlformats.org/officeDocument/2006/relationships/tags" Target="../tags/tag17.xml"/><Relationship Id="rId108" Type="http://schemas.openxmlformats.org/officeDocument/2006/relationships/tags" Target="../tags/tag113.xml"/><Relationship Id="rId315" Type="http://schemas.openxmlformats.org/officeDocument/2006/relationships/tags" Target="../tags/tag320.xml"/><Relationship Id="rId357" Type="http://schemas.openxmlformats.org/officeDocument/2006/relationships/tags" Target="../tags/tag362.xml"/><Relationship Id="rId54" Type="http://schemas.openxmlformats.org/officeDocument/2006/relationships/tags" Target="../tags/tag59.xml"/><Relationship Id="rId96" Type="http://schemas.openxmlformats.org/officeDocument/2006/relationships/tags" Target="../tags/tag101.xml"/><Relationship Id="rId161" Type="http://schemas.openxmlformats.org/officeDocument/2006/relationships/tags" Target="../tags/tag166.xml"/><Relationship Id="rId217" Type="http://schemas.openxmlformats.org/officeDocument/2006/relationships/tags" Target="../tags/tag222.xml"/><Relationship Id="rId399" Type="http://schemas.openxmlformats.org/officeDocument/2006/relationships/tags" Target="../tags/tag404.xml"/><Relationship Id="rId259" Type="http://schemas.openxmlformats.org/officeDocument/2006/relationships/tags" Target="../tags/tag264.xml"/><Relationship Id="rId424" Type="http://schemas.openxmlformats.org/officeDocument/2006/relationships/tags" Target="../tags/tag429.xml"/><Relationship Id="rId23" Type="http://schemas.openxmlformats.org/officeDocument/2006/relationships/tags" Target="../tags/tag28.xml"/><Relationship Id="rId119" Type="http://schemas.openxmlformats.org/officeDocument/2006/relationships/tags" Target="../tags/tag124.xml"/><Relationship Id="rId270" Type="http://schemas.openxmlformats.org/officeDocument/2006/relationships/tags" Target="../tags/tag275.xml"/><Relationship Id="rId326" Type="http://schemas.openxmlformats.org/officeDocument/2006/relationships/tags" Target="../tags/tag331.xml"/><Relationship Id="rId65" Type="http://schemas.openxmlformats.org/officeDocument/2006/relationships/tags" Target="../tags/tag70.xml"/><Relationship Id="rId130" Type="http://schemas.openxmlformats.org/officeDocument/2006/relationships/tags" Target="../tags/tag135.xml"/><Relationship Id="rId368" Type="http://schemas.openxmlformats.org/officeDocument/2006/relationships/tags" Target="../tags/tag373.xml"/><Relationship Id="rId172" Type="http://schemas.openxmlformats.org/officeDocument/2006/relationships/tags" Target="../tags/tag177.xml"/><Relationship Id="rId228" Type="http://schemas.openxmlformats.org/officeDocument/2006/relationships/tags" Target="../tags/tag233.xml"/><Relationship Id="rId435" Type="http://schemas.openxmlformats.org/officeDocument/2006/relationships/tags" Target="../tags/tag440.xml"/><Relationship Id="rId281" Type="http://schemas.openxmlformats.org/officeDocument/2006/relationships/tags" Target="../tags/tag286.xml"/><Relationship Id="rId337" Type="http://schemas.openxmlformats.org/officeDocument/2006/relationships/tags" Target="../tags/tag342.xml"/><Relationship Id="rId34" Type="http://schemas.openxmlformats.org/officeDocument/2006/relationships/tags" Target="../tags/tag39.xml"/><Relationship Id="rId76" Type="http://schemas.openxmlformats.org/officeDocument/2006/relationships/tags" Target="../tags/tag81.xml"/><Relationship Id="rId141" Type="http://schemas.openxmlformats.org/officeDocument/2006/relationships/tags" Target="../tags/tag146.xml"/><Relationship Id="rId379" Type="http://schemas.openxmlformats.org/officeDocument/2006/relationships/tags" Target="../tags/tag384.xml"/><Relationship Id="rId7" Type="http://schemas.openxmlformats.org/officeDocument/2006/relationships/tags" Target="../tags/tag12.xml"/><Relationship Id="rId183" Type="http://schemas.openxmlformats.org/officeDocument/2006/relationships/tags" Target="../tags/tag188.xml"/><Relationship Id="rId239" Type="http://schemas.openxmlformats.org/officeDocument/2006/relationships/tags" Target="../tags/tag244.xml"/><Relationship Id="rId390" Type="http://schemas.openxmlformats.org/officeDocument/2006/relationships/tags" Target="../tags/tag395.xml"/><Relationship Id="rId404" Type="http://schemas.openxmlformats.org/officeDocument/2006/relationships/tags" Target="../tags/tag409.xml"/><Relationship Id="rId250" Type="http://schemas.openxmlformats.org/officeDocument/2006/relationships/tags" Target="../tags/tag255.xml"/><Relationship Id="rId292" Type="http://schemas.openxmlformats.org/officeDocument/2006/relationships/tags" Target="../tags/tag297.xml"/><Relationship Id="rId306" Type="http://schemas.openxmlformats.org/officeDocument/2006/relationships/tags" Target="../tags/tag311.xml"/><Relationship Id="rId45" Type="http://schemas.openxmlformats.org/officeDocument/2006/relationships/tags" Target="../tags/tag50.xml"/><Relationship Id="rId87" Type="http://schemas.openxmlformats.org/officeDocument/2006/relationships/tags" Target="../tags/tag92.xml"/><Relationship Id="rId110" Type="http://schemas.openxmlformats.org/officeDocument/2006/relationships/tags" Target="../tags/tag115.xml"/><Relationship Id="rId348" Type="http://schemas.openxmlformats.org/officeDocument/2006/relationships/tags" Target="../tags/tag353.xml"/><Relationship Id="rId152" Type="http://schemas.openxmlformats.org/officeDocument/2006/relationships/tags" Target="../tags/tag157.xml"/><Relationship Id="rId194" Type="http://schemas.openxmlformats.org/officeDocument/2006/relationships/tags" Target="../tags/tag199.xml"/><Relationship Id="rId208" Type="http://schemas.openxmlformats.org/officeDocument/2006/relationships/tags" Target="../tags/tag213.xml"/><Relationship Id="rId415" Type="http://schemas.openxmlformats.org/officeDocument/2006/relationships/tags" Target="../tags/tag420.xml"/><Relationship Id="rId261" Type="http://schemas.openxmlformats.org/officeDocument/2006/relationships/tags" Target="../tags/tag266.xml"/><Relationship Id="rId14" Type="http://schemas.openxmlformats.org/officeDocument/2006/relationships/tags" Target="../tags/tag19.xml"/><Relationship Id="rId56" Type="http://schemas.openxmlformats.org/officeDocument/2006/relationships/tags" Target="../tags/tag61.xml"/><Relationship Id="rId317" Type="http://schemas.openxmlformats.org/officeDocument/2006/relationships/tags" Target="../tags/tag322.xml"/><Relationship Id="rId359" Type="http://schemas.openxmlformats.org/officeDocument/2006/relationships/tags" Target="../tags/tag364.xml"/><Relationship Id="rId98" Type="http://schemas.openxmlformats.org/officeDocument/2006/relationships/tags" Target="../tags/tag103.xml"/><Relationship Id="rId121" Type="http://schemas.openxmlformats.org/officeDocument/2006/relationships/tags" Target="../tags/tag126.xml"/><Relationship Id="rId163" Type="http://schemas.openxmlformats.org/officeDocument/2006/relationships/tags" Target="../tags/tag168.xml"/><Relationship Id="rId219" Type="http://schemas.openxmlformats.org/officeDocument/2006/relationships/tags" Target="../tags/tag224.xml"/><Relationship Id="rId370" Type="http://schemas.openxmlformats.org/officeDocument/2006/relationships/tags" Target="../tags/tag375.xml"/><Relationship Id="rId426" Type="http://schemas.openxmlformats.org/officeDocument/2006/relationships/tags" Target="../tags/tag431.xml"/><Relationship Id="rId230" Type="http://schemas.openxmlformats.org/officeDocument/2006/relationships/tags" Target="../tags/tag235.xml"/><Relationship Id="rId25" Type="http://schemas.openxmlformats.org/officeDocument/2006/relationships/tags" Target="../tags/tag30.xml"/><Relationship Id="rId67" Type="http://schemas.openxmlformats.org/officeDocument/2006/relationships/tags" Target="../tags/tag72.xml"/><Relationship Id="rId272" Type="http://schemas.openxmlformats.org/officeDocument/2006/relationships/tags" Target="../tags/tag277.xml"/><Relationship Id="rId328" Type="http://schemas.openxmlformats.org/officeDocument/2006/relationships/tags" Target="../tags/tag333.xml"/><Relationship Id="rId132" Type="http://schemas.openxmlformats.org/officeDocument/2006/relationships/tags" Target="../tags/tag137.xml"/><Relationship Id="rId174" Type="http://schemas.openxmlformats.org/officeDocument/2006/relationships/tags" Target="../tags/tag179.xml"/><Relationship Id="rId381" Type="http://schemas.openxmlformats.org/officeDocument/2006/relationships/tags" Target="../tags/tag386.xml"/><Relationship Id="rId241" Type="http://schemas.openxmlformats.org/officeDocument/2006/relationships/tags" Target="../tags/tag246.xml"/><Relationship Id="rId437" Type="http://schemas.openxmlformats.org/officeDocument/2006/relationships/tags" Target="../tags/tag442.xml"/><Relationship Id="rId36" Type="http://schemas.openxmlformats.org/officeDocument/2006/relationships/tags" Target="../tags/tag41.xml"/><Relationship Id="rId283" Type="http://schemas.openxmlformats.org/officeDocument/2006/relationships/tags" Target="../tags/tag288.xml"/><Relationship Id="rId339" Type="http://schemas.openxmlformats.org/officeDocument/2006/relationships/tags" Target="../tags/tag344.xml"/><Relationship Id="rId78" Type="http://schemas.openxmlformats.org/officeDocument/2006/relationships/tags" Target="../tags/tag83.xml"/><Relationship Id="rId101" Type="http://schemas.openxmlformats.org/officeDocument/2006/relationships/tags" Target="../tags/tag106.xml"/><Relationship Id="rId143" Type="http://schemas.openxmlformats.org/officeDocument/2006/relationships/tags" Target="../tags/tag148.xml"/><Relationship Id="rId185" Type="http://schemas.openxmlformats.org/officeDocument/2006/relationships/tags" Target="../tags/tag190.xml"/><Relationship Id="rId350" Type="http://schemas.openxmlformats.org/officeDocument/2006/relationships/tags" Target="../tags/tag355.xml"/><Relationship Id="rId406" Type="http://schemas.openxmlformats.org/officeDocument/2006/relationships/tags" Target="../tags/tag411.xml"/><Relationship Id="rId9" Type="http://schemas.openxmlformats.org/officeDocument/2006/relationships/tags" Target="../tags/tag14.xml"/><Relationship Id="rId210" Type="http://schemas.openxmlformats.org/officeDocument/2006/relationships/tags" Target="../tags/tag215.xml"/><Relationship Id="rId392" Type="http://schemas.openxmlformats.org/officeDocument/2006/relationships/tags" Target="../tags/tag397.xml"/><Relationship Id="rId252" Type="http://schemas.openxmlformats.org/officeDocument/2006/relationships/tags" Target="../tags/tag257.xml"/><Relationship Id="rId294" Type="http://schemas.openxmlformats.org/officeDocument/2006/relationships/tags" Target="../tags/tag299.xml"/><Relationship Id="rId308" Type="http://schemas.openxmlformats.org/officeDocument/2006/relationships/tags" Target="../tags/tag313.xml"/><Relationship Id="rId47" Type="http://schemas.openxmlformats.org/officeDocument/2006/relationships/tags" Target="../tags/tag52.xml"/><Relationship Id="rId89" Type="http://schemas.openxmlformats.org/officeDocument/2006/relationships/tags" Target="../tags/tag94.xml"/><Relationship Id="rId112" Type="http://schemas.openxmlformats.org/officeDocument/2006/relationships/tags" Target="../tags/tag117.xml"/><Relationship Id="rId154" Type="http://schemas.openxmlformats.org/officeDocument/2006/relationships/tags" Target="../tags/tag159.xml"/><Relationship Id="rId361" Type="http://schemas.openxmlformats.org/officeDocument/2006/relationships/tags" Target="../tags/tag366.xml"/><Relationship Id="rId196" Type="http://schemas.openxmlformats.org/officeDocument/2006/relationships/tags" Target="../tags/tag201.xml"/><Relationship Id="rId417" Type="http://schemas.openxmlformats.org/officeDocument/2006/relationships/tags" Target="../tags/tag422.xml"/><Relationship Id="rId16" Type="http://schemas.openxmlformats.org/officeDocument/2006/relationships/tags" Target="../tags/tag21.xml"/><Relationship Id="rId221" Type="http://schemas.openxmlformats.org/officeDocument/2006/relationships/tags" Target="../tags/tag226.xml"/><Relationship Id="rId263" Type="http://schemas.openxmlformats.org/officeDocument/2006/relationships/tags" Target="../tags/tag268.xml"/><Relationship Id="rId319" Type="http://schemas.openxmlformats.org/officeDocument/2006/relationships/tags" Target="../tags/tag324.xml"/><Relationship Id="rId58" Type="http://schemas.openxmlformats.org/officeDocument/2006/relationships/tags" Target="../tags/tag63.xml"/><Relationship Id="rId123" Type="http://schemas.openxmlformats.org/officeDocument/2006/relationships/tags" Target="../tags/tag128.xml"/><Relationship Id="rId330" Type="http://schemas.openxmlformats.org/officeDocument/2006/relationships/tags" Target="../tags/tag335.xml"/><Relationship Id="rId165" Type="http://schemas.openxmlformats.org/officeDocument/2006/relationships/tags" Target="../tags/tag170.xml"/><Relationship Id="rId372" Type="http://schemas.openxmlformats.org/officeDocument/2006/relationships/tags" Target="../tags/tag377.xml"/><Relationship Id="rId428" Type="http://schemas.openxmlformats.org/officeDocument/2006/relationships/tags" Target="../tags/tag433.xml"/><Relationship Id="rId232" Type="http://schemas.openxmlformats.org/officeDocument/2006/relationships/tags" Target="../tags/tag237.xml"/><Relationship Id="rId274" Type="http://schemas.openxmlformats.org/officeDocument/2006/relationships/tags" Target="../tags/tag279.xml"/><Relationship Id="rId27" Type="http://schemas.openxmlformats.org/officeDocument/2006/relationships/tags" Target="../tags/tag32.xml"/><Relationship Id="rId69" Type="http://schemas.openxmlformats.org/officeDocument/2006/relationships/tags" Target="../tags/tag74.xml"/><Relationship Id="rId134" Type="http://schemas.openxmlformats.org/officeDocument/2006/relationships/tags" Target="../tags/tag139.xml"/><Relationship Id="rId80" Type="http://schemas.openxmlformats.org/officeDocument/2006/relationships/tags" Target="../tags/tag85.xml"/><Relationship Id="rId176" Type="http://schemas.openxmlformats.org/officeDocument/2006/relationships/tags" Target="../tags/tag181.xml"/><Relationship Id="rId341" Type="http://schemas.openxmlformats.org/officeDocument/2006/relationships/tags" Target="../tags/tag346.xml"/><Relationship Id="rId383" Type="http://schemas.openxmlformats.org/officeDocument/2006/relationships/tags" Target="../tags/tag388.xml"/><Relationship Id="rId439" Type="http://schemas.openxmlformats.org/officeDocument/2006/relationships/tags" Target="../tags/tag444.xml"/><Relationship Id="rId201" Type="http://schemas.openxmlformats.org/officeDocument/2006/relationships/tags" Target="../tags/tag206.xml"/><Relationship Id="rId243" Type="http://schemas.openxmlformats.org/officeDocument/2006/relationships/tags" Target="../tags/tag248.xml"/><Relationship Id="rId285" Type="http://schemas.openxmlformats.org/officeDocument/2006/relationships/tags" Target="../tags/tag290.xml"/><Relationship Id="rId38" Type="http://schemas.openxmlformats.org/officeDocument/2006/relationships/tags" Target="../tags/tag43.xml"/><Relationship Id="rId103" Type="http://schemas.openxmlformats.org/officeDocument/2006/relationships/tags" Target="../tags/tag108.xml"/><Relationship Id="rId310" Type="http://schemas.openxmlformats.org/officeDocument/2006/relationships/tags" Target="../tags/tag315.xml"/><Relationship Id="rId91" Type="http://schemas.openxmlformats.org/officeDocument/2006/relationships/tags" Target="../tags/tag96.xml"/><Relationship Id="rId145" Type="http://schemas.openxmlformats.org/officeDocument/2006/relationships/tags" Target="../tags/tag150.xml"/><Relationship Id="rId187" Type="http://schemas.openxmlformats.org/officeDocument/2006/relationships/tags" Target="../tags/tag192.xml"/><Relationship Id="rId352" Type="http://schemas.openxmlformats.org/officeDocument/2006/relationships/tags" Target="../tags/tag357.xml"/><Relationship Id="rId394" Type="http://schemas.openxmlformats.org/officeDocument/2006/relationships/tags" Target="../tags/tag399.xml"/><Relationship Id="rId408" Type="http://schemas.openxmlformats.org/officeDocument/2006/relationships/tags" Target="../tags/tag413.xml"/><Relationship Id="rId212" Type="http://schemas.openxmlformats.org/officeDocument/2006/relationships/tags" Target="../tags/tag217.xml"/><Relationship Id="rId254" Type="http://schemas.openxmlformats.org/officeDocument/2006/relationships/tags" Target="../tags/tag259.xml"/><Relationship Id="rId49" Type="http://schemas.openxmlformats.org/officeDocument/2006/relationships/tags" Target="../tags/tag54.xml"/><Relationship Id="rId114" Type="http://schemas.openxmlformats.org/officeDocument/2006/relationships/tags" Target="../tags/tag119.xml"/><Relationship Id="rId296" Type="http://schemas.openxmlformats.org/officeDocument/2006/relationships/tags" Target="../tags/tag301.xml"/><Relationship Id="rId60" Type="http://schemas.openxmlformats.org/officeDocument/2006/relationships/tags" Target="../tags/tag65.xml"/><Relationship Id="rId156" Type="http://schemas.openxmlformats.org/officeDocument/2006/relationships/tags" Target="../tags/tag161.xml"/><Relationship Id="rId198" Type="http://schemas.openxmlformats.org/officeDocument/2006/relationships/tags" Target="../tags/tag203.xml"/><Relationship Id="rId321" Type="http://schemas.openxmlformats.org/officeDocument/2006/relationships/tags" Target="../tags/tag326.xml"/><Relationship Id="rId363" Type="http://schemas.openxmlformats.org/officeDocument/2006/relationships/tags" Target="../tags/tag368.xml"/><Relationship Id="rId419" Type="http://schemas.openxmlformats.org/officeDocument/2006/relationships/tags" Target="../tags/tag424.xml"/><Relationship Id="rId202" Type="http://schemas.openxmlformats.org/officeDocument/2006/relationships/tags" Target="../tags/tag207.xml"/><Relationship Id="rId223" Type="http://schemas.openxmlformats.org/officeDocument/2006/relationships/tags" Target="../tags/tag228.xml"/><Relationship Id="rId244" Type="http://schemas.openxmlformats.org/officeDocument/2006/relationships/tags" Target="../tags/tag249.xml"/><Relationship Id="rId430" Type="http://schemas.openxmlformats.org/officeDocument/2006/relationships/tags" Target="../tags/tag435.xml"/><Relationship Id="rId18" Type="http://schemas.openxmlformats.org/officeDocument/2006/relationships/tags" Target="../tags/tag23.xml"/><Relationship Id="rId39" Type="http://schemas.openxmlformats.org/officeDocument/2006/relationships/tags" Target="../tags/tag44.xml"/><Relationship Id="rId265" Type="http://schemas.openxmlformats.org/officeDocument/2006/relationships/tags" Target="../tags/tag270.xml"/><Relationship Id="rId286" Type="http://schemas.openxmlformats.org/officeDocument/2006/relationships/tags" Target="../tags/tag291.xml"/><Relationship Id="rId50" Type="http://schemas.openxmlformats.org/officeDocument/2006/relationships/tags" Target="../tags/tag55.xml"/><Relationship Id="rId104" Type="http://schemas.openxmlformats.org/officeDocument/2006/relationships/tags" Target="../tags/tag109.xml"/><Relationship Id="rId125" Type="http://schemas.openxmlformats.org/officeDocument/2006/relationships/tags" Target="../tags/tag130.xml"/><Relationship Id="rId146" Type="http://schemas.openxmlformats.org/officeDocument/2006/relationships/tags" Target="../tags/tag151.xml"/><Relationship Id="rId167" Type="http://schemas.openxmlformats.org/officeDocument/2006/relationships/tags" Target="../tags/tag172.xml"/><Relationship Id="rId188" Type="http://schemas.openxmlformats.org/officeDocument/2006/relationships/tags" Target="../tags/tag193.xml"/><Relationship Id="rId311" Type="http://schemas.openxmlformats.org/officeDocument/2006/relationships/tags" Target="../tags/tag316.xml"/><Relationship Id="rId332" Type="http://schemas.openxmlformats.org/officeDocument/2006/relationships/tags" Target="../tags/tag337.xml"/><Relationship Id="rId353" Type="http://schemas.openxmlformats.org/officeDocument/2006/relationships/tags" Target="../tags/tag358.xml"/><Relationship Id="rId374" Type="http://schemas.openxmlformats.org/officeDocument/2006/relationships/tags" Target="../tags/tag379.xml"/><Relationship Id="rId395" Type="http://schemas.openxmlformats.org/officeDocument/2006/relationships/tags" Target="../tags/tag400.xml"/><Relationship Id="rId409" Type="http://schemas.openxmlformats.org/officeDocument/2006/relationships/tags" Target="../tags/tag414.xml"/><Relationship Id="rId71" Type="http://schemas.openxmlformats.org/officeDocument/2006/relationships/tags" Target="../tags/tag76.xml"/><Relationship Id="rId92" Type="http://schemas.openxmlformats.org/officeDocument/2006/relationships/tags" Target="../tags/tag97.xml"/><Relationship Id="rId213" Type="http://schemas.openxmlformats.org/officeDocument/2006/relationships/tags" Target="../tags/tag218.xml"/><Relationship Id="rId234" Type="http://schemas.openxmlformats.org/officeDocument/2006/relationships/tags" Target="../tags/tag239.xml"/><Relationship Id="rId420" Type="http://schemas.openxmlformats.org/officeDocument/2006/relationships/tags" Target="../tags/tag425.xml"/><Relationship Id="rId2" Type="http://schemas.openxmlformats.org/officeDocument/2006/relationships/tags" Target="../tags/tag7.xml"/><Relationship Id="rId29" Type="http://schemas.openxmlformats.org/officeDocument/2006/relationships/tags" Target="../tags/tag34.xml"/><Relationship Id="rId255" Type="http://schemas.openxmlformats.org/officeDocument/2006/relationships/tags" Target="../tags/tag260.xml"/><Relationship Id="rId276" Type="http://schemas.openxmlformats.org/officeDocument/2006/relationships/tags" Target="../tags/tag281.xml"/><Relationship Id="rId297" Type="http://schemas.openxmlformats.org/officeDocument/2006/relationships/tags" Target="../tags/tag302.xml"/><Relationship Id="rId441" Type="http://schemas.openxmlformats.org/officeDocument/2006/relationships/tags" Target="../tags/tag446.xml"/><Relationship Id="rId40" Type="http://schemas.openxmlformats.org/officeDocument/2006/relationships/tags" Target="../tags/tag45.xml"/><Relationship Id="rId115" Type="http://schemas.openxmlformats.org/officeDocument/2006/relationships/tags" Target="../tags/tag120.xml"/><Relationship Id="rId136" Type="http://schemas.openxmlformats.org/officeDocument/2006/relationships/tags" Target="../tags/tag141.xml"/><Relationship Id="rId157" Type="http://schemas.openxmlformats.org/officeDocument/2006/relationships/tags" Target="../tags/tag162.xml"/><Relationship Id="rId178" Type="http://schemas.openxmlformats.org/officeDocument/2006/relationships/tags" Target="../tags/tag183.xml"/><Relationship Id="rId301" Type="http://schemas.openxmlformats.org/officeDocument/2006/relationships/tags" Target="../tags/tag306.xml"/><Relationship Id="rId322" Type="http://schemas.openxmlformats.org/officeDocument/2006/relationships/tags" Target="../tags/tag327.xml"/><Relationship Id="rId343" Type="http://schemas.openxmlformats.org/officeDocument/2006/relationships/tags" Target="../tags/tag348.xml"/><Relationship Id="rId364" Type="http://schemas.openxmlformats.org/officeDocument/2006/relationships/tags" Target="../tags/tag369.xml"/><Relationship Id="rId61" Type="http://schemas.openxmlformats.org/officeDocument/2006/relationships/tags" Target="../tags/tag66.xml"/><Relationship Id="rId82" Type="http://schemas.openxmlformats.org/officeDocument/2006/relationships/tags" Target="../tags/tag87.xml"/><Relationship Id="rId199" Type="http://schemas.openxmlformats.org/officeDocument/2006/relationships/tags" Target="../tags/tag204.xml"/><Relationship Id="rId203" Type="http://schemas.openxmlformats.org/officeDocument/2006/relationships/tags" Target="../tags/tag208.xml"/><Relationship Id="rId385" Type="http://schemas.openxmlformats.org/officeDocument/2006/relationships/tags" Target="../tags/tag390.xml"/><Relationship Id="rId19" Type="http://schemas.openxmlformats.org/officeDocument/2006/relationships/tags" Target="../tags/tag24.xml"/><Relationship Id="rId224" Type="http://schemas.openxmlformats.org/officeDocument/2006/relationships/tags" Target="../tags/tag229.xml"/><Relationship Id="rId245" Type="http://schemas.openxmlformats.org/officeDocument/2006/relationships/tags" Target="../tags/tag250.xml"/><Relationship Id="rId266" Type="http://schemas.openxmlformats.org/officeDocument/2006/relationships/tags" Target="../tags/tag271.xml"/><Relationship Id="rId287" Type="http://schemas.openxmlformats.org/officeDocument/2006/relationships/tags" Target="../tags/tag292.xml"/><Relationship Id="rId410" Type="http://schemas.openxmlformats.org/officeDocument/2006/relationships/tags" Target="../tags/tag415.xml"/><Relationship Id="rId431" Type="http://schemas.openxmlformats.org/officeDocument/2006/relationships/tags" Target="../tags/tag436.xml"/><Relationship Id="rId30" Type="http://schemas.openxmlformats.org/officeDocument/2006/relationships/tags" Target="../tags/tag35.xml"/><Relationship Id="rId105" Type="http://schemas.openxmlformats.org/officeDocument/2006/relationships/tags" Target="../tags/tag110.xml"/><Relationship Id="rId126" Type="http://schemas.openxmlformats.org/officeDocument/2006/relationships/tags" Target="../tags/tag131.xml"/><Relationship Id="rId147" Type="http://schemas.openxmlformats.org/officeDocument/2006/relationships/tags" Target="../tags/tag152.xml"/><Relationship Id="rId168" Type="http://schemas.openxmlformats.org/officeDocument/2006/relationships/tags" Target="../tags/tag173.xml"/><Relationship Id="rId312" Type="http://schemas.openxmlformats.org/officeDocument/2006/relationships/tags" Target="../tags/tag317.xml"/><Relationship Id="rId333" Type="http://schemas.openxmlformats.org/officeDocument/2006/relationships/tags" Target="../tags/tag338.xml"/><Relationship Id="rId354" Type="http://schemas.openxmlformats.org/officeDocument/2006/relationships/tags" Target="../tags/tag359.xml"/><Relationship Id="rId51" Type="http://schemas.openxmlformats.org/officeDocument/2006/relationships/tags" Target="../tags/tag56.xml"/><Relationship Id="rId72" Type="http://schemas.openxmlformats.org/officeDocument/2006/relationships/tags" Target="../tags/tag77.xml"/><Relationship Id="rId93" Type="http://schemas.openxmlformats.org/officeDocument/2006/relationships/tags" Target="../tags/tag98.xml"/><Relationship Id="rId189" Type="http://schemas.openxmlformats.org/officeDocument/2006/relationships/tags" Target="../tags/tag194.xml"/><Relationship Id="rId375" Type="http://schemas.openxmlformats.org/officeDocument/2006/relationships/tags" Target="../tags/tag380.xml"/><Relationship Id="rId396" Type="http://schemas.openxmlformats.org/officeDocument/2006/relationships/tags" Target="../tags/tag401.xml"/><Relationship Id="rId3" Type="http://schemas.openxmlformats.org/officeDocument/2006/relationships/tags" Target="../tags/tag8.xml"/><Relationship Id="rId214" Type="http://schemas.openxmlformats.org/officeDocument/2006/relationships/tags" Target="../tags/tag219.xml"/><Relationship Id="rId235" Type="http://schemas.openxmlformats.org/officeDocument/2006/relationships/tags" Target="../tags/tag240.xml"/><Relationship Id="rId256" Type="http://schemas.openxmlformats.org/officeDocument/2006/relationships/tags" Target="../tags/tag261.xml"/><Relationship Id="rId277" Type="http://schemas.openxmlformats.org/officeDocument/2006/relationships/tags" Target="../tags/tag282.xml"/><Relationship Id="rId298" Type="http://schemas.openxmlformats.org/officeDocument/2006/relationships/tags" Target="../tags/tag303.xml"/><Relationship Id="rId400" Type="http://schemas.openxmlformats.org/officeDocument/2006/relationships/tags" Target="../tags/tag405.xml"/><Relationship Id="rId421" Type="http://schemas.openxmlformats.org/officeDocument/2006/relationships/tags" Target="../tags/tag426.xml"/><Relationship Id="rId442" Type="http://schemas.openxmlformats.org/officeDocument/2006/relationships/tags" Target="../tags/tag447.xml"/><Relationship Id="rId116" Type="http://schemas.openxmlformats.org/officeDocument/2006/relationships/tags" Target="../tags/tag121.xml"/><Relationship Id="rId137" Type="http://schemas.openxmlformats.org/officeDocument/2006/relationships/tags" Target="../tags/tag142.xml"/><Relationship Id="rId158" Type="http://schemas.openxmlformats.org/officeDocument/2006/relationships/tags" Target="../tags/tag163.xml"/><Relationship Id="rId302" Type="http://schemas.openxmlformats.org/officeDocument/2006/relationships/tags" Target="../tags/tag307.xml"/><Relationship Id="rId323" Type="http://schemas.openxmlformats.org/officeDocument/2006/relationships/tags" Target="../tags/tag328.xml"/><Relationship Id="rId344" Type="http://schemas.openxmlformats.org/officeDocument/2006/relationships/tags" Target="../tags/tag349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62" Type="http://schemas.openxmlformats.org/officeDocument/2006/relationships/tags" Target="../tags/tag67.xml"/><Relationship Id="rId83" Type="http://schemas.openxmlformats.org/officeDocument/2006/relationships/tags" Target="../tags/tag88.xml"/><Relationship Id="rId179" Type="http://schemas.openxmlformats.org/officeDocument/2006/relationships/tags" Target="../tags/tag184.xml"/><Relationship Id="rId365" Type="http://schemas.openxmlformats.org/officeDocument/2006/relationships/tags" Target="../tags/tag370.xml"/><Relationship Id="rId386" Type="http://schemas.openxmlformats.org/officeDocument/2006/relationships/tags" Target="../tags/tag391.xml"/><Relationship Id="rId190" Type="http://schemas.openxmlformats.org/officeDocument/2006/relationships/tags" Target="../tags/tag195.xml"/><Relationship Id="rId204" Type="http://schemas.openxmlformats.org/officeDocument/2006/relationships/tags" Target="../tags/tag209.xml"/><Relationship Id="rId225" Type="http://schemas.openxmlformats.org/officeDocument/2006/relationships/tags" Target="../tags/tag230.xml"/><Relationship Id="rId246" Type="http://schemas.openxmlformats.org/officeDocument/2006/relationships/tags" Target="../tags/tag251.xml"/><Relationship Id="rId267" Type="http://schemas.openxmlformats.org/officeDocument/2006/relationships/tags" Target="../tags/tag272.xml"/><Relationship Id="rId288" Type="http://schemas.openxmlformats.org/officeDocument/2006/relationships/tags" Target="../tags/tag293.xml"/><Relationship Id="rId411" Type="http://schemas.openxmlformats.org/officeDocument/2006/relationships/tags" Target="../tags/tag416.xml"/><Relationship Id="rId432" Type="http://schemas.openxmlformats.org/officeDocument/2006/relationships/tags" Target="../tags/tag437.xml"/><Relationship Id="rId106" Type="http://schemas.openxmlformats.org/officeDocument/2006/relationships/tags" Target="../tags/tag111.xml"/><Relationship Id="rId127" Type="http://schemas.openxmlformats.org/officeDocument/2006/relationships/tags" Target="../tags/tag132.xml"/><Relationship Id="rId313" Type="http://schemas.openxmlformats.org/officeDocument/2006/relationships/tags" Target="../tags/tag318.xml"/><Relationship Id="rId10" Type="http://schemas.openxmlformats.org/officeDocument/2006/relationships/tags" Target="../tags/tag15.xml"/><Relationship Id="rId31" Type="http://schemas.openxmlformats.org/officeDocument/2006/relationships/tags" Target="../tags/tag36.xml"/><Relationship Id="rId52" Type="http://schemas.openxmlformats.org/officeDocument/2006/relationships/tags" Target="../tags/tag57.xml"/><Relationship Id="rId73" Type="http://schemas.openxmlformats.org/officeDocument/2006/relationships/tags" Target="../tags/tag78.xml"/><Relationship Id="rId94" Type="http://schemas.openxmlformats.org/officeDocument/2006/relationships/tags" Target="../tags/tag99.xml"/><Relationship Id="rId148" Type="http://schemas.openxmlformats.org/officeDocument/2006/relationships/tags" Target="../tags/tag153.xml"/><Relationship Id="rId169" Type="http://schemas.openxmlformats.org/officeDocument/2006/relationships/tags" Target="../tags/tag174.xml"/><Relationship Id="rId334" Type="http://schemas.openxmlformats.org/officeDocument/2006/relationships/tags" Target="../tags/tag339.xml"/><Relationship Id="rId355" Type="http://schemas.openxmlformats.org/officeDocument/2006/relationships/tags" Target="../tags/tag360.xml"/><Relationship Id="rId376" Type="http://schemas.openxmlformats.org/officeDocument/2006/relationships/tags" Target="../tags/tag381.xml"/><Relationship Id="rId397" Type="http://schemas.openxmlformats.org/officeDocument/2006/relationships/tags" Target="../tags/tag402.xml"/><Relationship Id="rId4" Type="http://schemas.openxmlformats.org/officeDocument/2006/relationships/tags" Target="../tags/tag9.xml"/><Relationship Id="rId180" Type="http://schemas.openxmlformats.org/officeDocument/2006/relationships/tags" Target="../tags/tag185.xml"/><Relationship Id="rId215" Type="http://schemas.openxmlformats.org/officeDocument/2006/relationships/tags" Target="../tags/tag220.xml"/><Relationship Id="rId236" Type="http://schemas.openxmlformats.org/officeDocument/2006/relationships/tags" Target="../tags/tag241.xml"/><Relationship Id="rId257" Type="http://schemas.openxmlformats.org/officeDocument/2006/relationships/tags" Target="../tags/tag262.xml"/><Relationship Id="rId278" Type="http://schemas.openxmlformats.org/officeDocument/2006/relationships/tags" Target="../tags/tag283.xml"/><Relationship Id="rId401" Type="http://schemas.openxmlformats.org/officeDocument/2006/relationships/tags" Target="../tags/tag406.xml"/><Relationship Id="rId422" Type="http://schemas.openxmlformats.org/officeDocument/2006/relationships/tags" Target="../tags/tag427.xml"/><Relationship Id="rId443" Type="http://schemas.openxmlformats.org/officeDocument/2006/relationships/slideLayout" Target="../slideLayouts/slideLayout12.xml"/><Relationship Id="rId303" Type="http://schemas.openxmlformats.org/officeDocument/2006/relationships/tags" Target="../tags/tag308.xml"/><Relationship Id="rId42" Type="http://schemas.openxmlformats.org/officeDocument/2006/relationships/tags" Target="../tags/tag47.xml"/><Relationship Id="rId84" Type="http://schemas.openxmlformats.org/officeDocument/2006/relationships/tags" Target="../tags/tag89.xml"/><Relationship Id="rId138" Type="http://schemas.openxmlformats.org/officeDocument/2006/relationships/tags" Target="../tags/tag143.xml"/><Relationship Id="rId345" Type="http://schemas.openxmlformats.org/officeDocument/2006/relationships/tags" Target="../tags/tag350.xml"/><Relationship Id="rId387" Type="http://schemas.openxmlformats.org/officeDocument/2006/relationships/tags" Target="../tags/tag392.xml"/><Relationship Id="rId191" Type="http://schemas.openxmlformats.org/officeDocument/2006/relationships/tags" Target="../tags/tag196.xml"/><Relationship Id="rId205" Type="http://schemas.openxmlformats.org/officeDocument/2006/relationships/tags" Target="../tags/tag210.xml"/><Relationship Id="rId247" Type="http://schemas.openxmlformats.org/officeDocument/2006/relationships/tags" Target="../tags/tag252.xml"/><Relationship Id="rId412" Type="http://schemas.openxmlformats.org/officeDocument/2006/relationships/tags" Target="../tags/tag417.xml"/><Relationship Id="rId107" Type="http://schemas.openxmlformats.org/officeDocument/2006/relationships/tags" Target="../tags/tag112.xml"/><Relationship Id="rId289" Type="http://schemas.openxmlformats.org/officeDocument/2006/relationships/tags" Target="../tags/tag294.xml"/><Relationship Id="rId11" Type="http://schemas.openxmlformats.org/officeDocument/2006/relationships/tags" Target="../tags/tag16.xml"/><Relationship Id="rId53" Type="http://schemas.openxmlformats.org/officeDocument/2006/relationships/tags" Target="../tags/tag58.xml"/><Relationship Id="rId149" Type="http://schemas.openxmlformats.org/officeDocument/2006/relationships/tags" Target="../tags/tag154.xml"/><Relationship Id="rId314" Type="http://schemas.openxmlformats.org/officeDocument/2006/relationships/tags" Target="../tags/tag319.xml"/><Relationship Id="rId356" Type="http://schemas.openxmlformats.org/officeDocument/2006/relationships/tags" Target="../tags/tag361.xml"/><Relationship Id="rId398" Type="http://schemas.openxmlformats.org/officeDocument/2006/relationships/tags" Target="../tags/tag403.xml"/><Relationship Id="rId95" Type="http://schemas.openxmlformats.org/officeDocument/2006/relationships/tags" Target="../tags/tag100.xml"/><Relationship Id="rId160" Type="http://schemas.openxmlformats.org/officeDocument/2006/relationships/tags" Target="../tags/tag165.xml"/><Relationship Id="rId216" Type="http://schemas.openxmlformats.org/officeDocument/2006/relationships/tags" Target="../tags/tag221.xml"/><Relationship Id="rId423" Type="http://schemas.openxmlformats.org/officeDocument/2006/relationships/tags" Target="../tags/tag428.xml"/><Relationship Id="rId258" Type="http://schemas.openxmlformats.org/officeDocument/2006/relationships/tags" Target="../tags/tag263.xml"/><Relationship Id="rId22" Type="http://schemas.openxmlformats.org/officeDocument/2006/relationships/tags" Target="../tags/tag27.xml"/><Relationship Id="rId64" Type="http://schemas.openxmlformats.org/officeDocument/2006/relationships/tags" Target="../tags/tag69.xml"/><Relationship Id="rId118" Type="http://schemas.openxmlformats.org/officeDocument/2006/relationships/tags" Target="../tags/tag123.xml"/><Relationship Id="rId325" Type="http://schemas.openxmlformats.org/officeDocument/2006/relationships/tags" Target="../tags/tag330.xml"/><Relationship Id="rId367" Type="http://schemas.openxmlformats.org/officeDocument/2006/relationships/tags" Target="../tags/tag372.xml"/><Relationship Id="rId171" Type="http://schemas.openxmlformats.org/officeDocument/2006/relationships/tags" Target="../tags/tag176.xml"/><Relationship Id="rId227" Type="http://schemas.openxmlformats.org/officeDocument/2006/relationships/tags" Target="../tags/tag232.xml"/><Relationship Id="rId269" Type="http://schemas.openxmlformats.org/officeDocument/2006/relationships/tags" Target="../tags/tag274.xml"/><Relationship Id="rId434" Type="http://schemas.openxmlformats.org/officeDocument/2006/relationships/tags" Target="../tags/tag439.xml"/><Relationship Id="rId33" Type="http://schemas.openxmlformats.org/officeDocument/2006/relationships/tags" Target="../tags/tag38.xml"/><Relationship Id="rId129" Type="http://schemas.openxmlformats.org/officeDocument/2006/relationships/tags" Target="../tags/tag134.xml"/><Relationship Id="rId280" Type="http://schemas.openxmlformats.org/officeDocument/2006/relationships/tags" Target="../tags/tag285.xml"/><Relationship Id="rId336" Type="http://schemas.openxmlformats.org/officeDocument/2006/relationships/tags" Target="../tags/tag341.xml"/><Relationship Id="rId75" Type="http://schemas.openxmlformats.org/officeDocument/2006/relationships/tags" Target="../tags/tag80.xml"/><Relationship Id="rId140" Type="http://schemas.openxmlformats.org/officeDocument/2006/relationships/tags" Target="../tags/tag145.xml"/><Relationship Id="rId182" Type="http://schemas.openxmlformats.org/officeDocument/2006/relationships/tags" Target="../tags/tag187.xml"/><Relationship Id="rId378" Type="http://schemas.openxmlformats.org/officeDocument/2006/relationships/tags" Target="../tags/tag383.xml"/><Relationship Id="rId403" Type="http://schemas.openxmlformats.org/officeDocument/2006/relationships/tags" Target="../tags/tag408.xml"/><Relationship Id="rId6" Type="http://schemas.openxmlformats.org/officeDocument/2006/relationships/tags" Target="../tags/tag11.xml"/><Relationship Id="rId238" Type="http://schemas.openxmlformats.org/officeDocument/2006/relationships/tags" Target="../tags/tag243.xml"/><Relationship Id="rId291" Type="http://schemas.openxmlformats.org/officeDocument/2006/relationships/tags" Target="../tags/tag296.xml"/><Relationship Id="rId305" Type="http://schemas.openxmlformats.org/officeDocument/2006/relationships/tags" Target="../tags/tag310.xml"/><Relationship Id="rId347" Type="http://schemas.openxmlformats.org/officeDocument/2006/relationships/tags" Target="../tags/tag352.xml"/><Relationship Id="rId44" Type="http://schemas.openxmlformats.org/officeDocument/2006/relationships/tags" Target="../tags/tag49.xml"/><Relationship Id="rId86" Type="http://schemas.openxmlformats.org/officeDocument/2006/relationships/tags" Target="../tags/tag91.xml"/><Relationship Id="rId151" Type="http://schemas.openxmlformats.org/officeDocument/2006/relationships/tags" Target="../tags/tag156.xml"/><Relationship Id="rId389" Type="http://schemas.openxmlformats.org/officeDocument/2006/relationships/tags" Target="../tags/tag394.xml"/><Relationship Id="rId193" Type="http://schemas.openxmlformats.org/officeDocument/2006/relationships/tags" Target="../tags/tag198.xml"/><Relationship Id="rId207" Type="http://schemas.openxmlformats.org/officeDocument/2006/relationships/tags" Target="../tags/tag212.xml"/><Relationship Id="rId249" Type="http://schemas.openxmlformats.org/officeDocument/2006/relationships/tags" Target="../tags/tag254.xml"/><Relationship Id="rId414" Type="http://schemas.openxmlformats.org/officeDocument/2006/relationships/tags" Target="../tags/tag419.xml"/><Relationship Id="rId13" Type="http://schemas.openxmlformats.org/officeDocument/2006/relationships/tags" Target="../tags/tag18.xml"/><Relationship Id="rId109" Type="http://schemas.openxmlformats.org/officeDocument/2006/relationships/tags" Target="../tags/tag114.xml"/><Relationship Id="rId260" Type="http://schemas.openxmlformats.org/officeDocument/2006/relationships/tags" Target="../tags/tag265.xml"/><Relationship Id="rId316" Type="http://schemas.openxmlformats.org/officeDocument/2006/relationships/tags" Target="../tags/tag321.xml"/><Relationship Id="rId55" Type="http://schemas.openxmlformats.org/officeDocument/2006/relationships/tags" Target="../tags/tag60.xml"/><Relationship Id="rId97" Type="http://schemas.openxmlformats.org/officeDocument/2006/relationships/tags" Target="../tags/tag102.xml"/><Relationship Id="rId120" Type="http://schemas.openxmlformats.org/officeDocument/2006/relationships/tags" Target="../tags/tag125.xml"/><Relationship Id="rId358" Type="http://schemas.openxmlformats.org/officeDocument/2006/relationships/tags" Target="../tags/tag363.xml"/><Relationship Id="rId162" Type="http://schemas.openxmlformats.org/officeDocument/2006/relationships/tags" Target="../tags/tag167.xml"/><Relationship Id="rId218" Type="http://schemas.openxmlformats.org/officeDocument/2006/relationships/tags" Target="../tags/tag223.xml"/><Relationship Id="rId425" Type="http://schemas.openxmlformats.org/officeDocument/2006/relationships/tags" Target="../tags/tag430.xml"/><Relationship Id="rId271" Type="http://schemas.openxmlformats.org/officeDocument/2006/relationships/tags" Target="../tags/tag276.xml"/><Relationship Id="rId24" Type="http://schemas.openxmlformats.org/officeDocument/2006/relationships/tags" Target="../tags/tag29.xml"/><Relationship Id="rId66" Type="http://schemas.openxmlformats.org/officeDocument/2006/relationships/tags" Target="../tags/tag71.xml"/><Relationship Id="rId131" Type="http://schemas.openxmlformats.org/officeDocument/2006/relationships/tags" Target="../tags/tag136.xml"/><Relationship Id="rId327" Type="http://schemas.openxmlformats.org/officeDocument/2006/relationships/tags" Target="../tags/tag332.xml"/><Relationship Id="rId369" Type="http://schemas.openxmlformats.org/officeDocument/2006/relationships/tags" Target="../tags/tag374.xml"/><Relationship Id="rId173" Type="http://schemas.openxmlformats.org/officeDocument/2006/relationships/tags" Target="../tags/tag178.xml"/><Relationship Id="rId229" Type="http://schemas.openxmlformats.org/officeDocument/2006/relationships/tags" Target="../tags/tag234.xml"/><Relationship Id="rId380" Type="http://schemas.openxmlformats.org/officeDocument/2006/relationships/tags" Target="../tags/tag385.xml"/><Relationship Id="rId436" Type="http://schemas.openxmlformats.org/officeDocument/2006/relationships/tags" Target="../tags/tag441.xml"/><Relationship Id="rId240" Type="http://schemas.openxmlformats.org/officeDocument/2006/relationships/tags" Target="../tags/tag245.xml"/><Relationship Id="rId35" Type="http://schemas.openxmlformats.org/officeDocument/2006/relationships/tags" Target="../tags/tag40.xml"/><Relationship Id="rId77" Type="http://schemas.openxmlformats.org/officeDocument/2006/relationships/tags" Target="../tags/tag82.xml"/><Relationship Id="rId100" Type="http://schemas.openxmlformats.org/officeDocument/2006/relationships/tags" Target="../tags/tag105.xml"/><Relationship Id="rId282" Type="http://schemas.openxmlformats.org/officeDocument/2006/relationships/tags" Target="../tags/tag287.xml"/><Relationship Id="rId338" Type="http://schemas.openxmlformats.org/officeDocument/2006/relationships/tags" Target="../tags/tag343.xml"/><Relationship Id="rId8" Type="http://schemas.openxmlformats.org/officeDocument/2006/relationships/tags" Target="../tags/tag13.xml"/><Relationship Id="rId142" Type="http://schemas.openxmlformats.org/officeDocument/2006/relationships/tags" Target="../tags/tag147.xml"/><Relationship Id="rId184" Type="http://schemas.openxmlformats.org/officeDocument/2006/relationships/tags" Target="../tags/tag189.xml"/><Relationship Id="rId391" Type="http://schemas.openxmlformats.org/officeDocument/2006/relationships/tags" Target="../tags/tag396.xml"/><Relationship Id="rId405" Type="http://schemas.openxmlformats.org/officeDocument/2006/relationships/tags" Target="../tags/tag410.xml"/><Relationship Id="rId251" Type="http://schemas.openxmlformats.org/officeDocument/2006/relationships/tags" Target="../tags/tag256.xml"/><Relationship Id="rId46" Type="http://schemas.openxmlformats.org/officeDocument/2006/relationships/tags" Target="../tags/tag51.xml"/><Relationship Id="rId293" Type="http://schemas.openxmlformats.org/officeDocument/2006/relationships/tags" Target="../tags/tag298.xml"/><Relationship Id="rId307" Type="http://schemas.openxmlformats.org/officeDocument/2006/relationships/tags" Target="../tags/tag312.xml"/><Relationship Id="rId349" Type="http://schemas.openxmlformats.org/officeDocument/2006/relationships/tags" Target="../tags/tag354.xml"/><Relationship Id="rId88" Type="http://schemas.openxmlformats.org/officeDocument/2006/relationships/tags" Target="../tags/tag93.xml"/><Relationship Id="rId111" Type="http://schemas.openxmlformats.org/officeDocument/2006/relationships/tags" Target="../tags/tag116.xml"/><Relationship Id="rId153" Type="http://schemas.openxmlformats.org/officeDocument/2006/relationships/tags" Target="../tags/tag158.xml"/><Relationship Id="rId195" Type="http://schemas.openxmlformats.org/officeDocument/2006/relationships/tags" Target="../tags/tag200.xml"/><Relationship Id="rId209" Type="http://schemas.openxmlformats.org/officeDocument/2006/relationships/tags" Target="../tags/tag214.xml"/><Relationship Id="rId360" Type="http://schemas.openxmlformats.org/officeDocument/2006/relationships/tags" Target="../tags/tag365.xml"/><Relationship Id="rId416" Type="http://schemas.openxmlformats.org/officeDocument/2006/relationships/tags" Target="../tags/tag421.xml"/><Relationship Id="rId220" Type="http://schemas.openxmlformats.org/officeDocument/2006/relationships/tags" Target="../tags/tag225.xml"/><Relationship Id="rId15" Type="http://schemas.openxmlformats.org/officeDocument/2006/relationships/tags" Target="../tags/tag20.xml"/><Relationship Id="rId57" Type="http://schemas.openxmlformats.org/officeDocument/2006/relationships/tags" Target="../tags/tag62.xml"/><Relationship Id="rId262" Type="http://schemas.openxmlformats.org/officeDocument/2006/relationships/tags" Target="../tags/tag267.xml"/><Relationship Id="rId318" Type="http://schemas.openxmlformats.org/officeDocument/2006/relationships/tags" Target="../tags/tag323.xml"/><Relationship Id="rId99" Type="http://schemas.openxmlformats.org/officeDocument/2006/relationships/tags" Target="../tags/tag104.xml"/><Relationship Id="rId122" Type="http://schemas.openxmlformats.org/officeDocument/2006/relationships/tags" Target="../tags/tag127.xml"/><Relationship Id="rId164" Type="http://schemas.openxmlformats.org/officeDocument/2006/relationships/tags" Target="../tags/tag169.xml"/><Relationship Id="rId371" Type="http://schemas.openxmlformats.org/officeDocument/2006/relationships/tags" Target="../tags/tag376.xml"/><Relationship Id="rId427" Type="http://schemas.openxmlformats.org/officeDocument/2006/relationships/tags" Target="../tags/tag432.xml"/><Relationship Id="rId26" Type="http://schemas.openxmlformats.org/officeDocument/2006/relationships/tags" Target="../tags/tag31.xml"/><Relationship Id="rId231" Type="http://schemas.openxmlformats.org/officeDocument/2006/relationships/tags" Target="../tags/tag236.xml"/><Relationship Id="rId273" Type="http://schemas.openxmlformats.org/officeDocument/2006/relationships/tags" Target="../tags/tag278.xml"/><Relationship Id="rId329" Type="http://schemas.openxmlformats.org/officeDocument/2006/relationships/tags" Target="../tags/tag334.xml"/><Relationship Id="rId68" Type="http://schemas.openxmlformats.org/officeDocument/2006/relationships/tags" Target="../tags/tag73.xml"/><Relationship Id="rId133" Type="http://schemas.openxmlformats.org/officeDocument/2006/relationships/tags" Target="../tags/tag138.xml"/><Relationship Id="rId175" Type="http://schemas.openxmlformats.org/officeDocument/2006/relationships/tags" Target="../tags/tag180.xml"/><Relationship Id="rId340" Type="http://schemas.openxmlformats.org/officeDocument/2006/relationships/tags" Target="../tags/tag345.xml"/><Relationship Id="rId200" Type="http://schemas.openxmlformats.org/officeDocument/2006/relationships/tags" Target="../tags/tag205.xml"/><Relationship Id="rId382" Type="http://schemas.openxmlformats.org/officeDocument/2006/relationships/tags" Target="../tags/tag387.xml"/><Relationship Id="rId438" Type="http://schemas.openxmlformats.org/officeDocument/2006/relationships/tags" Target="../tags/tag443.xml"/><Relationship Id="rId242" Type="http://schemas.openxmlformats.org/officeDocument/2006/relationships/tags" Target="../tags/tag247.xml"/><Relationship Id="rId284" Type="http://schemas.openxmlformats.org/officeDocument/2006/relationships/tags" Target="../tags/tag289.xml"/><Relationship Id="rId37" Type="http://schemas.openxmlformats.org/officeDocument/2006/relationships/tags" Target="../tags/tag42.xml"/><Relationship Id="rId79" Type="http://schemas.openxmlformats.org/officeDocument/2006/relationships/tags" Target="../tags/tag84.xml"/><Relationship Id="rId102" Type="http://schemas.openxmlformats.org/officeDocument/2006/relationships/tags" Target="../tags/tag107.xml"/><Relationship Id="rId144" Type="http://schemas.openxmlformats.org/officeDocument/2006/relationships/tags" Target="../tags/tag149.xml"/><Relationship Id="rId90" Type="http://schemas.openxmlformats.org/officeDocument/2006/relationships/tags" Target="../tags/tag95.xml"/><Relationship Id="rId186" Type="http://schemas.openxmlformats.org/officeDocument/2006/relationships/tags" Target="../tags/tag191.xml"/><Relationship Id="rId351" Type="http://schemas.openxmlformats.org/officeDocument/2006/relationships/tags" Target="../tags/tag356.xml"/><Relationship Id="rId393" Type="http://schemas.openxmlformats.org/officeDocument/2006/relationships/tags" Target="../tags/tag398.xml"/><Relationship Id="rId407" Type="http://schemas.openxmlformats.org/officeDocument/2006/relationships/tags" Target="../tags/tag412.xml"/><Relationship Id="rId211" Type="http://schemas.openxmlformats.org/officeDocument/2006/relationships/tags" Target="../tags/tag216.xml"/><Relationship Id="rId253" Type="http://schemas.openxmlformats.org/officeDocument/2006/relationships/tags" Target="../tags/tag258.xml"/><Relationship Id="rId295" Type="http://schemas.openxmlformats.org/officeDocument/2006/relationships/tags" Target="../tags/tag300.xml"/><Relationship Id="rId309" Type="http://schemas.openxmlformats.org/officeDocument/2006/relationships/tags" Target="../tags/tag314.xml"/><Relationship Id="rId48" Type="http://schemas.openxmlformats.org/officeDocument/2006/relationships/tags" Target="../tags/tag53.xml"/><Relationship Id="rId113" Type="http://schemas.openxmlformats.org/officeDocument/2006/relationships/tags" Target="../tags/tag118.xml"/><Relationship Id="rId320" Type="http://schemas.openxmlformats.org/officeDocument/2006/relationships/tags" Target="../tags/tag325.xml"/><Relationship Id="rId155" Type="http://schemas.openxmlformats.org/officeDocument/2006/relationships/tags" Target="../tags/tag160.xml"/><Relationship Id="rId197" Type="http://schemas.openxmlformats.org/officeDocument/2006/relationships/tags" Target="../tags/tag202.xml"/><Relationship Id="rId362" Type="http://schemas.openxmlformats.org/officeDocument/2006/relationships/tags" Target="../tags/tag367.xml"/><Relationship Id="rId418" Type="http://schemas.openxmlformats.org/officeDocument/2006/relationships/tags" Target="../tags/tag423.xml"/><Relationship Id="rId222" Type="http://schemas.openxmlformats.org/officeDocument/2006/relationships/tags" Target="../tags/tag227.xml"/><Relationship Id="rId264" Type="http://schemas.openxmlformats.org/officeDocument/2006/relationships/tags" Target="../tags/tag269.xml"/><Relationship Id="rId17" Type="http://schemas.openxmlformats.org/officeDocument/2006/relationships/tags" Target="../tags/tag22.xml"/><Relationship Id="rId59" Type="http://schemas.openxmlformats.org/officeDocument/2006/relationships/tags" Target="../tags/tag64.xml"/><Relationship Id="rId124" Type="http://schemas.openxmlformats.org/officeDocument/2006/relationships/tags" Target="../tags/tag129.xml"/><Relationship Id="rId70" Type="http://schemas.openxmlformats.org/officeDocument/2006/relationships/tags" Target="../tags/tag75.xml"/><Relationship Id="rId166" Type="http://schemas.openxmlformats.org/officeDocument/2006/relationships/tags" Target="../tags/tag171.xml"/><Relationship Id="rId331" Type="http://schemas.openxmlformats.org/officeDocument/2006/relationships/tags" Target="../tags/tag336.xml"/><Relationship Id="rId373" Type="http://schemas.openxmlformats.org/officeDocument/2006/relationships/tags" Target="../tags/tag378.xml"/><Relationship Id="rId429" Type="http://schemas.openxmlformats.org/officeDocument/2006/relationships/tags" Target="../tags/tag434.xml"/><Relationship Id="rId1" Type="http://schemas.openxmlformats.org/officeDocument/2006/relationships/tags" Target="../tags/tag6.xml"/><Relationship Id="rId233" Type="http://schemas.openxmlformats.org/officeDocument/2006/relationships/tags" Target="../tags/tag238.xml"/><Relationship Id="rId440" Type="http://schemas.openxmlformats.org/officeDocument/2006/relationships/tags" Target="../tags/tag445.xml"/><Relationship Id="rId28" Type="http://schemas.openxmlformats.org/officeDocument/2006/relationships/tags" Target="../tags/tag33.xml"/><Relationship Id="rId275" Type="http://schemas.openxmlformats.org/officeDocument/2006/relationships/tags" Target="../tags/tag280.xml"/><Relationship Id="rId300" Type="http://schemas.openxmlformats.org/officeDocument/2006/relationships/tags" Target="../tags/tag305.xml"/><Relationship Id="rId81" Type="http://schemas.openxmlformats.org/officeDocument/2006/relationships/tags" Target="../tags/tag86.xml"/><Relationship Id="rId135" Type="http://schemas.openxmlformats.org/officeDocument/2006/relationships/tags" Target="../tags/tag140.xml"/><Relationship Id="rId177" Type="http://schemas.openxmlformats.org/officeDocument/2006/relationships/tags" Target="../tags/tag182.xml"/><Relationship Id="rId342" Type="http://schemas.openxmlformats.org/officeDocument/2006/relationships/tags" Target="../tags/tag347.xml"/><Relationship Id="rId384" Type="http://schemas.openxmlformats.org/officeDocument/2006/relationships/tags" Target="../tags/tag389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460.xml"/><Relationship Id="rId18" Type="http://schemas.openxmlformats.org/officeDocument/2006/relationships/tags" Target="../tags/tag465.xml"/><Relationship Id="rId26" Type="http://schemas.openxmlformats.org/officeDocument/2006/relationships/tags" Target="../tags/tag473.xml"/><Relationship Id="rId3" Type="http://schemas.openxmlformats.org/officeDocument/2006/relationships/tags" Target="../tags/tag450.xml"/><Relationship Id="rId21" Type="http://schemas.openxmlformats.org/officeDocument/2006/relationships/tags" Target="../tags/tag468.xml"/><Relationship Id="rId34" Type="http://schemas.openxmlformats.org/officeDocument/2006/relationships/tags" Target="../tags/tag481.xml"/><Relationship Id="rId7" Type="http://schemas.openxmlformats.org/officeDocument/2006/relationships/tags" Target="../tags/tag454.xml"/><Relationship Id="rId12" Type="http://schemas.openxmlformats.org/officeDocument/2006/relationships/tags" Target="../tags/tag459.xml"/><Relationship Id="rId17" Type="http://schemas.openxmlformats.org/officeDocument/2006/relationships/tags" Target="../tags/tag464.xml"/><Relationship Id="rId25" Type="http://schemas.openxmlformats.org/officeDocument/2006/relationships/tags" Target="../tags/tag472.xml"/><Relationship Id="rId33" Type="http://schemas.openxmlformats.org/officeDocument/2006/relationships/tags" Target="../tags/tag480.xml"/><Relationship Id="rId2" Type="http://schemas.openxmlformats.org/officeDocument/2006/relationships/tags" Target="../tags/tag449.xml"/><Relationship Id="rId16" Type="http://schemas.openxmlformats.org/officeDocument/2006/relationships/tags" Target="../tags/tag463.xml"/><Relationship Id="rId20" Type="http://schemas.openxmlformats.org/officeDocument/2006/relationships/tags" Target="../tags/tag467.xml"/><Relationship Id="rId29" Type="http://schemas.openxmlformats.org/officeDocument/2006/relationships/tags" Target="../tags/tag476.xml"/><Relationship Id="rId1" Type="http://schemas.openxmlformats.org/officeDocument/2006/relationships/tags" Target="../tags/tag448.xml"/><Relationship Id="rId6" Type="http://schemas.openxmlformats.org/officeDocument/2006/relationships/tags" Target="../tags/tag453.xml"/><Relationship Id="rId11" Type="http://schemas.openxmlformats.org/officeDocument/2006/relationships/tags" Target="../tags/tag458.xml"/><Relationship Id="rId24" Type="http://schemas.openxmlformats.org/officeDocument/2006/relationships/tags" Target="../tags/tag471.xml"/><Relationship Id="rId32" Type="http://schemas.openxmlformats.org/officeDocument/2006/relationships/tags" Target="../tags/tag479.xml"/><Relationship Id="rId5" Type="http://schemas.openxmlformats.org/officeDocument/2006/relationships/tags" Target="../tags/tag452.xml"/><Relationship Id="rId15" Type="http://schemas.openxmlformats.org/officeDocument/2006/relationships/tags" Target="../tags/tag462.xml"/><Relationship Id="rId23" Type="http://schemas.openxmlformats.org/officeDocument/2006/relationships/tags" Target="../tags/tag470.xml"/><Relationship Id="rId28" Type="http://schemas.openxmlformats.org/officeDocument/2006/relationships/tags" Target="../tags/tag475.xml"/><Relationship Id="rId10" Type="http://schemas.openxmlformats.org/officeDocument/2006/relationships/tags" Target="../tags/tag457.xml"/><Relationship Id="rId19" Type="http://schemas.openxmlformats.org/officeDocument/2006/relationships/tags" Target="../tags/tag466.xml"/><Relationship Id="rId31" Type="http://schemas.openxmlformats.org/officeDocument/2006/relationships/tags" Target="../tags/tag478.xml"/><Relationship Id="rId4" Type="http://schemas.openxmlformats.org/officeDocument/2006/relationships/tags" Target="../tags/tag451.xml"/><Relationship Id="rId9" Type="http://schemas.openxmlformats.org/officeDocument/2006/relationships/tags" Target="../tags/tag456.xml"/><Relationship Id="rId14" Type="http://schemas.openxmlformats.org/officeDocument/2006/relationships/tags" Target="../tags/tag461.xml"/><Relationship Id="rId22" Type="http://schemas.openxmlformats.org/officeDocument/2006/relationships/tags" Target="../tags/tag469.xml"/><Relationship Id="rId27" Type="http://schemas.openxmlformats.org/officeDocument/2006/relationships/tags" Target="../tags/tag474.xml"/><Relationship Id="rId30" Type="http://schemas.openxmlformats.org/officeDocument/2006/relationships/tags" Target="../tags/tag477.xml"/><Relationship Id="rId35" Type="http://schemas.openxmlformats.org/officeDocument/2006/relationships/slideLayout" Target="../slideLayouts/slideLayout12.xml"/><Relationship Id="rId8" Type="http://schemas.openxmlformats.org/officeDocument/2006/relationships/tags" Target="../tags/tag45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494.xml"/><Relationship Id="rId18" Type="http://schemas.openxmlformats.org/officeDocument/2006/relationships/tags" Target="../tags/tag499.xml"/><Relationship Id="rId26" Type="http://schemas.openxmlformats.org/officeDocument/2006/relationships/tags" Target="../tags/tag507.xml"/><Relationship Id="rId3" Type="http://schemas.openxmlformats.org/officeDocument/2006/relationships/tags" Target="../tags/tag484.xml"/><Relationship Id="rId21" Type="http://schemas.openxmlformats.org/officeDocument/2006/relationships/tags" Target="../tags/tag502.xml"/><Relationship Id="rId34" Type="http://schemas.openxmlformats.org/officeDocument/2006/relationships/tags" Target="../tags/tag515.xml"/><Relationship Id="rId7" Type="http://schemas.openxmlformats.org/officeDocument/2006/relationships/tags" Target="../tags/tag488.xml"/><Relationship Id="rId12" Type="http://schemas.openxmlformats.org/officeDocument/2006/relationships/tags" Target="../tags/tag493.xml"/><Relationship Id="rId17" Type="http://schemas.openxmlformats.org/officeDocument/2006/relationships/tags" Target="../tags/tag498.xml"/><Relationship Id="rId25" Type="http://schemas.openxmlformats.org/officeDocument/2006/relationships/tags" Target="../tags/tag506.xml"/><Relationship Id="rId33" Type="http://schemas.openxmlformats.org/officeDocument/2006/relationships/tags" Target="../tags/tag514.xml"/><Relationship Id="rId2" Type="http://schemas.openxmlformats.org/officeDocument/2006/relationships/tags" Target="../tags/tag483.xml"/><Relationship Id="rId16" Type="http://schemas.openxmlformats.org/officeDocument/2006/relationships/tags" Target="../tags/tag497.xml"/><Relationship Id="rId20" Type="http://schemas.openxmlformats.org/officeDocument/2006/relationships/tags" Target="../tags/tag501.xml"/><Relationship Id="rId29" Type="http://schemas.openxmlformats.org/officeDocument/2006/relationships/tags" Target="../tags/tag510.xml"/><Relationship Id="rId1" Type="http://schemas.openxmlformats.org/officeDocument/2006/relationships/tags" Target="../tags/tag482.xml"/><Relationship Id="rId6" Type="http://schemas.openxmlformats.org/officeDocument/2006/relationships/tags" Target="../tags/tag487.xml"/><Relationship Id="rId11" Type="http://schemas.openxmlformats.org/officeDocument/2006/relationships/tags" Target="../tags/tag492.xml"/><Relationship Id="rId24" Type="http://schemas.openxmlformats.org/officeDocument/2006/relationships/tags" Target="../tags/tag505.xml"/><Relationship Id="rId32" Type="http://schemas.openxmlformats.org/officeDocument/2006/relationships/tags" Target="../tags/tag513.xml"/><Relationship Id="rId5" Type="http://schemas.openxmlformats.org/officeDocument/2006/relationships/tags" Target="../tags/tag486.xml"/><Relationship Id="rId15" Type="http://schemas.openxmlformats.org/officeDocument/2006/relationships/tags" Target="../tags/tag496.xml"/><Relationship Id="rId23" Type="http://schemas.openxmlformats.org/officeDocument/2006/relationships/tags" Target="../tags/tag504.xml"/><Relationship Id="rId28" Type="http://schemas.openxmlformats.org/officeDocument/2006/relationships/tags" Target="../tags/tag509.xml"/><Relationship Id="rId10" Type="http://schemas.openxmlformats.org/officeDocument/2006/relationships/tags" Target="../tags/tag491.xml"/><Relationship Id="rId19" Type="http://schemas.openxmlformats.org/officeDocument/2006/relationships/tags" Target="../tags/tag500.xml"/><Relationship Id="rId31" Type="http://schemas.openxmlformats.org/officeDocument/2006/relationships/tags" Target="../tags/tag512.xml"/><Relationship Id="rId4" Type="http://schemas.openxmlformats.org/officeDocument/2006/relationships/tags" Target="../tags/tag485.xml"/><Relationship Id="rId9" Type="http://schemas.openxmlformats.org/officeDocument/2006/relationships/tags" Target="../tags/tag490.xml"/><Relationship Id="rId14" Type="http://schemas.openxmlformats.org/officeDocument/2006/relationships/tags" Target="../tags/tag495.xml"/><Relationship Id="rId22" Type="http://schemas.openxmlformats.org/officeDocument/2006/relationships/tags" Target="../tags/tag503.xml"/><Relationship Id="rId27" Type="http://schemas.openxmlformats.org/officeDocument/2006/relationships/tags" Target="../tags/tag508.xml"/><Relationship Id="rId30" Type="http://schemas.openxmlformats.org/officeDocument/2006/relationships/tags" Target="../tags/tag511.xml"/><Relationship Id="rId35" Type="http://schemas.openxmlformats.org/officeDocument/2006/relationships/slideLayout" Target="../slideLayouts/slideLayout12.xml"/><Relationship Id="rId8" Type="http://schemas.openxmlformats.org/officeDocument/2006/relationships/tags" Target="../tags/tag48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4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8.png"/><Relationship Id="rId2" Type="http://schemas.openxmlformats.org/officeDocument/2006/relationships/customXml" Target="../../customXml/item19.xml"/><Relationship Id="rId1" Type="http://schemas.openxmlformats.org/officeDocument/2006/relationships/customXml" Target="../../customXml/item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23.xml"/><Relationship Id="rId13" Type="http://schemas.openxmlformats.org/officeDocument/2006/relationships/image" Target="../media/image12.png"/><Relationship Id="rId3" Type="http://schemas.openxmlformats.org/officeDocument/2006/relationships/tags" Target="../tags/tag518.xml"/><Relationship Id="rId7" Type="http://schemas.openxmlformats.org/officeDocument/2006/relationships/tags" Target="../tags/tag522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517.xml"/><Relationship Id="rId1" Type="http://schemas.openxmlformats.org/officeDocument/2006/relationships/tags" Target="../tags/tag516.xml"/><Relationship Id="rId6" Type="http://schemas.openxmlformats.org/officeDocument/2006/relationships/tags" Target="../tags/tag521.xml"/><Relationship Id="rId11" Type="http://schemas.openxmlformats.org/officeDocument/2006/relationships/tags" Target="../tags/tag526.xml"/><Relationship Id="rId5" Type="http://schemas.openxmlformats.org/officeDocument/2006/relationships/tags" Target="../tags/tag520.xml"/><Relationship Id="rId10" Type="http://schemas.openxmlformats.org/officeDocument/2006/relationships/tags" Target="../tags/tag525.xml"/><Relationship Id="rId4" Type="http://schemas.openxmlformats.org/officeDocument/2006/relationships/tags" Target="../tags/tag519.xml"/><Relationship Id="rId9" Type="http://schemas.openxmlformats.org/officeDocument/2006/relationships/tags" Target="../tags/tag5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34.xml"/><Relationship Id="rId13" Type="http://schemas.openxmlformats.org/officeDocument/2006/relationships/tags" Target="../tags/tag539.xml"/><Relationship Id="rId3" Type="http://schemas.openxmlformats.org/officeDocument/2006/relationships/tags" Target="../tags/tag529.xml"/><Relationship Id="rId7" Type="http://schemas.openxmlformats.org/officeDocument/2006/relationships/tags" Target="../tags/tag533.xml"/><Relationship Id="rId12" Type="http://schemas.openxmlformats.org/officeDocument/2006/relationships/tags" Target="../tags/tag538.xml"/><Relationship Id="rId2" Type="http://schemas.openxmlformats.org/officeDocument/2006/relationships/tags" Target="../tags/tag528.xml"/><Relationship Id="rId1" Type="http://schemas.openxmlformats.org/officeDocument/2006/relationships/tags" Target="../tags/tag527.xml"/><Relationship Id="rId6" Type="http://schemas.openxmlformats.org/officeDocument/2006/relationships/tags" Target="../tags/tag532.xml"/><Relationship Id="rId11" Type="http://schemas.openxmlformats.org/officeDocument/2006/relationships/tags" Target="../tags/tag537.xml"/><Relationship Id="rId5" Type="http://schemas.openxmlformats.org/officeDocument/2006/relationships/tags" Target="../tags/tag531.xml"/><Relationship Id="rId15" Type="http://schemas.openxmlformats.org/officeDocument/2006/relationships/image" Target="../media/image12.png"/><Relationship Id="rId10" Type="http://schemas.openxmlformats.org/officeDocument/2006/relationships/tags" Target="../tags/tag536.xml"/><Relationship Id="rId4" Type="http://schemas.openxmlformats.org/officeDocument/2006/relationships/tags" Target="../tags/tag530.xml"/><Relationship Id="rId9" Type="http://schemas.openxmlformats.org/officeDocument/2006/relationships/tags" Target="../tags/tag535.xml"/><Relationship Id="rId1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1.xml"/><Relationship Id="rId1" Type="http://schemas.openxmlformats.org/officeDocument/2006/relationships/customXml" Target="../../customXml/item2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547.xml"/><Relationship Id="rId13" Type="http://schemas.openxmlformats.org/officeDocument/2006/relationships/tags" Target="../tags/tag552.xml"/><Relationship Id="rId18" Type="http://schemas.openxmlformats.org/officeDocument/2006/relationships/tags" Target="../tags/tag557.xml"/><Relationship Id="rId3" Type="http://schemas.openxmlformats.org/officeDocument/2006/relationships/tags" Target="../tags/tag542.xml"/><Relationship Id="rId7" Type="http://schemas.openxmlformats.org/officeDocument/2006/relationships/tags" Target="../tags/tag546.xml"/><Relationship Id="rId12" Type="http://schemas.openxmlformats.org/officeDocument/2006/relationships/tags" Target="../tags/tag551.xml"/><Relationship Id="rId17" Type="http://schemas.openxmlformats.org/officeDocument/2006/relationships/tags" Target="../tags/tag556.xml"/><Relationship Id="rId2" Type="http://schemas.openxmlformats.org/officeDocument/2006/relationships/tags" Target="../tags/tag541.xml"/><Relationship Id="rId16" Type="http://schemas.openxmlformats.org/officeDocument/2006/relationships/tags" Target="../tags/tag555.xml"/><Relationship Id="rId1" Type="http://schemas.openxmlformats.org/officeDocument/2006/relationships/tags" Target="../tags/tag540.xml"/><Relationship Id="rId6" Type="http://schemas.openxmlformats.org/officeDocument/2006/relationships/tags" Target="../tags/tag545.xml"/><Relationship Id="rId11" Type="http://schemas.openxmlformats.org/officeDocument/2006/relationships/tags" Target="../tags/tag550.xml"/><Relationship Id="rId5" Type="http://schemas.openxmlformats.org/officeDocument/2006/relationships/tags" Target="../tags/tag544.xml"/><Relationship Id="rId15" Type="http://schemas.openxmlformats.org/officeDocument/2006/relationships/tags" Target="../tags/tag554.xml"/><Relationship Id="rId10" Type="http://schemas.openxmlformats.org/officeDocument/2006/relationships/tags" Target="../tags/tag549.xml"/><Relationship Id="rId19" Type="http://schemas.openxmlformats.org/officeDocument/2006/relationships/slideLayout" Target="../slideLayouts/slideLayout12.xml"/><Relationship Id="rId4" Type="http://schemas.openxmlformats.org/officeDocument/2006/relationships/tags" Target="../tags/tag543.xml"/><Relationship Id="rId9" Type="http://schemas.openxmlformats.org/officeDocument/2006/relationships/tags" Target="../tags/tag548.xml"/><Relationship Id="rId14" Type="http://schemas.openxmlformats.org/officeDocument/2006/relationships/tags" Target="../tags/tag55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65.xml"/><Relationship Id="rId13" Type="http://schemas.openxmlformats.org/officeDocument/2006/relationships/tags" Target="../tags/tag570.xml"/><Relationship Id="rId18" Type="http://schemas.openxmlformats.org/officeDocument/2006/relationships/tags" Target="../tags/tag575.xml"/><Relationship Id="rId3" Type="http://schemas.openxmlformats.org/officeDocument/2006/relationships/tags" Target="../tags/tag560.xml"/><Relationship Id="rId7" Type="http://schemas.openxmlformats.org/officeDocument/2006/relationships/tags" Target="../tags/tag564.xml"/><Relationship Id="rId12" Type="http://schemas.openxmlformats.org/officeDocument/2006/relationships/tags" Target="../tags/tag569.xml"/><Relationship Id="rId17" Type="http://schemas.openxmlformats.org/officeDocument/2006/relationships/tags" Target="../tags/tag574.xml"/><Relationship Id="rId2" Type="http://schemas.openxmlformats.org/officeDocument/2006/relationships/tags" Target="../tags/tag559.xml"/><Relationship Id="rId16" Type="http://schemas.openxmlformats.org/officeDocument/2006/relationships/tags" Target="../tags/tag573.xml"/><Relationship Id="rId1" Type="http://schemas.openxmlformats.org/officeDocument/2006/relationships/tags" Target="../tags/tag558.xml"/><Relationship Id="rId6" Type="http://schemas.openxmlformats.org/officeDocument/2006/relationships/tags" Target="../tags/tag563.xml"/><Relationship Id="rId11" Type="http://schemas.openxmlformats.org/officeDocument/2006/relationships/tags" Target="../tags/tag568.xml"/><Relationship Id="rId5" Type="http://schemas.openxmlformats.org/officeDocument/2006/relationships/tags" Target="../tags/tag562.xml"/><Relationship Id="rId15" Type="http://schemas.openxmlformats.org/officeDocument/2006/relationships/tags" Target="../tags/tag572.xml"/><Relationship Id="rId10" Type="http://schemas.openxmlformats.org/officeDocument/2006/relationships/tags" Target="../tags/tag567.xml"/><Relationship Id="rId19" Type="http://schemas.openxmlformats.org/officeDocument/2006/relationships/slideLayout" Target="../slideLayouts/slideLayout12.xml"/><Relationship Id="rId4" Type="http://schemas.openxmlformats.org/officeDocument/2006/relationships/tags" Target="../tags/tag561.xml"/><Relationship Id="rId9" Type="http://schemas.openxmlformats.org/officeDocument/2006/relationships/tags" Target="../tags/tag566.xml"/><Relationship Id="rId14" Type="http://schemas.openxmlformats.org/officeDocument/2006/relationships/tags" Target="../tags/tag57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5.xml"/><Relationship Id="rId1" Type="http://schemas.openxmlformats.org/officeDocument/2006/relationships/customXml" Target="../../customXml/item24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7.xml"/><Relationship Id="rId1" Type="http://schemas.openxmlformats.org/officeDocument/2006/relationships/customXml" Target="../../customXml/item26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583.xml"/><Relationship Id="rId13" Type="http://schemas.openxmlformats.org/officeDocument/2006/relationships/tags" Target="../tags/tag588.xml"/><Relationship Id="rId18" Type="http://schemas.openxmlformats.org/officeDocument/2006/relationships/tags" Target="../tags/tag593.xml"/><Relationship Id="rId26" Type="http://schemas.openxmlformats.org/officeDocument/2006/relationships/tags" Target="../tags/tag601.xml"/><Relationship Id="rId3" Type="http://schemas.openxmlformats.org/officeDocument/2006/relationships/tags" Target="../tags/tag578.xml"/><Relationship Id="rId21" Type="http://schemas.openxmlformats.org/officeDocument/2006/relationships/tags" Target="../tags/tag596.xml"/><Relationship Id="rId7" Type="http://schemas.openxmlformats.org/officeDocument/2006/relationships/tags" Target="../tags/tag582.xml"/><Relationship Id="rId12" Type="http://schemas.openxmlformats.org/officeDocument/2006/relationships/tags" Target="../tags/tag587.xml"/><Relationship Id="rId17" Type="http://schemas.openxmlformats.org/officeDocument/2006/relationships/tags" Target="../tags/tag592.xml"/><Relationship Id="rId25" Type="http://schemas.openxmlformats.org/officeDocument/2006/relationships/tags" Target="../tags/tag600.xml"/><Relationship Id="rId2" Type="http://schemas.openxmlformats.org/officeDocument/2006/relationships/tags" Target="../tags/tag577.xml"/><Relationship Id="rId16" Type="http://schemas.openxmlformats.org/officeDocument/2006/relationships/tags" Target="../tags/tag591.xml"/><Relationship Id="rId20" Type="http://schemas.openxmlformats.org/officeDocument/2006/relationships/tags" Target="../tags/tag595.xml"/><Relationship Id="rId1" Type="http://schemas.openxmlformats.org/officeDocument/2006/relationships/tags" Target="../tags/tag576.xml"/><Relationship Id="rId6" Type="http://schemas.openxmlformats.org/officeDocument/2006/relationships/tags" Target="../tags/tag581.xml"/><Relationship Id="rId11" Type="http://schemas.openxmlformats.org/officeDocument/2006/relationships/tags" Target="../tags/tag586.xml"/><Relationship Id="rId24" Type="http://schemas.openxmlformats.org/officeDocument/2006/relationships/tags" Target="../tags/tag599.xml"/><Relationship Id="rId5" Type="http://schemas.openxmlformats.org/officeDocument/2006/relationships/tags" Target="../tags/tag580.xml"/><Relationship Id="rId15" Type="http://schemas.openxmlformats.org/officeDocument/2006/relationships/tags" Target="../tags/tag590.xml"/><Relationship Id="rId23" Type="http://schemas.openxmlformats.org/officeDocument/2006/relationships/tags" Target="../tags/tag598.xml"/><Relationship Id="rId10" Type="http://schemas.openxmlformats.org/officeDocument/2006/relationships/tags" Target="../tags/tag585.xml"/><Relationship Id="rId19" Type="http://schemas.openxmlformats.org/officeDocument/2006/relationships/tags" Target="../tags/tag594.xml"/><Relationship Id="rId4" Type="http://schemas.openxmlformats.org/officeDocument/2006/relationships/tags" Target="../tags/tag579.xml"/><Relationship Id="rId9" Type="http://schemas.openxmlformats.org/officeDocument/2006/relationships/tags" Target="../tags/tag584.xml"/><Relationship Id="rId14" Type="http://schemas.openxmlformats.org/officeDocument/2006/relationships/tags" Target="../tags/tag589.xml"/><Relationship Id="rId22" Type="http://schemas.openxmlformats.org/officeDocument/2006/relationships/tags" Target="../tags/tag597.xml"/><Relationship Id="rId27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609.xml"/><Relationship Id="rId13" Type="http://schemas.openxmlformats.org/officeDocument/2006/relationships/tags" Target="../tags/tag614.xml"/><Relationship Id="rId18" Type="http://schemas.openxmlformats.org/officeDocument/2006/relationships/tags" Target="../tags/tag619.xml"/><Relationship Id="rId26" Type="http://schemas.openxmlformats.org/officeDocument/2006/relationships/slideLayout" Target="../slideLayouts/slideLayout12.xml"/><Relationship Id="rId3" Type="http://schemas.openxmlformats.org/officeDocument/2006/relationships/tags" Target="../tags/tag604.xml"/><Relationship Id="rId21" Type="http://schemas.openxmlformats.org/officeDocument/2006/relationships/tags" Target="../tags/tag622.xml"/><Relationship Id="rId7" Type="http://schemas.openxmlformats.org/officeDocument/2006/relationships/tags" Target="../tags/tag608.xml"/><Relationship Id="rId12" Type="http://schemas.openxmlformats.org/officeDocument/2006/relationships/tags" Target="../tags/tag613.xml"/><Relationship Id="rId17" Type="http://schemas.openxmlformats.org/officeDocument/2006/relationships/tags" Target="../tags/tag618.xml"/><Relationship Id="rId25" Type="http://schemas.openxmlformats.org/officeDocument/2006/relationships/tags" Target="../tags/tag626.xml"/><Relationship Id="rId2" Type="http://schemas.openxmlformats.org/officeDocument/2006/relationships/tags" Target="../tags/tag603.xml"/><Relationship Id="rId16" Type="http://schemas.openxmlformats.org/officeDocument/2006/relationships/tags" Target="../tags/tag617.xml"/><Relationship Id="rId20" Type="http://schemas.openxmlformats.org/officeDocument/2006/relationships/tags" Target="../tags/tag621.xml"/><Relationship Id="rId1" Type="http://schemas.openxmlformats.org/officeDocument/2006/relationships/tags" Target="../tags/tag602.xml"/><Relationship Id="rId6" Type="http://schemas.openxmlformats.org/officeDocument/2006/relationships/tags" Target="../tags/tag607.xml"/><Relationship Id="rId11" Type="http://schemas.openxmlformats.org/officeDocument/2006/relationships/tags" Target="../tags/tag612.xml"/><Relationship Id="rId24" Type="http://schemas.openxmlformats.org/officeDocument/2006/relationships/tags" Target="../tags/tag625.xml"/><Relationship Id="rId5" Type="http://schemas.openxmlformats.org/officeDocument/2006/relationships/tags" Target="../tags/tag606.xml"/><Relationship Id="rId15" Type="http://schemas.openxmlformats.org/officeDocument/2006/relationships/tags" Target="../tags/tag616.xml"/><Relationship Id="rId23" Type="http://schemas.openxmlformats.org/officeDocument/2006/relationships/tags" Target="../tags/tag624.xml"/><Relationship Id="rId10" Type="http://schemas.openxmlformats.org/officeDocument/2006/relationships/tags" Target="../tags/tag611.xml"/><Relationship Id="rId19" Type="http://schemas.openxmlformats.org/officeDocument/2006/relationships/tags" Target="../tags/tag620.xml"/><Relationship Id="rId4" Type="http://schemas.openxmlformats.org/officeDocument/2006/relationships/tags" Target="../tags/tag605.xml"/><Relationship Id="rId9" Type="http://schemas.openxmlformats.org/officeDocument/2006/relationships/tags" Target="../tags/tag610.xml"/><Relationship Id="rId14" Type="http://schemas.openxmlformats.org/officeDocument/2006/relationships/tags" Target="../tags/tag615.xml"/><Relationship Id="rId22" Type="http://schemas.openxmlformats.org/officeDocument/2006/relationships/tags" Target="../tags/tag6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9.xml"/><Relationship Id="rId1" Type="http://schemas.openxmlformats.org/officeDocument/2006/relationships/customXml" Target="../../customXml/item28.xml"/><Relationship Id="rId4" Type="http://schemas.openxmlformats.org/officeDocument/2006/relationships/notesSlide" Target="../notesSlides/notesSlid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1.xml"/><Relationship Id="rId1" Type="http://schemas.openxmlformats.org/officeDocument/2006/relationships/customXml" Target="../../customXml/item30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2.png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3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5.xml"/><Relationship Id="rId1" Type="http://schemas.openxmlformats.org/officeDocument/2006/relationships/customXml" Target="../../customXml/item34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notesSlide" Target="../notesSlides/notesSlid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7.xml"/><Relationship Id="rId1" Type="http://schemas.openxmlformats.org/officeDocument/2006/relationships/customXml" Target="../../customXml/item36.xml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39.xml"/><Relationship Id="rId1" Type="http://schemas.openxmlformats.org/officeDocument/2006/relationships/customXml" Target="../../customXml/item3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634.xml"/><Relationship Id="rId13" Type="http://schemas.openxmlformats.org/officeDocument/2006/relationships/image" Target="../media/image28.png"/><Relationship Id="rId3" Type="http://schemas.openxmlformats.org/officeDocument/2006/relationships/tags" Target="../tags/tag629.xml"/><Relationship Id="rId7" Type="http://schemas.openxmlformats.org/officeDocument/2006/relationships/tags" Target="../tags/tag633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628.xml"/><Relationship Id="rId1" Type="http://schemas.openxmlformats.org/officeDocument/2006/relationships/tags" Target="../tags/tag627.xml"/><Relationship Id="rId6" Type="http://schemas.openxmlformats.org/officeDocument/2006/relationships/tags" Target="../tags/tag632.xml"/><Relationship Id="rId11" Type="http://schemas.openxmlformats.org/officeDocument/2006/relationships/tags" Target="../tags/tag637.xml"/><Relationship Id="rId5" Type="http://schemas.openxmlformats.org/officeDocument/2006/relationships/tags" Target="../tags/tag631.xml"/><Relationship Id="rId10" Type="http://schemas.openxmlformats.org/officeDocument/2006/relationships/tags" Target="../tags/tag636.xml"/><Relationship Id="rId4" Type="http://schemas.openxmlformats.org/officeDocument/2006/relationships/tags" Target="../tags/tag630.xml"/><Relationship Id="rId9" Type="http://schemas.openxmlformats.org/officeDocument/2006/relationships/tags" Target="../tags/tag63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645.xml"/><Relationship Id="rId13" Type="http://schemas.openxmlformats.org/officeDocument/2006/relationships/tags" Target="../tags/tag650.xml"/><Relationship Id="rId3" Type="http://schemas.openxmlformats.org/officeDocument/2006/relationships/tags" Target="../tags/tag640.xml"/><Relationship Id="rId7" Type="http://schemas.openxmlformats.org/officeDocument/2006/relationships/tags" Target="../tags/tag644.xml"/><Relationship Id="rId12" Type="http://schemas.openxmlformats.org/officeDocument/2006/relationships/tags" Target="../tags/tag649.xml"/><Relationship Id="rId2" Type="http://schemas.openxmlformats.org/officeDocument/2006/relationships/tags" Target="../tags/tag639.xml"/><Relationship Id="rId1" Type="http://schemas.openxmlformats.org/officeDocument/2006/relationships/tags" Target="../tags/tag638.xml"/><Relationship Id="rId6" Type="http://schemas.openxmlformats.org/officeDocument/2006/relationships/tags" Target="../tags/tag643.xml"/><Relationship Id="rId11" Type="http://schemas.openxmlformats.org/officeDocument/2006/relationships/tags" Target="../tags/tag648.xml"/><Relationship Id="rId5" Type="http://schemas.openxmlformats.org/officeDocument/2006/relationships/tags" Target="../tags/tag642.xml"/><Relationship Id="rId15" Type="http://schemas.openxmlformats.org/officeDocument/2006/relationships/image" Target="../media/image28.png"/><Relationship Id="rId10" Type="http://schemas.openxmlformats.org/officeDocument/2006/relationships/tags" Target="../tags/tag647.xml"/><Relationship Id="rId4" Type="http://schemas.openxmlformats.org/officeDocument/2006/relationships/tags" Target="../tags/tag641.xml"/><Relationship Id="rId9" Type="http://schemas.openxmlformats.org/officeDocument/2006/relationships/tags" Target="../tags/tag646.xml"/><Relationship Id="rId14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1.xml"/><Relationship Id="rId1" Type="http://schemas.openxmlformats.org/officeDocument/2006/relationships/customXml" Target="../../customXml/item40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2.png"/><Relationship Id="rId2" Type="http://schemas.openxmlformats.org/officeDocument/2006/relationships/customXml" Target="../../customXml/item43.xml"/><Relationship Id="rId1" Type="http://schemas.openxmlformats.org/officeDocument/2006/relationships/customXml" Target="../../customXml/item4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5.xml"/><Relationship Id="rId1" Type="http://schemas.openxmlformats.org/officeDocument/2006/relationships/customXml" Target="../../customXml/item44.xml"/><Relationship Id="rId4" Type="http://schemas.openxmlformats.org/officeDocument/2006/relationships/notesSlide" Target="../notesSlides/notesSlide1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658.xml"/><Relationship Id="rId13" Type="http://schemas.openxmlformats.org/officeDocument/2006/relationships/tags" Target="../tags/tag663.xml"/><Relationship Id="rId18" Type="http://schemas.openxmlformats.org/officeDocument/2006/relationships/tags" Target="../tags/tag668.xml"/><Relationship Id="rId26" Type="http://schemas.openxmlformats.org/officeDocument/2006/relationships/slideLayout" Target="../slideLayouts/slideLayout12.xml"/><Relationship Id="rId3" Type="http://schemas.openxmlformats.org/officeDocument/2006/relationships/tags" Target="../tags/tag653.xml"/><Relationship Id="rId21" Type="http://schemas.openxmlformats.org/officeDocument/2006/relationships/tags" Target="../tags/tag671.xml"/><Relationship Id="rId7" Type="http://schemas.openxmlformats.org/officeDocument/2006/relationships/tags" Target="../tags/tag657.xml"/><Relationship Id="rId12" Type="http://schemas.openxmlformats.org/officeDocument/2006/relationships/tags" Target="../tags/tag662.xml"/><Relationship Id="rId17" Type="http://schemas.openxmlformats.org/officeDocument/2006/relationships/tags" Target="../tags/tag667.xml"/><Relationship Id="rId25" Type="http://schemas.openxmlformats.org/officeDocument/2006/relationships/tags" Target="../tags/tag675.xml"/><Relationship Id="rId2" Type="http://schemas.openxmlformats.org/officeDocument/2006/relationships/tags" Target="../tags/tag652.xml"/><Relationship Id="rId16" Type="http://schemas.openxmlformats.org/officeDocument/2006/relationships/tags" Target="../tags/tag666.xml"/><Relationship Id="rId20" Type="http://schemas.openxmlformats.org/officeDocument/2006/relationships/tags" Target="../tags/tag670.xml"/><Relationship Id="rId1" Type="http://schemas.openxmlformats.org/officeDocument/2006/relationships/tags" Target="../tags/tag651.xml"/><Relationship Id="rId6" Type="http://schemas.openxmlformats.org/officeDocument/2006/relationships/tags" Target="../tags/tag656.xml"/><Relationship Id="rId11" Type="http://schemas.openxmlformats.org/officeDocument/2006/relationships/tags" Target="../tags/tag661.xml"/><Relationship Id="rId24" Type="http://schemas.openxmlformats.org/officeDocument/2006/relationships/tags" Target="../tags/tag674.xml"/><Relationship Id="rId5" Type="http://schemas.openxmlformats.org/officeDocument/2006/relationships/tags" Target="../tags/tag655.xml"/><Relationship Id="rId15" Type="http://schemas.openxmlformats.org/officeDocument/2006/relationships/tags" Target="../tags/tag665.xml"/><Relationship Id="rId23" Type="http://schemas.openxmlformats.org/officeDocument/2006/relationships/tags" Target="../tags/tag673.xml"/><Relationship Id="rId10" Type="http://schemas.openxmlformats.org/officeDocument/2006/relationships/tags" Target="../tags/tag660.xml"/><Relationship Id="rId19" Type="http://schemas.openxmlformats.org/officeDocument/2006/relationships/tags" Target="../tags/tag669.xml"/><Relationship Id="rId4" Type="http://schemas.openxmlformats.org/officeDocument/2006/relationships/tags" Target="../tags/tag654.xml"/><Relationship Id="rId9" Type="http://schemas.openxmlformats.org/officeDocument/2006/relationships/tags" Target="../tags/tag659.xml"/><Relationship Id="rId14" Type="http://schemas.openxmlformats.org/officeDocument/2006/relationships/tags" Target="../tags/tag664.xml"/><Relationship Id="rId22" Type="http://schemas.openxmlformats.org/officeDocument/2006/relationships/tags" Target="../tags/tag67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683.xml"/><Relationship Id="rId13" Type="http://schemas.openxmlformats.org/officeDocument/2006/relationships/tags" Target="../tags/tag688.xml"/><Relationship Id="rId18" Type="http://schemas.openxmlformats.org/officeDocument/2006/relationships/tags" Target="../tags/tag693.xml"/><Relationship Id="rId26" Type="http://schemas.openxmlformats.org/officeDocument/2006/relationships/tags" Target="../tags/tag701.xml"/><Relationship Id="rId3" Type="http://schemas.openxmlformats.org/officeDocument/2006/relationships/tags" Target="../tags/tag678.xml"/><Relationship Id="rId21" Type="http://schemas.openxmlformats.org/officeDocument/2006/relationships/tags" Target="../tags/tag696.xml"/><Relationship Id="rId7" Type="http://schemas.openxmlformats.org/officeDocument/2006/relationships/tags" Target="../tags/tag682.xml"/><Relationship Id="rId12" Type="http://schemas.openxmlformats.org/officeDocument/2006/relationships/tags" Target="../tags/tag687.xml"/><Relationship Id="rId17" Type="http://schemas.openxmlformats.org/officeDocument/2006/relationships/tags" Target="../tags/tag692.xml"/><Relationship Id="rId25" Type="http://schemas.openxmlformats.org/officeDocument/2006/relationships/tags" Target="../tags/tag700.xml"/><Relationship Id="rId2" Type="http://schemas.openxmlformats.org/officeDocument/2006/relationships/tags" Target="../tags/tag677.xml"/><Relationship Id="rId16" Type="http://schemas.openxmlformats.org/officeDocument/2006/relationships/tags" Target="../tags/tag691.xml"/><Relationship Id="rId20" Type="http://schemas.openxmlformats.org/officeDocument/2006/relationships/tags" Target="../tags/tag695.xml"/><Relationship Id="rId1" Type="http://schemas.openxmlformats.org/officeDocument/2006/relationships/tags" Target="../tags/tag676.xml"/><Relationship Id="rId6" Type="http://schemas.openxmlformats.org/officeDocument/2006/relationships/tags" Target="../tags/tag681.xml"/><Relationship Id="rId11" Type="http://schemas.openxmlformats.org/officeDocument/2006/relationships/tags" Target="../tags/tag686.xml"/><Relationship Id="rId24" Type="http://schemas.openxmlformats.org/officeDocument/2006/relationships/tags" Target="../tags/tag699.xml"/><Relationship Id="rId5" Type="http://schemas.openxmlformats.org/officeDocument/2006/relationships/tags" Target="../tags/tag680.xml"/><Relationship Id="rId15" Type="http://schemas.openxmlformats.org/officeDocument/2006/relationships/tags" Target="../tags/tag690.xml"/><Relationship Id="rId23" Type="http://schemas.openxmlformats.org/officeDocument/2006/relationships/tags" Target="../tags/tag698.xml"/><Relationship Id="rId10" Type="http://schemas.openxmlformats.org/officeDocument/2006/relationships/tags" Target="../tags/tag685.xml"/><Relationship Id="rId19" Type="http://schemas.openxmlformats.org/officeDocument/2006/relationships/tags" Target="../tags/tag694.xml"/><Relationship Id="rId4" Type="http://schemas.openxmlformats.org/officeDocument/2006/relationships/tags" Target="../tags/tag679.xml"/><Relationship Id="rId9" Type="http://schemas.openxmlformats.org/officeDocument/2006/relationships/tags" Target="../tags/tag684.xml"/><Relationship Id="rId14" Type="http://schemas.openxmlformats.org/officeDocument/2006/relationships/tags" Target="../tags/tag689.xml"/><Relationship Id="rId22" Type="http://schemas.openxmlformats.org/officeDocument/2006/relationships/tags" Target="../tags/tag697.xml"/><Relationship Id="rId27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7.xml"/><Relationship Id="rId1" Type="http://schemas.openxmlformats.org/officeDocument/2006/relationships/customXml" Target="../../customXml/item4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E0924-02D7-65C0-E277-13480DE8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E575D-56C5-ED56-EB3A-5AD4F2BED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Elektriske</a:t>
            </a:r>
            <a:r>
              <a:rPr lang="en-GB" dirty="0"/>
              <a:t> </a:t>
            </a:r>
            <a:r>
              <a:rPr lang="en-GB" dirty="0" err="1"/>
              <a:t>Ladninger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Felter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Uge</a:t>
            </a:r>
            <a:r>
              <a:rPr lang="en-GB" dirty="0"/>
              <a:t> 7 | </a:t>
            </a:r>
            <a:r>
              <a:rPr lang="en-GB" dirty="0" err="1"/>
              <a:t>Elektromagnetisme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8A341-A64C-20B4-35B5-BE068417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7B2EC-C3C8-5857-15B1-3DF640A0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10060 Fysik (PG) | elektriske ladninger og felter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Join the Vevox session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158A2-97C5-4834-96E8-FB267A46F46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25500" y="1790700"/>
            <a:ext cx="7327900" cy="4419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3500">
                <a:latin typeface="+mn-lt"/>
              </a:rPr>
              <a:t>Go to </a:t>
            </a:r>
            <a:r>
              <a:rPr lang="en-US" sz="3500" b="1">
                <a:latin typeface="+mn-lt"/>
              </a:rPr>
              <a:t>vevox.app</a:t>
            </a:r>
            <a:r>
              <a:rPr lang="en-US" sz="3500">
                <a:latin typeface="+mn-lt"/>
              </a:rPr>
              <a:t>
Enter the session ID: </a:t>
            </a:r>
            <a:r>
              <a:rPr lang="en-US" sz="3500" b="1">
                <a:latin typeface="+mn-lt"/>
              </a:rPr>
              <a:t>179-270-284</a:t>
            </a:r>
            <a:r>
              <a:rPr lang="en-US" sz="3500">
                <a:latin typeface="+mn-lt"/>
              </a:rPr>
              <a:t>
Or scan the QR code</a:t>
            </a:r>
            <a:endParaRPr lang="da-DK" sz="3500" dirty="0" err="1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A9084D-F2E4-446E-8355-5A0F120C35B8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8166100" y="1943100"/>
            <a:ext cx="2755900" cy="2755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2" name="Date Placeholder 6">
            <a:extLst>
              <a:ext uri="{FF2B5EF4-FFF2-40B4-BE49-F238E27FC236}">
                <a16:creationId xmlns:a16="http://schemas.microsoft.com/office/drawing/2014/main" id="{68E0DEAF-D14F-9B19-03E5-38BE658C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  <p:sp>
        <p:nvSpPr>
          <p:cNvPr id="2353" name="Rectangle 2352">
            <a:extLst>
              <a:ext uri="{FF2B5EF4-FFF2-40B4-BE49-F238E27FC236}">
                <a16:creationId xmlns:a16="http://schemas.microsoft.com/office/drawing/2014/main" id="{02CB36E6-4DFE-4BD6-A282-F4FC96B1CD0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2550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4" name="Rectangle 2353">
            <a:extLst>
              <a:ext uri="{FF2B5EF4-FFF2-40B4-BE49-F238E27FC236}">
                <a16:creationId xmlns:a16="http://schemas.microsoft.com/office/drawing/2014/main" id="{9B4A6DF1-A274-4ADC-87A7-4C57177D775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3439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5" name="Rectangle 2354">
            <a:extLst>
              <a:ext uri="{FF2B5EF4-FFF2-40B4-BE49-F238E27FC236}">
                <a16:creationId xmlns:a16="http://schemas.microsoft.com/office/drawing/2014/main" id="{02A19957-3839-4A1F-8024-E9E524CCC2F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4328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6" name="Rectangle 2355">
            <a:extLst>
              <a:ext uri="{FF2B5EF4-FFF2-40B4-BE49-F238E27FC236}">
                <a16:creationId xmlns:a16="http://schemas.microsoft.com/office/drawing/2014/main" id="{59C20B6C-983B-4C0C-A395-56322977140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85217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7" name="Rectangle 2356">
            <a:extLst>
              <a:ext uri="{FF2B5EF4-FFF2-40B4-BE49-F238E27FC236}">
                <a16:creationId xmlns:a16="http://schemas.microsoft.com/office/drawing/2014/main" id="{EF3489C7-BD1F-4B59-8724-8779284CC8D9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86106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8" name="Rectangle 2357">
            <a:extLst>
              <a:ext uri="{FF2B5EF4-FFF2-40B4-BE49-F238E27FC236}">
                <a16:creationId xmlns:a16="http://schemas.microsoft.com/office/drawing/2014/main" id="{C14FEB22-9DAF-4612-8EDE-53D29E84790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6995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9" name="Rectangle 2358">
            <a:extLst>
              <a:ext uri="{FF2B5EF4-FFF2-40B4-BE49-F238E27FC236}">
                <a16:creationId xmlns:a16="http://schemas.microsoft.com/office/drawing/2014/main" id="{0D64A299-51A9-46DD-B6C1-A8AF85E48863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7884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0" name="Rectangle 2359">
            <a:extLst>
              <a:ext uri="{FF2B5EF4-FFF2-40B4-BE49-F238E27FC236}">
                <a16:creationId xmlns:a16="http://schemas.microsoft.com/office/drawing/2014/main" id="{05AC226A-FF63-442A-AB3D-9B8AD66A92F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92329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1" name="Rectangle 2360">
            <a:extLst>
              <a:ext uri="{FF2B5EF4-FFF2-40B4-BE49-F238E27FC236}">
                <a16:creationId xmlns:a16="http://schemas.microsoft.com/office/drawing/2014/main" id="{1A855D0B-00C0-419D-A66A-1B1368E2E2E8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107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1423D46B-EE9F-418E-A4C0-B4D52A4C60A3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4996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3" name="Rectangle 2362">
            <a:extLst>
              <a:ext uri="{FF2B5EF4-FFF2-40B4-BE49-F238E27FC236}">
                <a16:creationId xmlns:a16="http://schemas.microsoft.com/office/drawing/2014/main" id="{DE68437A-75E7-421D-95A8-CF88B9E084F6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885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4" name="Rectangle 2363">
            <a:extLst>
              <a:ext uri="{FF2B5EF4-FFF2-40B4-BE49-F238E27FC236}">
                <a16:creationId xmlns:a16="http://schemas.microsoft.com/office/drawing/2014/main" id="{4B1E8F75-98A5-4FE9-978C-4BD466AE9AF3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102108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5" name="Rectangle 2364">
            <a:extLst>
              <a:ext uri="{FF2B5EF4-FFF2-40B4-BE49-F238E27FC236}">
                <a16:creationId xmlns:a16="http://schemas.microsoft.com/office/drawing/2014/main" id="{1ED34EFA-521A-484F-BF27-B7C50C61F790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02997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6" name="Rectangle 2365">
            <a:extLst>
              <a:ext uri="{FF2B5EF4-FFF2-40B4-BE49-F238E27FC236}">
                <a16:creationId xmlns:a16="http://schemas.microsoft.com/office/drawing/2014/main" id="{9B9428DF-DF3C-4023-BBF3-000676309376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103886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7" name="Rectangle 2366">
            <a:extLst>
              <a:ext uri="{FF2B5EF4-FFF2-40B4-BE49-F238E27FC236}">
                <a16:creationId xmlns:a16="http://schemas.microsoft.com/office/drawing/2014/main" id="{CC7F8B89-E0AF-4B99-B303-7902121012B4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04775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84" name="Rectangle 1583">
            <a:extLst>
              <a:ext uri="{FF2B5EF4-FFF2-40B4-BE49-F238E27FC236}">
                <a16:creationId xmlns:a16="http://schemas.microsoft.com/office/drawing/2014/main" id="{803CC52A-F6D5-4367-9130-7E88BB54B48F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05664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85" name="Rectangle 1584">
            <a:extLst>
              <a:ext uri="{FF2B5EF4-FFF2-40B4-BE49-F238E27FC236}">
                <a16:creationId xmlns:a16="http://schemas.microsoft.com/office/drawing/2014/main" id="{E5F5E64E-962F-4B5D-983A-7C82B61787E5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106553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86" name="Rectangle 1585">
            <a:extLst>
              <a:ext uri="{FF2B5EF4-FFF2-40B4-BE49-F238E27FC236}">
                <a16:creationId xmlns:a16="http://schemas.microsoft.com/office/drawing/2014/main" id="{67A906A5-A3C5-477E-A6E2-8C48C248EDB2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107442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3E073F3D-D754-4F52-9820-38B1F6A00A1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88" name="Rectangle 1587">
            <a:extLst>
              <a:ext uri="{FF2B5EF4-FFF2-40B4-BE49-F238E27FC236}">
                <a16:creationId xmlns:a16="http://schemas.microsoft.com/office/drawing/2014/main" id="{0530E238-3126-45C0-B1CB-C22C48108F57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7884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89" name="Rectangle 1588">
            <a:extLst>
              <a:ext uri="{FF2B5EF4-FFF2-40B4-BE49-F238E27FC236}">
                <a16:creationId xmlns:a16="http://schemas.microsoft.com/office/drawing/2014/main" id="{586DB982-4AE4-4400-80BD-5A4FA5BCE9F2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0551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0" name="Rectangle 1589">
            <a:extLst>
              <a:ext uri="{FF2B5EF4-FFF2-40B4-BE49-F238E27FC236}">
                <a16:creationId xmlns:a16="http://schemas.microsoft.com/office/drawing/2014/main" id="{84F2E7F6-BC1D-4529-9E22-120DD5B39B4A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440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1" name="Rectangle 1590">
            <a:extLst>
              <a:ext uri="{FF2B5EF4-FFF2-40B4-BE49-F238E27FC236}">
                <a16:creationId xmlns:a16="http://schemas.microsoft.com/office/drawing/2014/main" id="{5E827FFF-B3EE-495D-91E4-0B06D82938DC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92329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2" name="Rectangle 1591">
            <a:extLst>
              <a:ext uri="{FF2B5EF4-FFF2-40B4-BE49-F238E27FC236}">
                <a16:creationId xmlns:a16="http://schemas.microsoft.com/office/drawing/2014/main" id="{9F04D511-CF7A-40BB-8435-15254DB8770D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94107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3" name="Rectangle 1592">
            <a:extLst>
              <a:ext uri="{FF2B5EF4-FFF2-40B4-BE49-F238E27FC236}">
                <a16:creationId xmlns:a16="http://schemas.microsoft.com/office/drawing/2014/main" id="{A2455DFE-7A96-4FF8-A9B7-A796B62162C4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94996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4" name="Rectangle 1593">
            <a:extLst>
              <a:ext uri="{FF2B5EF4-FFF2-40B4-BE49-F238E27FC236}">
                <a16:creationId xmlns:a16="http://schemas.microsoft.com/office/drawing/2014/main" id="{192EBF56-10AA-42F2-9AE0-2B81250BEB97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95885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5" name="Rectangle 1594">
            <a:extLst>
              <a:ext uri="{FF2B5EF4-FFF2-40B4-BE49-F238E27FC236}">
                <a16:creationId xmlns:a16="http://schemas.microsoft.com/office/drawing/2014/main" id="{779E53F2-BFF5-48E0-826B-7B91F6B5C53F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96774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6" name="Rectangle 1595">
            <a:extLst>
              <a:ext uri="{FF2B5EF4-FFF2-40B4-BE49-F238E27FC236}">
                <a16:creationId xmlns:a16="http://schemas.microsoft.com/office/drawing/2014/main" id="{D47CBE66-DF1B-4BAB-A820-9A36305C40EA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98552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7" name="Rectangle 1596">
            <a:extLst>
              <a:ext uri="{FF2B5EF4-FFF2-40B4-BE49-F238E27FC236}">
                <a16:creationId xmlns:a16="http://schemas.microsoft.com/office/drawing/2014/main" id="{B7CCAD1F-885C-4E97-9690-7C42431922F7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100330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8" name="Rectangle 1597">
            <a:extLst>
              <a:ext uri="{FF2B5EF4-FFF2-40B4-BE49-F238E27FC236}">
                <a16:creationId xmlns:a16="http://schemas.microsoft.com/office/drawing/2014/main" id="{274F582D-D256-4F82-82AE-A6114E8B4D1B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102108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99" name="Rectangle 1598">
            <a:extLst>
              <a:ext uri="{FF2B5EF4-FFF2-40B4-BE49-F238E27FC236}">
                <a16:creationId xmlns:a16="http://schemas.microsoft.com/office/drawing/2014/main" id="{2B328D39-2AAD-4C3B-BD4F-A5ADB4674CF7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107442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4" name="Rectangle 1983">
            <a:extLst>
              <a:ext uri="{FF2B5EF4-FFF2-40B4-BE49-F238E27FC236}">
                <a16:creationId xmlns:a16="http://schemas.microsoft.com/office/drawing/2014/main" id="{F9244E16-8647-4E90-A087-53A500C7FAAD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82550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5" name="Rectangle 1984">
            <a:extLst>
              <a:ext uri="{FF2B5EF4-FFF2-40B4-BE49-F238E27FC236}">
                <a16:creationId xmlns:a16="http://schemas.microsoft.com/office/drawing/2014/main" id="{1A8D698A-9578-4629-8166-FEEB7FD0D6A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84328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6" name="Rectangle 1985">
            <a:extLst>
              <a:ext uri="{FF2B5EF4-FFF2-40B4-BE49-F238E27FC236}">
                <a16:creationId xmlns:a16="http://schemas.microsoft.com/office/drawing/2014/main" id="{BEEA25E8-2115-43AE-857E-6AF0395AB7C3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85217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7" name="Rectangle 1986">
            <a:extLst>
              <a:ext uri="{FF2B5EF4-FFF2-40B4-BE49-F238E27FC236}">
                <a16:creationId xmlns:a16="http://schemas.microsoft.com/office/drawing/2014/main" id="{9A8C24E3-CF07-487A-A957-73AC08B8B427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86106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8" name="Rectangle 1987">
            <a:extLst>
              <a:ext uri="{FF2B5EF4-FFF2-40B4-BE49-F238E27FC236}">
                <a16:creationId xmlns:a16="http://schemas.microsoft.com/office/drawing/2014/main" id="{E4E4ECA1-B9B5-456C-A455-DAD04B36FC96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87884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9" name="Rectangle 1988">
            <a:extLst>
              <a:ext uri="{FF2B5EF4-FFF2-40B4-BE49-F238E27FC236}">
                <a16:creationId xmlns:a16="http://schemas.microsoft.com/office/drawing/2014/main" id="{3A8213FA-F46B-4941-99B7-0B96EA8975C4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89662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0" name="Rectangle 1989">
            <a:extLst>
              <a:ext uri="{FF2B5EF4-FFF2-40B4-BE49-F238E27FC236}">
                <a16:creationId xmlns:a16="http://schemas.microsoft.com/office/drawing/2014/main" id="{A6AEE74B-82BE-4CAA-A3E6-726B789AE029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90551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1" name="Rectangle 1990">
            <a:extLst>
              <a:ext uri="{FF2B5EF4-FFF2-40B4-BE49-F238E27FC236}">
                <a16:creationId xmlns:a16="http://schemas.microsoft.com/office/drawing/2014/main" id="{43D14995-772A-4244-BB4B-ECC501C93F87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91440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2" name="Rectangle 1991">
            <a:extLst>
              <a:ext uri="{FF2B5EF4-FFF2-40B4-BE49-F238E27FC236}">
                <a16:creationId xmlns:a16="http://schemas.microsoft.com/office/drawing/2014/main" id="{3E9533CF-59A7-441F-A27F-3A733FD51E0F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94107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4B91528A-F51D-4462-8CA4-F248F62A332B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95885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4" name="Rectangle 1993">
            <a:extLst>
              <a:ext uri="{FF2B5EF4-FFF2-40B4-BE49-F238E27FC236}">
                <a16:creationId xmlns:a16="http://schemas.microsoft.com/office/drawing/2014/main" id="{E10AC59E-B11A-4BE5-95E9-F0907FD4C933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98552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5" name="Rectangle 1994">
            <a:extLst>
              <a:ext uri="{FF2B5EF4-FFF2-40B4-BE49-F238E27FC236}">
                <a16:creationId xmlns:a16="http://schemas.microsoft.com/office/drawing/2014/main" id="{62D60BF5-7353-4BD2-A0B2-1F70D173025D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99441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6" name="Rectangle 1995">
            <a:extLst>
              <a:ext uri="{FF2B5EF4-FFF2-40B4-BE49-F238E27FC236}">
                <a16:creationId xmlns:a16="http://schemas.microsoft.com/office/drawing/2014/main" id="{83D87E93-3AC5-4728-935E-07527D62F25B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100330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7" name="Rectangle 1996">
            <a:extLst>
              <a:ext uri="{FF2B5EF4-FFF2-40B4-BE49-F238E27FC236}">
                <a16:creationId xmlns:a16="http://schemas.microsoft.com/office/drawing/2014/main" id="{A106A482-28E9-4E93-9695-F21857ACC8A0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102108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8" name="Rectangle 1997">
            <a:extLst>
              <a:ext uri="{FF2B5EF4-FFF2-40B4-BE49-F238E27FC236}">
                <a16:creationId xmlns:a16="http://schemas.microsoft.com/office/drawing/2014/main" id="{5B4197E1-ED6C-43D5-A8FC-4D32DCE41030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103886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9" name="Rectangle 1998">
            <a:extLst>
              <a:ext uri="{FF2B5EF4-FFF2-40B4-BE49-F238E27FC236}">
                <a16:creationId xmlns:a16="http://schemas.microsoft.com/office/drawing/2014/main" id="{A810604C-8042-419B-9448-C21764D50F90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04775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0" name="Rectangle 1999">
            <a:extLst>
              <a:ext uri="{FF2B5EF4-FFF2-40B4-BE49-F238E27FC236}">
                <a16:creationId xmlns:a16="http://schemas.microsoft.com/office/drawing/2014/main" id="{EF58455E-4912-40D0-99A2-25DEDF46449A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105664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1" name="Rectangle 2000">
            <a:extLst>
              <a:ext uri="{FF2B5EF4-FFF2-40B4-BE49-F238E27FC236}">
                <a16:creationId xmlns:a16="http://schemas.microsoft.com/office/drawing/2014/main" id="{0CE5FD37-04CF-4651-85FE-799C38AE2194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07442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2" name="Rectangle 2001">
            <a:extLst>
              <a:ext uri="{FF2B5EF4-FFF2-40B4-BE49-F238E27FC236}">
                <a16:creationId xmlns:a16="http://schemas.microsoft.com/office/drawing/2014/main" id="{5EDE030D-1296-4E21-AE64-11744B82644B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82550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3" name="Rectangle 2002">
            <a:extLst>
              <a:ext uri="{FF2B5EF4-FFF2-40B4-BE49-F238E27FC236}">
                <a16:creationId xmlns:a16="http://schemas.microsoft.com/office/drawing/2014/main" id="{3560D550-2368-479D-8A79-483785245274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84328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4" name="Rectangle 2003">
            <a:extLst>
              <a:ext uri="{FF2B5EF4-FFF2-40B4-BE49-F238E27FC236}">
                <a16:creationId xmlns:a16="http://schemas.microsoft.com/office/drawing/2014/main" id="{E6FD2A3D-B423-40AA-92C2-E5564BEE6639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85217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5" name="Rectangle 2004">
            <a:extLst>
              <a:ext uri="{FF2B5EF4-FFF2-40B4-BE49-F238E27FC236}">
                <a16:creationId xmlns:a16="http://schemas.microsoft.com/office/drawing/2014/main" id="{D2A116C0-265B-4726-923E-1D5B2818707F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86106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6" name="Rectangle 2005">
            <a:extLst>
              <a:ext uri="{FF2B5EF4-FFF2-40B4-BE49-F238E27FC236}">
                <a16:creationId xmlns:a16="http://schemas.microsoft.com/office/drawing/2014/main" id="{A97B6986-2743-4358-BEA2-524BAF7A8683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87884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7" name="Rectangle 2006">
            <a:extLst>
              <a:ext uri="{FF2B5EF4-FFF2-40B4-BE49-F238E27FC236}">
                <a16:creationId xmlns:a16="http://schemas.microsoft.com/office/drawing/2014/main" id="{2941E7CA-14EC-4675-BAE0-FD4C79429F69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89662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8" name="Rectangle 2007">
            <a:extLst>
              <a:ext uri="{FF2B5EF4-FFF2-40B4-BE49-F238E27FC236}">
                <a16:creationId xmlns:a16="http://schemas.microsoft.com/office/drawing/2014/main" id="{BAC2631E-26E7-47AC-A52B-5272ABED9A1F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90551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9" name="Rectangle 2008">
            <a:extLst>
              <a:ext uri="{FF2B5EF4-FFF2-40B4-BE49-F238E27FC236}">
                <a16:creationId xmlns:a16="http://schemas.microsoft.com/office/drawing/2014/main" id="{4930211A-88CF-479D-8C0F-E54B64786E37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91440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0" name="Rectangle 2009">
            <a:extLst>
              <a:ext uri="{FF2B5EF4-FFF2-40B4-BE49-F238E27FC236}">
                <a16:creationId xmlns:a16="http://schemas.microsoft.com/office/drawing/2014/main" id="{74A5175A-F102-4C6B-95B4-7F88D503A74C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92329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9E0F27AE-20EE-440F-9A77-4D29BF163115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94996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2" name="Rectangle 2011">
            <a:extLst>
              <a:ext uri="{FF2B5EF4-FFF2-40B4-BE49-F238E27FC236}">
                <a16:creationId xmlns:a16="http://schemas.microsoft.com/office/drawing/2014/main" id="{A52AB0DE-1BE4-4BF2-9778-7F05D119CA05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95885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3" name="Rectangle 2012">
            <a:extLst>
              <a:ext uri="{FF2B5EF4-FFF2-40B4-BE49-F238E27FC236}">
                <a16:creationId xmlns:a16="http://schemas.microsoft.com/office/drawing/2014/main" id="{D6237D9F-DA89-4974-A205-EAD0DF7D2AB0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97663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4" name="Rectangle 2013">
            <a:extLst>
              <a:ext uri="{FF2B5EF4-FFF2-40B4-BE49-F238E27FC236}">
                <a16:creationId xmlns:a16="http://schemas.microsoft.com/office/drawing/2014/main" id="{2882A9E3-EA5A-4FF5-B190-D93102D38955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98552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5" name="Rectangle 2014">
            <a:extLst>
              <a:ext uri="{FF2B5EF4-FFF2-40B4-BE49-F238E27FC236}">
                <a16:creationId xmlns:a16="http://schemas.microsoft.com/office/drawing/2014/main" id="{5DB45C23-1663-46FE-BEC1-1C4DB62DDFD6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99441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6" name="Rectangle 2015">
            <a:extLst>
              <a:ext uri="{FF2B5EF4-FFF2-40B4-BE49-F238E27FC236}">
                <a16:creationId xmlns:a16="http://schemas.microsoft.com/office/drawing/2014/main" id="{A4D1B001-2DBE-4BC2-AD6E-B4762830BFA5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102108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7" name="Rectangle 2016">
            <a:extLst>
              <a:ext uri="{FF2B5EF4-FFF2-40B4-BE49-F238E27FC236}">
                <a16:creationId xmlns:a16="http://schemas.microsoft.com/office/drawing/2014/main" id="{034FAAA8-7818-4B95-8862-37EDECC5B0B8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03886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8" name="Rectangle 2017">
            <a:extLst>
              <a:ext uri="{FF2B5EF4-FFF2-40B4-BE49-F238E27FC236}">
                <a16:creationId xmlns:a16="http://schemas.microsoft.com/office/drawing/2014/main" id="{4F67F502-95C9-40B0-8022-2A0EAB4678C8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04775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9" name="Rectangle 2018">
            <a:extLst>
              <a:ext uri="{FF2B5EF4-FFF2-40B4-BE49-F238E27FC236}">
                <a16:creationId xmlns:a16="http://schemas.microsoft.com/office/drawing/2014/main" id="{E5F69D21-1034-449B-AC0D-10DCD196F3EB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05664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0" name="Rectangle 2019">
            <a:extLst>
              <a:ext uri="{FF2B5EF4-FFF2-40B4-BE49-F238E27FC236}">
                <a16:creationId xmlns:a16="http://schemas.microsoft.com/office/drawing/2014/main" id="{D5F81136-19CB-484E-90FA-203891E6D06C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107442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8" name="Rectangle 2367">
            <a:extLst>
              <a:ext uri="{FF2B5EF4-FFF2-40B4-BE49-F238E27FC236}">
                <a16:creationId xmlns:a16="http://schemas.microsoft.com/office/drawing/2014/main" id="{C2D88B06-58BC-401E-97F6-D8860A4A1E5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82550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DC87819E-5EB9-443F-908A-6B768DEF68A8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84328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0" name="Rectangle 2369">
            <a:extLst>
              <a:ext uri="{FF2B5EF4-FFF2-40B4-BE49-F238E27FC236}">
                <a16:creationId xmlns:a16="http://schemas.microsoft.com/office/drawing/2014/main" id="{BBC3387A-D493-47CF-9871-6C4B8BA1281B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85217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1" name="Rectangle 2370">
            <a:extLst>
              <a:ext uri="{FF2B5EF4-FFF2-40B4-BE49-F238E27FC236}">
                <a16:creationId xmlns:a16="http://schemas.microsoft.com/office/drawing/2014/main" id="{1C246695-F4DA-46B5-B9D7-E5648C2A6DA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86106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2" name="Rectangle 2371">
            <a:extLst>
              <a:ext uri="{FF2B5EF4-FFF2-40B4-BE49-F238E27FC236}">
                <a16:creationId xmlns:a16="http://schemas.microsoft.com/office/drawing/2014/main" id="{84D3A5EB-EBBD-4FBC-9746-50ECD2025852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87884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3" name="Rectangle 2372">
            <a:extLst>
              <a:ext uri="{FF2B5EF4-FFF2-40B4-BE49-F238E27FC236}">
                <a16:creationId xmlns:a16="http://schemas.microsoft.com/office/drawing/2014/main" id="{B4552814-24CC-4584-80A1-D738DC075995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89662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4" name="Rectangle 2373">
            <a:extLst>
              <a:ext uri="{FF2B5EF4-FFF2-40B4-BE49-F238E27FC236}">
                <a16:creationId xmlns:a16="http://schemas.microsoft.com/office/drawing/2014/main" id="{C409BD69-FB20-4EEF-A7F5-D7AFD7616BD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91440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5" name="Rectangle 2374">
            <a:extLst>
              <a:ext uri="{FF2B5EF4-FFF2-40B4-BE49-F238E27FC236}">
                <a16:creationId xmlns:a16="http://schemas.microsoft.com/office/drawing/2014/main" id="{B9B8B9E5-D287-47EA-A889-72F25D7B8FAF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93218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6" name="Rectangle 2375">
            <a:extLst>
              <a:ext uri="{FF2B5EF4-FFF2-40B4-BE49-F238E27FC236}">
                <a16:creationId xmlns:a16="http://schemas.microsoft.com/office/drawing/2014/main" id="{3801AD6E-0072-45F3-9C19-A78B2F82675B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95885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7" name="Rectangle 2376">
            <a:extLst>
              <a:ext uri="{FF2B5EF4-FFF2-40B4-BE49-F238E27FC236}">
                <a16:creationId xmlns:a16="http://schemas.microsoft.com/office/drawing/2014/main" id="{0D60F86D-F76C-4458-87C7-19C3EAE253CC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96774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8" name="Rectangle 2377">
            <a:extLst>
              <a:ext uri="{FF2B5EF4-FFF2-40B4-BE49-F238E27FC236}">
                <a16:creationId xmlns:a16="http://schemas.microsoft.com/office/drawing/2014/main" id="{89715612-9855-4A2F-A27E-02D881BF0B1C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98552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9" name="Rectangle 2378">
            <a:extLst>
              <a:ext uri="{FF2B5EF4-FFF2-40B4-BE49-F238E27FC236}">
                <a16:creationId xmlns:a16="http://schemas.microsoft.com/office/drawing/2014/main" id="{9BDA9E46-6C2E-4520-83C4-A41B0EBB3880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99441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0" name="Rectangle 2379">
            <a:extLst>
              <a:ext uri="{FF2B5EF4-FFF2-40B4-BE49-F238E27FC236}">
                <a16:creationId xmlns:a16="http://schemas.microsoft.com/office/drawing/2014/main" id="{D2770676-8FF1-437C-B72E-5FCD6FB80091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102108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1" name="Rectangle 2380">
            <a:extLst>
              <a:ext uri="{FF2B5EF4-FFF2-40B4-BE49-F238E27FC236}">
                <a16:creationId xmlns:a16="http://schemas.microsoft.com/office/drawing/2014/main" id="{92E328A4-FFC0-447A-88F3-01705D408228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103886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2" name="Rectangle 2381">
            <a:extLst>
              <a:ext uri="{FF2B5EF4-FFF2-40B4-BE49-F238E27FC236}">
                <a16:creationId xmlns:a16="http://schemas.microsoft.com/office/drawing/2014/main" id="{0FF0C9DF-1205-4070-86BC-D08487DD53D8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104775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3" name="Rectangle 2382">
            <a:extLst>
              <a:ext uri="{FF2B5EF4-FFF2-40B4-BE49-F238E27FC236}">
                <a16:creationId xmlns:a16="http://schemas.microsoft.com/office/drawing/2014/main" id="{D195E309-13E6-497D-8FD0-E12B6552EA1C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105664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4" name="Rectangle 2383">
            <a:extLst>
              <a:ext uri="{FF2B5EF4-FFF2-40B4-BE49-F238E27FC236}">
                <a16:creationId xmlns:a16="http://schemas.microsoft.com/office/drawing/2014/main" id="{1E9BC5B5-D657-411C-8BA7-F30904D2750F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107442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5" name="Rectangle 2384">
            <a:extLst>
              <a:ext uri="{FF2B5EF4-FFF2-40B4-BE49-F238E27FC236}">
                <a16:creationId xmlns:a16="http://schemas.microsoft.com/office/drawing/2014/main" id="{BD8185FC-95EB-458F-A84B-6A62D8712555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82550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6" name="Rectangle 2385">
            <a:extLst>
              <a:ext uri="{FF2B5EF4-FFF2-40B4-BE49-F238E27FC236}">
                <a16:creationId xmlns:a16="http://schemas.microsoft.com/office/drawing/2014/main" id="{B1AC00F8-1205-4430-8053-0020CE7D4B87}"/>
              </a:ext>
            </a:extLst>
          </p:cNvPr>
          <p:cNvSpPr/>
          <p:nvPr>
            <p:custDataLst>
              <p:tags r:id="rId92"/>
            </p:custDataLst>
          </p:nvPr>
        </p:nvSpPr>
        <p:spPr bwMode="auto">
          <a:xfrm>
            <a:off x="87884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7" name="Rectangle 2386">
            <a:extLst>
              <a:ext uri="{FF2B5EF4-FFF2-40B4-BE49-F238E27FC236}">
                <a16:creationId xmlns:a16="http://schemas.microsoft.com/office/drawing/2014/main" id="{6135D473-FB0E-447A-8123-032602EDA434}"/>
              </a:ext>
            </a:extLst>
          </p:cNvPr>
          <p:cNvSpPr/>
          <p:nvPr>
            <p:custDataLst>
              <p:tags r:id="rId93"/>
            </p:custDataLst>
          </p:nvPr>
        </p:nvSpPr>
        <p:spPr bwMode="auto">
          <a:xfrm>
            <a:off x="89662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8" name="Rectangle 2387">
            <a:extLst>
              <a:ext uri="{FF2B5EF4-FFF2-40B4-BE49-F238E27FC236}">
                <a16:creationId xmlns:a16="http://schemas.microsoft.com/office/drawing/2014/main" id="{BF5CA391-8830-40D8-931B-0DE1B46D72EF}"/>
              </a:ext>
            </a:extLst>
          </p:cNvPr>
          <p:cNvSpPr/>
          <p:nvPr>
            <p:custDataLst>
              <p:tags r:id="rId94"/>
            </p:custDataLst>
          </p:nvPr>
        </p:nvSpPr>
        <p:spPr bwMode="auto">
          <a:xfrm>
            <a:off x="92329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9" name="Rectangle 2388">
            <a:extLst>
              <a:ext uri="{FF2B5EF4-FFF2-40B4-BE49-F238E27FC236}">
                <a16:creationId xmlns:a16="http://schemas.microsoft.com/office/drawing/2014/main" id="{D34BDC60-A3AE-4035-BED9-1FB5A20122D9}"/>
              </a:ext>
            </a:extLst>
          </p:cNvPr>
          <p:cNvSpPr/>
          <p:nvPr>
            <p:custDataLst>
              <p:tags r:id="rId95"/>
            </p:custDataLst>
          </p:nvPr>
        </p:nvSpPr>
        <p:spPr bwMode="auto">
          <a:xfrm>
            <a:off x="93218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0" name="Rectangle 2389">
            <a:extLst>
              <a:ext uri="{FF2B5EF4-FFF2-40B4-BE49-F238E27FC236}">
                <a16:creationId xmlns:a16="http://schemas.microsoft.com/office/drawing/2014/main" id="{27F5E973-5182-4E6C-BA61-E533A0A4D5EE}"/>
              </a:ext>
            </a:extLst>
          </p:cNvPr>
          <p:cNvSpPr/>
          <p:nvPr>
            <p:custDataLst>
              <p:tags r:id="rId96"/>
            </p:custDataLst>
          </p:nvPr>
        </p:nvSpPr>
        <p:spPr bwMode="auto">
          <a:xfrm>
            <a:off x="100330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1" name="Rectangle 2390">
            <a:extLst>
              <a:ext uri="{FF2B5EF4-FFF2-40B4-BE49-F238E27FC236}">
                <a16:creationId xmlns:a16="http://schemas.microsoft.com/office/drawing/2014/main" id="{4CC6D6CA-A819-46E1-B3CC-71E77A529B7B}"/>
              </a:ext>
            </a:extLst>
          </p:cNvPr>
          <p:cNvSpPr/>
          <p:nvPr>
            <p:custDataLst>
              <p:tags r:id="rId97"/>
            </p:custDataLst>
          </p:nvPr>
        </p:nvSpPr>
        <p:spPr bwMode="auto">
          <a:xfrm>
            <a:off x="102108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4F815AD6-1FDA-484C-A74D-E3E54D6FB76D}"/>
              </a:ext>
            </a:extLst>
          </p:cNvPr>
          <p:cNvSpPr/>
          <p:nvPr>
            <p:custDataLst>
              <p:tags r:id="rId98"/>
            </p:custDataLst>
          </p:nvPr>
        </p:nvSpPr>
        <p:spPr bwMode="auto">
          <a:xfrm>
            <a:off x="107442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3" name="Rectangle 2392">
            <a:extLst>
              <a:ext uri="{FF2B5EF4-FFF2-40B4-BE49-F238E27FC236}">
                <a16:creationId xmlns:a16="http://schemas.microsoft.com/office/drawing/2014/main" id="{85E89865-550A-4B57-BBFA-B07F60A1313B}"/>
              </a:ext>
            </a:extLst>
          </p:cNvPr>
          <p:cNvSpPr/>
          <p:nvPr>
            <p:custDataLst>
              <p:tags r:id="rId99"/>
            </p:custDataLst>
          </p:nvPr>
        </p:nvSpPr>
        <p:spPr bwMode="auto">
          <a:xfrm>
            <a:off x="82550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4" name="Rectangle 2393">
            <a:extLst>
              <a:ext uri="{FF2B5EF4-FFF2-40B4-BE49-F238E27FC236}">
                <a16:creationId xmlns:a16="http://schemas.microsoft.com/office/drawing/2014/main" id="{46FD6C1F-DFBC-46AD-9B18-7D9ED8C9D5DC}"/>
              </a:ext>
            </a:extLst>
          </p:cNvPr>
          <p:cNvSpPr/>
          <p:nvPr>
            <p:custDataLst>
              <p:tags r:id="rId100"/>
            </p:custDataLst>
          </p:nvPr>
        </p:nvSpPr>
        <p:spPr bwMode="auto">
          <a:xfrm>
            <a:off x="83439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5" name="Rectangle 2394">
            <a:extLst>
              <a:ext uri="{FF2B5EF4-FFF2-40B4-BE49-F238E27FC236}">
                <a16:creationId xmlns:a16="http://schemas.microsoft.com/office/drawing/2014/main" id="{2A5FEE1D-8987-4EF2-9A4A-E8906A3E6585}"/>
              </a:ext>
            </a:extLst>
          </p:cNvPr>
          <p:cNvSpPr/>
          <p:nvPr>
            <p:custDataLst>
              <p:tags r:id="rId101"/>
            </p:custDataLst>
          </p:nvPr>
        </p:nvSpPr>
        <p:spPr bwMode="auto">
          <a:xfrm>
            <a:off x="84328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6" name="Rectangle 2395">
            <a:extLst>
              <a:ext uri="{FF2B5EF4-FFF2-40B4-BE49-F238E27FC236}">
                <a16:creationId xmlns:a16="http://schemas.microsoft.com/office/drawing/2014/main" id="{AFE7D9F4-5A92-4E72-92D3-EC6EDDFE262F}"/>
              </a:ext>
            </a:extLst>
          </p:cNvPr>
          <p:cNvSpPr/>
          <p:nvPr>
            <p:custDataLst>
              <p:tags r:id="rId102"/>
            </p:custDataLst>
          </p:nvPr>
        </p:nvSpPr>
        <p:spPr bwMode="auto">
          <a:xfrm>
            <a:off x="85217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7" name="Rectangle 2396">
            <a:extLst>
              <a:ext uri="{FF2B5EF4-FFF2-40B4-BE49-F238E27FC236}">
                <a16:creationId xmlns:a16="http://schemas.microsoft.com/office/drawing/2014/main" id="{60AB4F5E-AAB2-4CDC-8ED2-C856103F8272}"/>
              </a:ext>
            </a:extLst>
          </p:cNvPr>
          <p:cNvSpPr/>
          <p:nvPr>
            <p:custDataLst>
              <p:tags r:id="rId103"/>
            </p:custDataLst>
          </p:nvPr>
        </p:nvSpPr>
        <p:spPr bwMode="auto">
          <a:xfrm>
            <a:off x="86106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8" name="Rectangle 2397">
            <a:extLst>
              <a:ext uri="{FF2B5EF4-FFF2-40B4-BE49-F238E27FC236}">
                <a16:creationId xmlns:a16="http://schemas.microsoft.com/office/drawing/2014/main" id="{243196C9-2933-4D56-810C-D478E7BD1677}"/>
              </a:ext>
            </a:extLst>
          </p:cNvPr>
          <p:cNvSpPr/>
          <p:nvPr>
            <p:custDataLst>
              <p:tags r:id="rId104"/>
            </p:custDataLst>
          </p:nvPr>
        </p:nvSpPr>
        <p:spPr bwMode="auto">
          <a:xfrm>
            <a:off x="86995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9" name="Rectangle 2398">
            <a:extLst>
              <a:ext uri="{FF2B5EF4-FFF2-40B4-BE49-F238E27FC236}">
                <a16:creationId xmlns:a16="http://schemas.microsoft.com/office/drawing/2014/main" id="{9BF9E833-CC04-449A-A0EE-3E50DF230EF4}"/>
              </a:ext>
            </a:extLst>
          </p:cNvPr>
          <p:cNvSpPr/>
          <p:nvPr>
            <p:custDataLst>
              <p:tags r:id="rId105"/>
            </p:custDataLst>
          </p:nvPr>
        </p:nvSpPr>
        <p:spPr bwMode="auto">
          <a:xfrm>
            <a:off x="87884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0" name="Rectangle 2399">
            <a:extLst>
              <a:ext uri="{FF2B5EF4-FFF2-40B4-BE49-F238E27FC236}">
                <a16:creationId xmlns:a16="http://schemas.microsoft.com/office/drawing/2014/main" id="{71A912B8-E518-4499-99AA-D41B7486ACA8}"/>
              </a:ext>
            </a:extLst>
          </p:cNvPr>
          <p:cNvSpPr/>
          <p:nvPr>
            <p:custDataLst>
              <p:tags r:id="rId106"/>
            </p:custDataLst>
          </p:nvPr>
        </p:nvSpPr>
        <p:spPr bwMode="auto">
          <a:xfrm>
            <a:off x="89662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1" name="Rectangle 2400">
            <a:extLst>
              <a:ext uri="{FF2B5EF4-FFF2-40B4-BE49-F238E27FC236}">
                <a16:creationId xmlns:a16="http://schemas.microsoft.com/office/drawing/2014/main" id="{EDAE0BEE-8CCB-4DA7-8E8B-FAC59A228EBD}"/>
              </a:ext>
            </a:extLst>
          </p:cNvPr>
          <p:cNvSpPr/>
          <p:nvPr>
            <p:custDataLst>
              <p:tags r:id="rId107"/>
            </p:custDataLst>
          </p:nvPr>
        </p:nvSpPr>
        <p:spPr bwMode="auto">
          <a:xfrm>
            <a:off x="91440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2" name="Rectangle 2401">
            <a:extLst>
              <a:ext uri="{FF2B5EF4-FFF2-40B4-BE49-F238E27FC236}">
                <a16:creationId xmlns:a16="http://schemas.microsoft.com/office/drawing/2014/main" id="{11D6064C-2B2C-4D02-94D5-E8FBB7B7FE4D}"/>
              </a:ext>
            </a:extLst>
          </p:cNvPr>
          <p:cNvSpPr/>
          <p:nvPr>
            <p:custDataLst>
              <p:tags r:id="rId108"/>
            </p:custDataLst>
          </p:nvPr>
        </p:nvSpPr>
        <p:spPr bwMode="auto">
          <a:xfrm>
            <a:off x="93218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3" name="Rectangle 2402">
            <a:extLst>
              <a:ext uri="{FF2B5EF4-FFF2-40B4-BE49-F238E27FC236}">
                <a16:creationId xmlns:a16="http://schemas.microsoft.com/office/drawing/2014/main" id="{7FA7A518-4E59-4943-862D-8542C812CC3A}"/>
              </a:ext>
            </a:extLst>
          </p:cNvPr>
          <p:cNvSpPr/>
          <p:nvPr>
            <p:custDataLst>
              <p:tags r:id="rId109"/>
            </p:custDataLst>
          </p:nvPr>
        </p:nvSpPr>
        <p:spPr bwMode="auto">
          <a:xfrm>
            <a:off x="94996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4" name="Rectangle 2403">
            <a:extLst>
              <a:ext uri="{FF2B5EF4-FFF2-40B4-BE49-F238E27FC236}">
                <a16:creationId xmlns:a16="http://schemas.microsoft.com/office/drawing/2014/main" id="{0BCC875D-625D-4628-A38D-63AC86BFAE94}"/>
              </a:ext>
            </a:extLst>
          </p:cNvPr>
          <p:cNvSpPr/>
          <p:nvPr>
            <p:custDataLst>
              <p:tags r:id="rId110"/>
            </p:custDataLst>
          </p:nvPr>
        </p:nvSpPr>
        <p:spPr bwMode="auto">
          <a:xfrm>
            <a:off x="96774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5" name="Rectangle 2404">
            <a:extLst>
              <a:ext uri="{FF2B5EF4-FFF2-40B4-BE49-F238E27FC236}">
                <a16:creationId xmlns:a16="http://schemas.microsoft.com/office/drawing/2014/main" id="{0C1E1EF8-A863-40D5-A867-58FE90704F3C}"/>
              </a:ext>
            </a:extLst>
          </p:cNvPr>
          <p:cNvSpPr/>
          <p:nvPr>
            <p:custDataLst>
              <p:tags r:id="rId111"/>
            </p:custDataLst>
          </p:nvPr>
        </p:nvSpPr>
        <p:spPr bwMode="auto">
          <a:xfrm>
            <a:off x="98552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58CDE70-6D48-4B94-9FB3-754709915D3F}"/>
              </a:ext>
            </a:extLst>
          </p:cNvPr>
          <p:cNvSpPr/>
          <p:nvPr>
            <p:custDataLst>
              <p:tags r:id="rId112"/>
            </p:custDataLst>
          </p:nvPr>
        </p:nvSpPr>
        <p:spPr bwMode="auto">
          <a:xfrm>
            <a:off x="100330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7" name="Rectangle 2406">
            <a:extLst>
              <a:ext uri="{FF2B5EF4-FFF2-40B4-BE49-F238E27FC236}">
                <a16:creationId xmlns:a16="http://schemas.microsoft.com/office/drawing/2014/main" id="{90C20135-C932-435E-943A-F28E37201914}"/>
              </a:ext>
            </a:extLst>
          </p:cNvPr>
          <p:cNvSpPr/>
          <p:nvPr>
            <p:custDataLst>
              <p:tags r:id="rId113"/>
            </p:custDataLst>
          </p:nvPr>
        </p:nvSpPr>
        <p:spPr bwMode="auto">
          <a:xfrm>
            <a:off x="102108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8" name="Rectangle 2407">
            <a:extLst>
              <a:ext uri="{FF2B5EF4-FFF2-40B4-BE49-F238E27FC236}">
                <a16:creationId xmlns:a16="http://schemas.microsoft.com/office/drawing/2014/main" id="{B504C682-EE59-457C-B712-7A83D819E5D1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102997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9" name="Rectangle 2408">
            <a:extLst>
              <a:ext uri="{FF2B5EF4-FFF2-40B4-BE49-F238E27FC236}">
                <a16:creationId xmlns:a16="http://schemas.microsoft.com/office/drawing/2014/main" id="{46468DE1-9373-49F3-B37C-4FAF26A2B906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3886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0" name="Rectangle 2409">
            <a:extLst>
              <a:ext uri="{FF2B5EF4-FFF2-40B4-BE49-F238E27FC236}">
                <a16:creationId xmlns:a16="http://schemas.microsoft.com/office/drawing/2014/main" id="{CF1CCA75-0863-4A1A-BD57-28F544121293}"/>
              </a:ext>
            </a:extLst>
          </p:cNvPr>
          <p:cNvSpPr/>
          <p:nvPr>
            <p:custDataLst>
              <p:tags r:id="rId116"/>
            </p:custDataLst>
          </p:nvPr>
        </p:nvSpPr>
        <p:spPr bwMode="auto">
          <a:xfrm>
            <a:off x="104775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1" name="Rectangle 2410">
            <a:extLst>
              <a:ext uri="{FF2B5EF4-FFF2-40B4-BE49-F238E27FC236}">
                <a16:creationId xmlns:a16="http://schemas.microsoft.com/office/drawing/2014/main" id="{F2F57725-A184-47CE-8B48-02FBA4C7F3D4}"/>
              </a:ext>
            </a:extLst>
          </p:cNvPr>
          <p:cNvSpPr/>
          <p:nvPr>
            <p:custDataLst>
              <p:tags r:id="rId117"/>
            </p:custDataLst>
          </p:nvPr>
        </p:nvSpPr>
        <p:spPr bwMode="auto">
          <a:xfrm>
            <a:off x="105664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2" name="Rectangle 2411">
            <a:extLst>
              <a:ext uri="{FF2B5EF4-FFF2-40B4-BE49-F238E27FC236}">
                <a16:creationId xmlns:a16="http://schemas.microsoft.com/office/drawing/2014/main" id="{7D108C6D-B48E-4E62-BCAB-FF501727852B}"/>
              </a:ext>
            </a:extLst>
          </p:cNvPr>
          <p:cNvSpPr/>
          <p:nvPr>
            <p:custDataLst>
              <p:tags r:id="rId118"/>
            </p:custDataLst>
          </p:nvPr>
        </p:nvSpPr>
        <p:spPr bwMode="auto">
          <a:xfrm>
            <a:off x="106553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3" name="Rectangle 2412">
            <a:extLst>
              <a:ext uri="{FF2B5EF4-FFF2-40B4-BE49-F238E27FC236}">
                <a16:creationId xmlns:a16="http://schemas.microsoft.com/office/drawing/2014/main" id="{3FC9F2E1-0B18-468F-937B-E8D176E60286}"/>
              </a:ext>
            </a:extLst>
          </p:cNvPr>
          <p:cNvSpPr/>
          <p:nvPr>
            <p:custDataLst>
              <p:tags r:id="rId119"/>
            </p:custDataLst>
          </p:nvPr>
        </p:nvSpPr>
        <p:spPr bwMode="auto">
          <a:xfrm>
            <a:off x="107442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4" name="Rectangle 2413">
            <a:extLst>
              <a:ext uri="{FF2B5EF4-FFF2-40B4-BE49-F238E27FC236}">
                <a16:creationId xmlns:a16="http://schemas.microsoft.com/office/drawing/2014/main" id="{3116781A-6117-4D79-B8EC-5D08F164940D}"/>
              </a:ext>
            </a:extLst>
          </p:cNvPr>
          <p:cNvSpPr/>
          <p:nvPr>
            <p:custDataLst>
              <p:tags r:id="rId120"/>
            </p:custDataLst>
          </p:nvPr>
        </p:nvSpPr>
        <p:spPr bwMode="auto">
          <a:xfrm>
            <a:off x="89662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5" name="Rectangle 2414">
            <a:extLst>
              <a:ext uri="{FF2B5EF4-FFF2-40B4-BE49-F238E27FC236}">
                <a16:creationId xmlns:a16="http://schemas.microsoft.com/office/drawing/2014/main" id="{959FA107-ABC1-4DEE-B8CF-572A7AC357A4}"/>
              </a:ext>
            </a:extLst>
          </p:cNvPr>
          <p:cNvSpPr/>
          <p:nvPr>
            <p:custDataLst>
              <p:tags r:id="rId121"/>
            </p:custDataLst>
          </p:nvPr>
        </p:nvSpPr>
        <p:spPr bwMode="auto">
          <a:xfrm>
            <a:off x="90551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6" name="Rectangle 2415">
            <a:extLst>
              <a:ext uri="{FF2B5EF4-FFF2-40B4-BE49-F238E27FC236}">
                <a16:creationId xmlns:a16="http://schemas.microsoft.com/office/drawing/2014/main" id="{C529F27C-3BB5-48D9-BCAB-F526D184667A}"/>
              </a:ext>
            </a:extLst>
          </p:cNvPr>
          <p:cNvSpPr/>
          <p:nvPr>
            <p:custDataLst>
              <p:tags r:id="rId122"/>
            </p:custDataLst>
          </p:nvPr>
        </p:nvSpPr>
        <p:spPr bwMode="auto">
          <a:xfrm>
            <a:off x="92329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7" name="Rectangle 2416">
            <a:extLst>
              <a:ext uri="{FF2B5EF4-FFF2-40B4-BE49-F238E27FC236}">
                <a16:creationId xmlns:a16="http://schemas.microsoft.com/office/drawing/2014/main" id="{4B9EA5EE-C2C0-4413-AB7E-919744E2B86E}"/>
              </a:ext>
            </a:extLst>
          </p:cNvPr>
          <p:cNvSpPr/>
          <p:nvPr>
            <p:custDataLst>
              <p:tags r:id="rId123"/>
            </p:custDataLst>
          </p:nvPr>
        </p:nvSpPr>
        <p:spPr bwMode="auto">
          <a:xfrm>
            <a:off x="94996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8" name="Rectangle 2417">
            <a:extLst>
              <a:ext uri="{FF2B5EF4-FFF2-40B4-BE49-F238E27FC236}">
                <a16:creationId xmlns:a16="http://schemas.microsoft.com/office/drawing/2014/main" id="{E600B8B4-5626-48DB-97DC-D5F3E599FA5C}"/>
              </a:ext>
            </a:extLst>
          </p:cNvPr>
          <p:cNvSpPr/>
          <p:nvPr>
            <p:custDataLst>
              <p:tags r:id="rId124"/>
            </p:custDataLst>
          </p:nvPr>
        </p:nvSpPr>
        <p:spPr bwMode="auto">
          <a:xfrm>
            <a:off x="96774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19" name="Rectangle 2418">
            <a:extLst>
              <a:ext uri="{FF2B5EF4-FFF2-40B4-BE49-F238E27FC236}">
                <a16:creationId xmlns:a16="http://schemas.microsoft.com/office/drawing/2014/main" id="{6E42513A-0182-4265-AB6C-8B0CF655E48D}"/>
              </a:ext>
            </a:extLst>
          </p:cNvPr>
          <p:cNvSpPr/>
          <p:nvPr>
            <p:custDataLst>
              <p:tags r:id="rId125"/>
            </p:custDataLst>
          </p:nvPr>
        </p:nvSpPr>
        <p:spPr bwMode="auto">
          <a:xfrm>
            <a:off x="97663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0" name="Rectangle 2419">
            <a:extLst>
              <a:ext uri="{FF2B5EF4-FFF2-40B4-BE49-F238E27FC236}">
                <a16:creationId xmlns:a16="http://schemas.microsoft.com/office/drawing/2014/main" id="{8B99F684-7A60-45D5-B31C-5F97ECE3B6FB}"/>
              </a:ext>
            </a:extLst>
          </p:cNvPr>
          <p:cNvSpPr/>
          <p:nvPr>
            <p:custDataLst>
              <p:tags r:id="rId126"/>
            </p:custDataLst>
          </p:nvPr>
        </p:nvSpPr>
        <p:spPr bwMode="auto">
          <a:xfrm>
            <a:off x="98552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1" name="Rectangle 2420">
            <a:extLst>
              <a:ext uri="{FF2B5EF4-FFF2-40B4-BE49-F238E27FC236}">
                <a16:creationId xmlns:a16="http://schemas.microsoft.com/office/drawing/2014/main" id="{A9011B04-0E68-42AF-8CD4-AD95F605DA7E}"/>
              </a:ext>
            </a:extLst>
          </p:cNvPr>
          <p:cNvSpPr/>
          <p:nvPr>
            <p:custDataLst>
              <p:tags r:id="rId127"/>
            </p:custDataLst>
          </p:nvPr>
        </p:nvSpPr>
        <p:spPr bwMode="auto">
          <a:xfrm>
            <a:off x="100330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2" name="Rectangle 2421">
            <a:extLst>
              <a:ext uri="{FF2B5EF4-FFF2-40B4-BE49-F238E27FC236}">
                <a16:creationId xmlns:a16="http://schemas.microsoft.com/office/drawing/2014/main" id="{477D380A-C7C4-44D7-B88C-7A9AC330FBC3}"/>
              </a:ext>
            </a:extLst>
          </p:cNvPr>
          <p:cNvSpPr/>
          <p:nvPr>
            <p:custDataLst>
              <p:tags r:id="rId128"/>
            </p:custDataLst>
          </p:nvPr>
        </p:nvSpPr>
        <p:spPr bwMode="auto">
          <a:xfrm>
            <a:off x="82550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3" name="Rectangle 2422">
            <a:extLst>
              <a:ext uri="{FF2B5EF4-FFF2-40B4-BE49-F238E27FC236}">
                <a16:creationId xmlns:a16="http://schemas.microsoft.com/office/drawing/2014/main" id="{F1047280-EDA3-4A22-8DAE-F741D15602D1}"/>
              </a:ext>
            </a:extLst>
          </p:cNvPr>
          <p:cNvSpPr/>
          <p:nvPr>
            <p:custDataLst>
              <p:tags r:id="rId129"/>
            </p:custDataLst>
          </p:nvPr>
        </p:nvSpPr>
        <p:spPr bwMode="auto">
          <a:xfrm>
            <a:off x="84328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4" name="Rectangle 2423">
            <a:extLst>
              <a:ext uri="{FF2B5EF4-FFF2-40B4-BE49-F238E27FC236}">
                <a16:creationId xmlns:a16="http://schemas.microsoft.com/office/drawing/2014/main" id="{AEBFA974-8965-4C65-AAEA-4DA837F5D86C}"/>
              </a:ext>
            </a:extLst>
          </p:cNvPr>
          <p:cNvSpPr/>
          <p:nvPr>
            <p:custDataLst>
              <p:tags r:id="rId130"/>
            </p:custDataLst>
          </p:nvPr>
        </p:nvSpPr>
        <p:spPr bwMode="auto">
          <a:xfrm>
            <a:off x="85217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5" name="Rectangle 2424">
            <a:extLst>
              <a:ext uri="{FF2B5EF4-FFF2-40B4-BE49-F238E27FC236}">
                <a16:creationId xmlns:a16="http://schemas.microsoft.com/office/drawing/2014/main" id="{81C760E6-917C-46B8-93D9-22244B0DA529}"/>
              </a:ext>
            </a:extLst>
          </p:cNvPr>
          <p:cNvSpPr/>
          <p:nvPr>
            <p:custDataLst>
              <p:tags r:id="rId131"/>
            </p:custDataLst>
          </p:nvPr>
        </p:nvSpPr>
        <p:spPr bwMode="auto">
          <a:xfrm>
            <a:off x="86106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6" name="Rectangle 2425">
            <a:extLst>
              <a:ext uri="{FF2B5EF4-FFF2-40B4-BE49-F238E27FC236}">
                <a16:creationId xmlns:a16="http://schemas.microsoft.com/office/drawing/2014/main" id="{405FDEBF-73A8-4E83-B3A4-7D83F991CEE5}"/>
              </a:ext>
            </a:extLst>
          </p:cNvPr>
          <p:cNvSpPr/>
          <p:nvPr>
            <p:custDataLst>
              <p:tags r:id="rId132"/>
            </p:custDataLst>
          </p:nvPr>
        </p:nvSpPr>
        <p:spPr bwMode="auto">
          <a:xfrm>
            <a:off x="86995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7" name="Rectangle 2426">
            <a:extLst>
              <a:ext uri="{FF2B5EF4-FFF2-40B4-BE49-F238E27FC236}">
                <a16:creationId xmlns:a16="http://schemas.microsoft.com/office/drawing/2014/main" id="{B9F57B47-3487-4802-B4EB-4D591DB2A713}"/>
              </a:ext>
            </a:extLst>
          </p:cNvPr>
          <p:cNvSpPr/>
          <p:nvPr>
            <p:custDataLst>
              <p:tags r:id="rId133"/>
            </p:custDataLst>
          </p:nvPr>
        </p:nvSpPr>
        <p:spPr bwMode="auto">
          <a:xfrm>
            <a:off x="87884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8" name="Rectangle 2427">
            <a:extLst>
              <a:ext uri="{FF2B5EF4-FFF2-40B4-BE49-F238E27FC236}">
                <a16:creationId xmlns:a16="http://schemas.microsoft.com/office/drawing/2014/main" id="{3AEE928F-E2D7-4899-B252-2201241C9617}"/>
              </a:ext>
            </a:extLst>
          </p:cNvPr>
          <p:cNvSpPr/>
          <p:nvPr>
            <p:custDataLst>
              <p:tags r:id="rId134"/>
            </p:custDataLst>
          </p:nvPr>
        </p:nvSpPr>
        <p:spPr bwMode="auto">
          <a:xfrm>
            <a:off x="90551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29" name="Rectangle 2428">
            <a:extLst>
              <a:ext uri="{FF2B5EF4-FFF2-40B4-BE49-F238E27FC236}">
                <a16:creationId xmlns:a16="http://schemas.microsoft.com/office/drawing/2014/main" id="{546CA0B5-D658-45ED-8F14-E313DD7F72C0}"/>
              </a:ext>
            </a:extLst>
          </p:cNvPr>
          <p:cNvSpPr/>
          <p:nvPr>
            <p:custDataLst>
              <p:tags r:id="rId135"/>
            </p:custDataLst>
          </p:nvPr>
        </p:nvSpPr>
        <p:spPr bwMode="auto">
          <a:xfrm>
            <a:off x="91440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0" name="Rectangle 2429">
            <a:extLst>
              <a:ext uri="{FF2B5EF4-FFF2-40B4-BE49-F238E27FC236}">
                <a16:creationId xmlns:a16="http://schemas.microsoft.com/office/drawing/2014/main" id="{EA18871F-417B-49D2-99CE-7C005D044465}"/>
              </a:ext>
            </a:extLst>
          </p:cNvPr>
          <p:cNvSpPr/>
          <p:nvPr>
            <p:custDataLst>
              <p:tags r:id="rId136"/>
            </p:custDataLst>
          </p:nvPr>
        </p:nvSpPr>
        <p:spPr bwMode="auto">
          <a:xfrm>
            <a:off x="93218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1" name="Rectangle 2430">
            <a:extLst>
              <a:ext uri="{FF2B5EF4-FFF2-40B4-BE49-F238E27FC236}">
                <a16:creationId xmlns:a16="http://schemas.microsoft.com/office/drawing/2014/main" id="{9122B405-47D2-4AF9-BECA-9A2CDF280F74}"/>
              </a:ext>
            </a:extLst>
          </p:cNvPr>
          <p:cNvSpPr/>
          <p:nvPr>
            <p:custDataLst>
              <p:tags r:id="rId137"/>
            </p:custDataLst>
          </p:nvPr>
        </p:nvSpPr>
        <p:spPr bwMode="auto">
          <a:xfrm>
            <a:off x="96774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2" name="Rectangle 2431">
            <a:extLst>
              <a:ext uri="{FF2B5EF4-FFF2-40B4-BE49-F238E27FC236}">
                <a16:creationId xmlns:a16="http://schemas.microsoft.com/office/drawing/2014/main" id="{89B78141-6D11-44E8-AEB9-96D8CE8AEE5C}"/>
              </a:ext>
            </a:extLst>
          </p:cNvPr>
          <p:cNvSpPr/>
          <p:nvPr>
            <p:custDataLst>
              <p:tags r:id="rId138"/>
            </p:custDataLst>
          </p:nvPr>
        </p:nvSpPr>
        <p:spPr bwMode="auto">
          <a:xfrm>
            <a:off x="97663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3" name="Rectangle 2432">
            <a:extLst>
              <a:ext uri="{FF2B5EF4-FFF2-40B4-BE49-F238E27FC236}">
                <a16:creationId xmlns:a16="http://schemas.microsoft.com/office/drawing/2014/main" id="{F19BAD8C-A5F5-4499-BCD7-0003CE54C52E}"/>
              </a:ext>
            </a:extLst>
          </p:cNvPr>
          <p:cNvSpPr/>
          <p:nvPr>
            <p:custDataLst>
              <p:tags r:id="rId139"/>
            </p:custDataLst>
          </p:nvPr>
        </p:nvSpPr>
        <p:spPr bwMode="auto">
          <a:xfrm>
            <a:off x="98552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4" name="Rectangle 2433">
            <a:extLst>
              <a:ext uri="{FF2B5EF4-FFF2-40B4-BE49-F238E27FC236}">
                <a16:creationId xmlns:a16="http://schemas.microsoft.com/office/drawing/2014/main" id="{7BC2AA6C-4CA5-4BA7-9FA0-C931BC1B3E50}"/>
              </a:ext>
            </a:extLst>
          </p:cNvPr>
          <p:cNvSpPr/>
          <p:nvPr>
            <p:custDataLst>
              <p:tags r:id="rId140"/>
            </p:custDataLst>
          </p:nvPr>
        </p:nvSpPr>
        <p:spPr bwMode="auto">
          <a:xfrm>
            <a:off x="99441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5" name="Rectangle 2434">
            <a:extLst>
              <a:ext uri="{FF2B5EF4-FFF2-40B4-BE49-F238E27FC236}">
                <a16:creationId xmlns:a16="http://schemas.microsoft.com/office/drawing/2014/main" id="{A75BBFC7-02D9-445C-A5E9-005B22B1EA88}"/>
              </a:ext>
            </a:extLst>
          </p:cNvPr>
          <p:cNvSpPr/>
          <p:nvPr>
            <p:custDataLst>
              <p:tags r:id="rId141"/>
            </p:custDataLst>
          </p:nvPr>
        </p:nvSpPr>
        <p:spPr bwMode="auto">
          <a:xfrm>
            <a:off x="102108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6" name="Rectangle 2435">
            <a:extLst>
              <a:ext uri="{FF2B5EF4-FFF2-40B4-BE49-F238E27FC236}">
                <a16:creationId xmlns:a16="http://schemas.microsoft.com/office/drawing/2014/main" id="{6C8E7311-A3B5-49EE-BF56-5A4DFE85DB3B}"/>
              </a:ext>
            </a:extLst>
          </p:cNvPr>
          <p:cNvSpPr/>
          <p:nvPr>
            <p:custDataLst>
              <p:tags r:id="rId142"/>
            </p:custDataLst>
          </p:nvPr>
        </p:nvSpPr>
        <p:spPr bwMode="auto">
          <a:xfrm>
            <a:off x="102997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7" name="Rectangle 2436">
            <a:extLst>
              <a:ext uri="{FF2B5EF4-FFF2-40B4-BE49-F238E27FC236}">
                <a16:creationId xmlns:a16="http://schemas.microsoft.com/office/drawing/2014/main" id="{E8727275-32EA-41E9-86AC-DEC2FC7F2A0A}"/>
              </a:ext>
            </a:extLst>
          </p:cNvPr>
          <p:cNvSpPr/>
          <p:nvPr>
            <p:custDataLst>
              <p:tags r:id="rId143"/>
            </p:custDataLst>
          </p:nvPr>
        </p:nvSpPr>
        <p:spPr bwMode="auto">
          <a:xfrm>
            <a:off x="103886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8" name="Rectangle 2437">
            <a:extLst>
              <a:ext uri="{FF2B5EF4-FFF2-40B4-BE49-F238E27FC236}">
                <a16:creationId xmlns:a16="http://schemas.microsoft.com/office/drawing/2014/main" id="{3E5373BC-8254-40F2-A3D0-EC228739E871}"/>
              </a:ext>
            </a:extLst>
          </p:cNvPr>
          <p:cNvSpPr/>
          <p:nvPr>
            <p:custDataLst>
              <p:tags r:id="rId144"/>
            </p:custDataLst>
          </p:nvPr>
        </p:nvSpPr>
        <p:spPr bwMode="auto">
          <a:xfrm>
            <a:off x="104775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39" name="Rectangle 2438">
            <a:extLst>
              <a:ext uri="{FF2B5EF4-FFF2-40B4-BE49-F238E27FC236}">
                <a16:creationId xmlns:a16="http://schemas.microsoft.com/office/drawing/2014/main" id="{5961245F-1A90-4777-9AEA-0AC258C72641}"/>
              </a:ext>
            </a:extLst>
          </p:cNvPr>
          <p:cNvSpPr/>
          <p:nvPr>
            <p:custDataLst>
              <p:tags r:id="rId145"/>
            </p:custDataLst>
          </p:nvPr>
        </p:nvSpPr>
        <p:spPr bwMode="auto">
          <a:xfrm>
            <a:off x="105664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0" name="Rectangle 2439">
            <a:extLst>
              <a:ext uri="{FF2B5EF4-FFF2-40B4-BE49-F238E27FC236}">
                <a16:creationId xmlns:a16="http://schemas.microsoft.com/office/drawing/2014/main" id="{EBE95740-50AE-4459-BDF7-757D954DA8D2}"/>
              </a:ext>
            </a:extLst>
          </p:cNvPr>
          <p:cNvSpPr/>
          <p:nvPr>
            <p:custDataLst>
              <p:tags r:id="rId146"/>
            </p:custDataLst>
          </p:nvPr>
        </p:nvSpPr>
        <p:spPr bwMode="auto">
          <a:xfrm>
            <a:off x="83439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1" name="Rectangle 2440">
            <a:extLst>
              <a:ext uri="{FF2B5EF4-FFF2-40B4-BE49-F238E27FC236}">
                <a16:creationId xmlns:a16="http://schemas.microsoft.com/office/drawing/2014/main" id="{1D04849D-AAED-40B3-B624-BEDEF1DC4EAF}"/>
              </a:ext>
            </a:extLst>
          </p:cNvPr>
          <p:cNvSpPr/>
          <p:nvPr>
            <p:custDataLst>
              <p:tags r:id="rId147"/>
            </p:custDataLst>
          </p:nvPr>
        </p:nvSpPr>
        <p:spPr bwMode="auto">
          <a:xfrm>
            <a:off x="84328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2" name="Rectangle 2441">
            <a:extLst>
              <a:ext uri="{FF2B5EF4-FFF2-40B4-BE49-F238E27FC236}">
                <a16:creationId xmlns:a16="http://schemas.microsoft.com/office/drawing/2014/main" id="{3C065F0D-C6A3-4FEB-8CB5-ADF9460FFF3D}"/>
              </a:ext>
            </a:extLst>
          </p:cNvPr>
          <p:cNvSpPr/>
          <p:nvPr>
            <p:custDataLst>
              <p:tags r:id="rId148"/>
            </p:custDataLst>
          </p:nvPr>
        </p:nvSpPr>
        <p:spPr bwMode="auto">
          <a:xfrm>
            <a:off x="85217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3" name="Rectangle 2442">
            <a:extLst>
              <a:ext uri="{FF2B5EF4-FFF2-40B4-BE49-F238E27FC236}">
                <a16:creationId xmlns:a16="http://schemas.microsoft.com/office/drawing/2014/main" id="{90766EF8-1CAC-4A24-99D3-53F9D2CF7D5C}"/>
              </a:ext>
            </a:extLst>
          </p:cNvPr>
          <p:cNvSpPr/>
          <p:nvPr>
            <p:custDataLst>
              <p:tags r:id="rId149"/>
            </p:custDataLst>
          </p:nvPr>
        </p:nvSpPr>
        <p:spPr bwMode="auto">
          <a:xfrm>
            <a:off x="86106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4" name="Rectangle 2443">
            <a:extLst>
              <a:ext uri="{FF2B5EF4-FFF2-40B4-BE49-F238E27FC236}">
                <a16:creationId xmlns:a16="http://schemas.microsoft.com/office/drawing/2014/main" id="{CFA7CFDA-5D03-4FBE-839C-593A6C338114}"/>
              </a:ext>
            </a:extLst>
          </p:cNvPr>
          <p:cNvSpPr/>
          <p:nvPr>
            <p:custDataLst>
              <p:tags r:id="rId150"/>
            </p:custDataLst>
          </p:nvPr>
        </p:nvSpPr>
        <p:spPr bwMode="auto">
          <a:xfrm>
            <a:off x="86995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5" name="Rectangle 2444">
            <a:extLst>
              <a:ext uri="{FF2B5EF4-FFF2-40B4-BE49-F238E27FC236}">
                <a16:creationId xmlns:a16="http://schemas.microsoft.com/office/drawing/2014/main" id="{280B1797-78A5-433D-B5F6-8BE35586762D}"/>
              </a:ext>
            </a:extLst>
          </p:cNvPr>
          <p:cNvSpPr/>
          <p:nvPr>
            <p:custDataLst>
              <p:tags r:id="rId151"/>
            </p:custDataLst>
          </p:nvPr>
        </p:nvSpPr>
        <p:spPr bwMode="auto">
          <a:xfrm>
            <a:off x="88773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6" name="Rectangle 2445">
            <a:extLst>
              <a:ext uri="{FF2B5EF4-FFF2-40B4-BE49-F238E27FC236}">
                <a16:creationId xmlns:a16="http://schemas.microsoft.com/office/drawing/2014/main" id="{8891478D-32A5-419E-B07A-7DC33E56F31B}"/>
              </a:ext>
            </a:extLst>
          </p:cNvPr>
          <p:cNvSpPr/>
          <p:nvPr>
            <p:custDataLst>
              <p:tags r:id="rId152"/>
            </p:custDataLst>
          </p:nvPr>
        </p:nvSpPr>
        <p:spPr bwMode="auto">
          <a:xfrm>
            <a:off x="90551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7" name="Rectangle 2446">
            <a:extLst>
              <a:ext uri="{FF2B5EF4-FFF2-40B4-BE49-F238E27FC236}">
                <a16:creationId xmlns:a16="http://schemas.microsoft.com/office/drawing/2014/main" id="{87599626-8515-412E-AFA6-6E33C4FFF316}"/>
              </a:ext>
            </a:extLst>
          </p:cNvPr>
          <p:cNvSpPr/>
          <p:nvPr>
            <p:custDataLst>
              <p:tags r:id="rId153"/>
            </p:custDataLst>
          </p:nvPr>
        </p:nvSpPr>
        <p:spPr bwMode="auto">
          <a:xfrm>
            <a:off x="94107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8" name="Rectangle 2447">
            <a:extLst>
              <a:ext uri="{FF2B5EF4-FFF2-40B4-BE49-F238E27FC236}">
                <a16:creationId xmlns:a16="http://schemas.microsoft.com/office/drawing/2014/main" id="{9BEC6271-B01E-4311-8DF6-1F2EE6D438C7}"/>
              </a:ext>
            </a:extLst>
          </p:cNvPr>
          <p:cNvSpPr/>
          <p:nvPr>
            <p:custDataLst>
              <p:tags r:id="rId154"/>
            </p:custDataLst>
          </p:nvPr>
        </p:nvSpPr>
        <p:spPr bwMode="auto">
          <a:xfrm>
            <a:off x="94996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49" name="Rectangle 2448">
            <a:extLst>
              <a:ext uri="{FF2B5EF4-FFF2-40B4-BE49-F238E27FC236}">
                <a16:creationId xmlns:a16="http://schemas.microsoft.com/office/drawing/2014/main" id="{8BD5B7A4-D3EC-43F9-AA24-7FB60724AE9E}"/>
              </a:ext>
            </a:extLst>
          </p:cNvPr>
          <p:cNvSpPr/>
          <p:nvPr>
            <p:custDataLst>
              <p:tags r:id="rId155"/>
            </p:custDataLst>
          </p:nvPr>
        </p:nvSpPr>
        <p:spPr bwMode="auto">
          <a:xfrm>
            <a:off x="95885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0" name="Rectangle 2449">
            <a:extLst>
              <a:ext uri="{FF2B5EF4-FFF2-40B4-BE49-F238E27FC236}">
                <a16:creationId xmlns:a16="http://schemas.microsoft.com/office/drawing/2014/main" id="{0ED11942-AE8E-4778-AC95-20B3B905ACBF}"/>
              </a:ext>
            </a:extLst>
          </p:cNvPr>
          <p:cNvSpPr/>
          <p:nvPr>
            <p:custDataLst>
              <p:tags r:id="rId156"/>
            </p:custDataLst>
          </p:nvPr>
        </p:nvSpPr>
        <p:spPr bwMode="auto">
          <a:xfrm>
            <a:off x="99441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1" name="Rectangle 2450">
            <a:extLst>
              <a:ext uri="{FF2B5EF4-FFF2-40B4-BE49-F238E27FC236}">
                <a16:creationId xmlns:a16="http://schemas.microsoft.com/office/drawing/2014/main" id="{263E7B29-03EC-4EB3-993F-1A9C4A415537}"/>
              </a:ext>
            </a:extLst>
          </p:cNvPr>
          <p:cNvSpPr/>
          <p:nvPr>
            <p:custDataLst>
              <p:tags r:id="rId157"/>
            </p:custDataLst>
          </p:nvPr>
        </p:nvSpPr>
        <p:spPr bwMode="auto">
          <a:xfrm>
            <a:off x="100330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2" name="Rectangle 2451">
            <a:extLst>
              <a:ext uri="{FF2B5EF4-FFF2-40B4-BE49-F238E27FC236}">
                <a16:creationId xmlns:a16="http://schemas.microsoft.com/office/drawing/2014/main" id="{B17D3A1D-C3A8-45B3-810D-75DF92894D75}"/>
              </a:ext>
            </a:extLst>
          </p:cNvPr>
          <p:cNvSpPr/>
          <p:nvPr>
            <p:custDataLst>
              <p:tags r:id="rId158"/>
            </p:custDataLst>
          </p:nvPr>
        </p:nvSpPr>
        <p:spPr bwMode="auto">
          <a:xfrm>
            <a:off x="102108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3" name="Rectangle 2452">
            <a:extLst>
              <a:ext uri="{FF2B5EF4-FFF2-40B4-BE49-F238E27FC236}">
                <a16:creationId xmlns:a16="http://schemas.microsoft.com/office/drawing/2014/main" id="{42417B53-0171-431F-8377-629EB251C2A1}"/>
              </a:ext>
            </a:extLst>
          </p:cNvPr>
          <p:cNvSpPr/>
          <p:nvPr>
            <p:custDataLst>
              <p:tags r:id="rId159"/>
            </p:custDataLst>
          </p:nvPr>
        </p:nvSpPr>
        <p:spPr bwMode="auto">
          <a:xfrm>
            <a:off x="102997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4" name="Rectangle 2453">
            <a:extLst>
              <a:ext uri="{FF2B5EF4-FFF2-40B4-BE49-F238E27FC236}">
                <a16:creationId xmlns:a16="http://schemas.microsoft.com/office/drawing/2014/main" id="{DD1CA261-7808-4D9D-A522-317777F5F2F3}"/>
              </a:ext>
            </a:extLst>
          </p:cNvPr>
          <p:cNvSpPr/>
          <p:nvPr>
            <p:custDataLst>
              <p:tags r:id="rId160"/>
            </p:custDataLst>
          </p:nvPr>
        </p:nvSpPr>
        <p:spPr bwMode="auto">
          <a:xfrm>
            <a:off x="103886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5" name="Rectangle 2454">
            <a:extLst>
              <a:ext uri="{FF2B5EF4-FFF2-40B4-BE49-F238E27FC236}">
                <a16:creationId xmlns:a16="http://schemas.microsoft.com/office/drawing/2014/main" id="{4BF5BB50-59BA-4538-B914-83C36BD2148C}"/>
              </a:ext>
            </a:extLst>
          </p:cNvPr>
          <p:cNvSpPr/>
          <p:nvPr>
            <p:custDataLst>
              <p:tags r:id="rId161"/>
            </p:custDataLst>
          </p:nvPr>
        </p:nvSpPr>
        <p:spPr bwMode="auto">
          <a:xfrm>
            <a:off x="107442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6" name="Rectangle 2455">
            <a:extLst>
              <a:ext uri="{FF2B5EF4-FFF2-40B4-BE49-F238E27FC236}">
                <a16:creationId xmlns:a16="http://schemas.microsoft.com/office/drawing/2014/main" id="{672926A9-2C44-4580-B530-5181AAECDA2C}"/>
              </a:ext>
            </a:extLst>
          </p:cNvPr>
          <p:cNvSpPr/>
          <p:nvPr>
            <p:custDataLst>
              <p:tags r:id="rId162"/>
            </p:custDataLst>
          </p:nvPr>
        </p:nvSpPr>
        <p:spPr bwMode="auto">
          <a:xfrm>
            <a:off x="85217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7" name="Rectangle 2456">
            <a:extLst>
              <a:ext uri="{FF2B5EF4-FFF2-40B4-BE49-F238E27FC236}">
                <a16:creationId xmlns:a16="http://schemas.microsoft.com/office/drawing/2014/main" id="{7A693A39-3CF9-4F7E-9723-46D0E9E75975}"/>
              </a:ext>
            </a:extLst>
          </p:cNvPr>
          <p:cNvSpPr/>
          <p:nvPr>
            <p:custDataLst>
              <p:tags r:id="rId163"/>
            </p:custDataLst>
          </p:nvPr>
        </p:nvSpPr>
        <p:spPr bwMode="auto">
          <a:xfrm>
            <a:off x="86995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8" name="Rectangle 2457">
            <a:extLst>
              <a:ext uri="{FF2B5EF4-FFF2-40B4-BE49-F238E27FC236}">
                <a16:creationId xmlns:a16="http://schemas.microsoft.com/office/drawing/2014/main" id="{E3C0D44B-48CE-4C7D-BC49-C166AEC4A3DC}"/>
              </a:ext>
            </a:extLst>
          </p:cNvPr>
          <p:cNvSpPr/>
          <p:nvPr>
            <p:custDataLst>
              <p:tags r:id="rId164"/>
            </p:custDataLst>
          </p:nvPr>
        </p:nvSpPr>
        <p:spPr bwMode="auto">
          <a:xfrm>
            <a:off x="87884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59" name="Rectangle 2458">
            <a:extLst>
              <a:ext uri="{FF2B5EF4-FFF2-40B4-BE49-F238E27FC236}">
                <a16:creationId xmlns:a16="http://schemas.microsoft.com/office/drawing/2014/main" id="{144FEAAF-50CC-485C-9F01-285C5FD4AC40}"/>
              </a:ext>
            </a:extLst>
          </p:cNvPr>
          <p:cNvSpPr/>
          <p:nvPr>
            <p:custDataLst>
              <p:tags r:id="rId165"/>
            </p:custDataLst>
          </p:nvPr>
        </p:nvSpPr>
        <p:spPr bwMode="auto">
          <a:xfrm>
            <a:off x="88773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0" name="Rectangle 2459">
            <a:extLst>
              <a:ext uri="{FF2B5EF4-FFF2-40B4-BE49-F238E27FC236}">
                <a16:creationId xmlns:a16="http://schemas.microsoft.com/office/drawing/2014/main" id="{35A3EA49-5813-47C7-ACB2-242A8824D8D6}"/>
              </a:ext>
            </a:extLst>
          </p:cNvPr>
          <p:cNvSpPr/>
          <p:nvPr>
            <p:custDataLst>
              <p:tags r:id="rId166"/>
            </p:custDataLst>
          </p:nvPr>
        </p:nvSpPr>
        <p:spPr bwMode="auto">
          <a:xfrm>
            <a:off x="92329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1" name="Rectangle 2460">
            <a:extLst>
              <a:ext uri="{FF2B5EF4-FFF2-40B4-BE49-F238E27FC236}">
                <a16:creationId xmlns:a16="http://schemas.microsoft.com/office/drawing/2014/main" id="{14389C46-312A-49E8-B78F-3E19BAECF09E}"/>
              </a:ext>
            </a:extLst>
          </p:cNvPr>
          <p:cNvSpPr/>
          <p:nvPr>
            <p:custDataLst>
              <p:tags r:id="rId167"/>
            </p:custDataLst>
          </p:nvPr>
        </p:nvSpPr>
        <p:spPr bwMode="auto">
          <a:xfrm>
            <a:off x="94107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2" name="Rectangle 2461">
            <a:extLst>
              <a:ext uri="{FF2B5EF4-FFF2-40B4-BE49-F238E27FC236}">
                <a16:creationId xmlns:a16="http://schemas.microsoft.com/office/drawing/2014/main" id="{476DEDB6-C400-4E09-82D8-D255FA6A2845}"/>
              </a:ext>
            </a:extLst>
          </p:cNvPr>
          <p:cNvSpPr/>
          <p:nvPr>
            <p:custDataLst>
              <p:tags r:id="rId168"/>
            </p:custDataLst>
          </p:nvPr>
        </p:nvSpPr>
        <p:spPr bwMode="auto">
          <a:xfrm>
            <a:off x="94996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3" name="Rectangle 2462">
            <a:extLst>
              <a:ext uri="{FF2B5EF4-FFF2-40B4-BE49-F238E27FC236}">
                <a16:creationId xmlns:a16="http://schemas.microsoft.com/office/drawing/2014/main" id="{FBDAD4B0-51D5-47BC-9E0F-E09C7A4216F2}"/>
              </a:ext>
            </a:extLst>
          </p:cNvPr>
          <p:cNvSpPr/>
          <p:nvPr>
            <p:custDataLst>
              <p:tags r:id="rId169"/>
            </p:custDataLst>
          </p:nvPr>
        </p:nvSpPr>
        <p:spPr bwMode="auto">
          <a:xfrm>
            <a:off x="95885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4" name="Rectangle 2463">
            <a:extLst>
              <a:ext uri="{FF2B5EF4-FFF2-40B4-BE49-F238E27FC236}">
                <a16:creationId xmlns:a16="http://schemas.microsoft.com/office/drawing/2014/main" id="{EBDA7F1F-2544-4FC8-8306-A90E9898B1F1}"/>
              </a:ext>
            </a:extLst>
          </p:cNvPr>
          <p:cNvSpPr/>
          <p:nvPr>
            <p:custDataLst>
              <p:tags r:id="rId170"/>
            </p:custDataLst>
          </p:nvPr>
        </p:nvSpPr>
        <p:spPr bwMode="auto">
          <a:xfrm>
            <a:off x="96774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5" name="Rectangle 2464">
            <a:extLst>
              <a:ext uri="{FF2B5EF4-FFF2-40B4-BE49-F238E27FC236}">
                <a16:creationId xmlns:a16="http://schemas.microsoft.com/office/drawing/2014/main" id="{469594F4-892B-4080-BC3B-ECB3F615AB94}"/>
              </a:ext>
            </a:extLst>
          </p:cNvPr>
          <p:cNvSpPr/>
          <p:nvPr>
            <p:custDataLst>
              <p:tags r:id="rId171"/>
            </p:custDataLst>
          </p:nvPr>
        </p:nvSpPr>
        <p:spPr bwMode="auto">
          <a:xfrm>
            <a:off x="97663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6" name="Rectangle 2465">
            <a:extLst>
              <a:ext uri="{FF2B5EF4-FFF2-40B4-BE49-F238E27FC236}">
                <a16:creationId xmlns:a16="http://schemas.microsoft.com/office/drawing/2014/main" id="{A919BB37-E9CE-4024-8AA2-9EBCA37ADE20}"/>
              </a:ext>
            </a:extLst>
          </p:cNvPr>
          <p:cNvSpPr/>
          <p:nvPr>
            <p:custDataLst>
              <p:tags r:id="rId172"/>
            </p:custDataLst>
          </p:nvPr>
        </p:nvSpPr>
        <p:spPr bwMode="auto">
          <a:xfrm>
            <a:off x="98552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7" name="Rectangle 2466">
            <a:extLst>
              <a:ext uri="{FF2B5EF4-FFF2-40B4-BE49-F238E27FC236}">
                <a16:creationId xmlns:a16="http://schemas.microsoft.com/office/drawing/2014/main" id="{E3A80774-81D9-4746-9DA9-156512315736}"/>
              </a:ext>
            </a:extLst>
          </p:cNvPr>
          <p:cNvSpPr/>
          <p:nvPr>
            <p:custDataLst>
              <p:tags r:id="rId173"/>
            </p:custDataLst>
          </p:nvPr>
        </p:nvSpPr>
        <p:spPr bwMode="auto">
          <a:xfrm>
            <a:off x="100330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8" name="Rectangle 2467">
            <a:extLst>
              <a:ext uri="{FF2B5EF4-FFF2-40B4-BE49-F238E27FC236}">
                <a16:creationId xmlns:a16="http://schemas.microsoft.com/office/drawing/2014/main" id="{5F4CD117-EF98-4BB9-ABD3-C9AF8DBB05C1}"/>
              </a:ext>
            </a:extLst>
          </p:cNvPr>
          <p:cNvSpPr/>
          <p:nvPr>
            <p:custDataLst>
              <p:tags r:id="rId174"/>
            </p:custDataLst>
          </p:nvPr>
        </p:nvSpPr>
        <p:spPr bwMode="auto">
          <a:xfrm>
            <a:off x="101219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69" name="Rectangle 2468">
            <a:extLst>
              <a:ext uri="{FF2B5EF4-FFF2-40B4-BE49-F238E27FC236}">
                <a16:creationId xmlns:a16="http://schemas.microsoft.com/office/drawing/2014/main" id="{85EE2465-8C58-4377-B533-71ECE5CFD4B4}"/>
              </a:ext>
            </a:extLst>
          </p:cNvPr>
          <p:cNvSpPr/>
          <p:nvPr>
            <p:custDataLst>
              <p:tags r:id="rId175"/>
            </p:custDataLst>
          </p:nvPr>
        </p:nvSpPr>
        <p:spPr bwMode="auto">
          <a:xfrm>
            <a:off x="102108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0" name="Rectangle 2469">
            <a:extLst>
              <a:ext uri="{FF2B5EF4-FFF2-40B4-BE49-F238E27FC236}">
                <a16:creationId xmlns:a16="http://schemas.microsoft.com/office/drawing/2014/main" id="{3083696A-EB35-49CA-9B37-F2005DABA735}"/>
              </a:ext>
            </a:extLst>
          </p:cNvPr>
          <p:cNvSpPr/>
          <p:nvPr>
            <p:custDataLst>
              <p:tags r:id="rId176"/>
            </p:custDataLst>
          </p:nvPr>
        </p:nvSpPr>
        <p:spPr bwMode="auto">
          <a:xfrm>
            <a:off x="102997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1" name="Rectangle 2470">
            <a:extLst>
              <a:ext uri="{FF2B5EF4-FFF2-40B4-BE49-F238E27FC236}">
                <a16:creationId xmlns:a16="http://schemas.microsoft.com/office/drawing/2014/main" id="{8A51230B-4AA7-4AAE-B0C1-FBF6C5C75F1B}"/>
              </a:ext>
            </a:extLst>
          </p:cNvPr>
          <p:cNvSpPr/>
          <p:nvPr>
            <p:custDataLst>
              <p:tags r:id="rId177"/>
            </p:custDataLst>
          </p:nvPr>
        </p:nvSpPr>
        <p:spPr bwMode="auto">
          <a:xfrm>
            <a:off x="82550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2" name="Rectangle 2471">
            <a:extLst>
              <a:ext uri="{FF2B5EF4-FFF2-40B4-BE49-F238E27FC236}">
                <a16:creationId xmlns:a16="http://schemas.microsoft.com/office/drawing/2014/main" id="{132C3BD8-546A-4ADA-9C5A-61EE90EE4C70}"/>
              </a:ext>
            </a:extLst>
          </p:cNvPr>
          <p:cNvSpPr/>
          <p:nvPr>
            <p:custDataLst>
              <p:tags r:id="rId178"/>
            </p:custDataLst>
          </p:nvPr>
        </p:nvSpPr>
        <p:spPr bwMode="auto">
          <a:xfrm>
            <a:off x="83439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3" name="Rectangle 2472">
            <a:extLst>
              <a:ext uri="{FF2B5EF4-FFF2-40B4-BE49-F238E27FC236}">
                <a16:creationId xmlns:a16="http://schemas.microsoft.com/office/drawing/2014/main" id="{D7A8699B-9604-44FE-8763-36CA769436C2}"/>
              </a:ext>
            </a:extLst>
          </p:cNvPr>
          <p:cNvSpPr/>
          <p:nvPr>
            <p:custDataLst>
              <p:tags r:id="rId179"/>
            </p:custDataLst>
          </p:nvPr>
        </p:nvSpPr>
        <p:spPr bwMode="auto">
          <a:xfrm>
            <a:off x="86106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4" name="Rectangle 2473">
            <a:extLst>
              <a:ext uri="{FF2B5EF4-FFF2-40B4-BE49-F238E27FC236}">
                <a16:creationId xmlns:a16="http://schemas.microsoft.com/office/drawing/2014/main" id="{889C6C52-350F-46D9-8725-09D01D0406BA}"/>
              </a:ext>
            </a:extLst>
          </p:cNvPr>
          <p:cNvSpPr/>
          <p:nvPr>
            <p:custDataLst>
              <p:tags r:id="rId180"/>
            </p:custDataLst>
          </p:nvPr>
        </p:nvSpPr>
        <p:spPr bwMode="auto">
          <a:xfrm>
            <a:off x="86995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5" name="Rectangle 2474">
            <a:extLst>
              <a:ext uri="{FF2B5EF4-FFF2-40B4-BE49-F238E27FC236}">
                <a16:creationId xmlns:a16="http://schemas.microsoft.com/office/drawing/2014/main" id="{BC72972C-F4E7-4DF1-A509-0DAA573FAC20}"/>
              </a:ext>
            </a:extLst>
          </p:cNvPr>
          <p:cNvSpPr/>
          <p:nvPr>
            <p:custDataLst>
              <p:tags r:id="rId181"/>
            </p:custDataLst>
          </p:nvPr>
        </p:nvSpPr>
        <p:spPr bwMode="auto">
          <a:xfrm>
            <a:off x="91440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6" name="Rectangle 2475">
            <a:extLst>
              <a:ext uri="{FF2B5EF4-FFF2-40B4-BE49-F238E27FC236}">
                <a16:creationId xmlns:a16="http://schemas.microsoft.com/office/drawing/2014/main" id="{BBD2D9CF-4E0B-4A28-B979-AB826997023F}"/>
              </a:ext>
            </a:extLst>
          </p:cNvPr>
          <p:cNvSpPr/>
          <p:nvPr>
            <p:custDataLst>
              <p:tags r:id="rId182"/>
            </p:custDataLst>
          </p:nvPr>
        </p:nvSpPr>
        <p:spPr bwMode="auto">
          <a:xfrm>
            <a:off x="92329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7" name="Rectangle 2476">
            <a:extLst>
              <a:ext uri="{FF2B5EF4-FFF2-40B4-BE49-F238E27FC236}">
                <a16:creationId xmlns:a16="http://schemas.microsoft.com/office/drawing/2014/main" id="{4AD099BA-1F1A-4AFE-A074-CE532723EF35}"/>
              </a:ext>
            </a:extLst>
          </p:cNvPr>
          <p:cNvSpPr/>
          <p:nvPr>
            <p:custDataLst>
              <p:tags r:id="rId183"/>
            </p:custDataLst>
          </p:nvPr>
        </p:nvSpPr>
        <p:spPr bwMode="auto">
          <a:xfrm>
            <a:off x="93218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8" name="Rectangle 2477">
            <a:extLst>
              <a:ext uri="{FF2B5EF4-FFF2-40B4-BE49-F238E27FC236}">
                <a16:creationId xmlns:a16="http://schemas.microsoft.com/office/drawing/2014/main" id="{1BA44A3D-C9CF-41E7-9CE3-803E641FA556}"/>
              </a:ext>
            </a:extLst>
          </p:cNvPr>
          <p:cNvSpPr/>
          <p:nvPr>
            <p:custDataLst>
              <p:tags r:id="rId184"/>
            </p:custDataLst>
          </p:nvPr>
        </p:nvSpPr>
        <p:spPr bwMode="auto">
          <a:xfrm>
            <a:off x="94107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79" name="Rectangle 2478">
            <a:extLst>
              <a:ext uri="{FF2B5EF4-FFF2-40B4-BE49-F238E27FC236}">
                <a16:creationId xmlns:a16="http://schemas.microsoft.com/office/drawing/2014/main" id="{0043B08F-A58D-44B2-BF74-41009707773E}"/>
              </a:ext>
            </a:extLst>
          </p:cNvPr>
          <p:cNvSpPr/>
          <p:nvPr>
            <p:custDataLst>
              <p:tags r:id="rId185"/>
            </p:custDataLst>
          </p:nvPr>
        </p:nvSpPr>
        <p:spPr bwMode="auto">
          <a:xfrm>
            <a:off x="95885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0" name="Rectangle 2479">
            <a:extLst>
              <a:ext uri="{FF2B5EF4-FFF2-40B4-BE49-F238E27FC236}">
                <a16:creationId xmlns:a16="http://schemas.microsoft.com/office/drawing/2014/main" id="{87071DB6-0860-422C-B964-618A07E44DB3}"/>
              </a:ext>
            </a:extLst>
          </p:cNvPr>
          <p:cNvSpPr/>
          <p:nvPr>
            <p:custDataLst>
              <p:tags r:id="rId186"/>
            </p:custDataLst>
          </p:nvPr>
        </p:nvSpPr>
        <p:spPr bwMode="auto">
          <a:xfrm>
            <a:off x="99441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1" name="Rectangle 2480">
            <a:extLst>
              <a:ext uri="{FF2B5EF4-FFF2-40B4-BE49-F238E27FC236}">
                <a16:creationId xmlns:a16="http://schemas.microsoft.com/office/drawing/2014/main" id="{8A0C3B22-3AF8-46BF-8C73-A533C78CFDDD}"/>
              </a:ext>
            </a:extLst>
          </p:cNvPr>
          <p:cNvSpPr/>
          <p:nvPr>
            <p:custDataLst>
              <p:tags r:id="rId187"/>
            </p:custDataLst>
          </p:nvPr>
        </p:nvSpPr>
        <p:spPr bwMode="auto">
          <a:xfrm>
            <a:off x="100330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2" name="Rectangle 2481">
            <a:extLst>
              <a:ext uri="{FF2B5EF4-FFF2-40B4-BE49-F238E27FC236}">
                <a16:creationId xmlns:a16="http://schemas.microsoft.com/office/drawing/2014/main" id="{4C800A3D-3AA8-4C2D-B47B-351A85E37DA0}"/>
              </a:ext>
            </a:extLst>
          </p:cNvPr>
          <p:cNvSpPr/>
          <p:nvPr>
            <p:custDataLst>
              <p:tags r:id="rId188"/>
            </p:custDataLst>
          </p:nvPr>
        </p:nvSpPr>
        <p:spPr bwMode="auto">
          <a:xfrm>
            <a:off x="101219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3" name="Rectangle 2482">
            <a:extLst>
              <a:ext uri="{FF2B5EF4-FFF2-40B4-BE49-F238E27FC236}">
                <a16:creationId xmlns:a16="http://schemas.microsoft.com/office/drawing/2014/main" id="{4142D5C9-94FD-44B6-A96A-B48555DB054F}"/>
              </a:ext>
            </a:extLst>
          </p:cNvPr>
          <p:cNvSpPr/>
          <p:nvPr>
            <p:custDataLst>
              <p:tags r:id="rId189"/>
            </p:custDataLst>
          </p:nvPr>
        </p:nvSpPr>
        <p:spPr bwMode="auto">
          <a:xfrm>
            <a:off x="102997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4" name="Rectangle 2483">
            <a:extLst>
              <a:ext uri="{FF2B5EF4-FFF2-40B4-BE49-F238E27FC236}">
                <a16:creationId xmlns:a16="http://schemas.microsoft.com/office/drawing/2014/main" id="{C0329A4A-FC3D-45D4-BC27-71625351363B}"/>
              </a:ext>
            </a:extLst>
          </p:cNvPr>
          <p:cNvSpPr/>
          <p:nvPr>
            <p:custDataLst>
              <p:tags r:id="rId190"/>
            </p:custDataLst>
          </p:nvPr>
        </p:nvSpPr>
        <p:spPr bwMode="auto">
          <a:xfrm>
            <a:off x="104775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5" name="Rectangle 2484">
            <a:extLst>
              <a:ext uri="{FF2B5EF4-FFF2-40B4-BE49-F238E27FC236}">
                <a16:creationId xmlns:a16="http://schemas.microsoft.com/office/drawing/2014/main" id="{AD419F89-66FA-49D2-B406-0813B684AB34}"/>
              </a:ext>
            </a:extLst>
          </p:cNvPr>
          <p:cNvSpPr/>
          <p:nvPr>
            <p:custDataLst>
              <p:tags r:id="rId191"/>
            </p:custDataLst>
          </p:nvPr>
        </p:nvSpPr>
        <p:spPr bwMode="auto">
          <a:xfrm>
            <a:off x="106553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6" name="Rectangle 2485">
            <a:extLst>
              <a:ext uri="{FF2B5EF4-FFF2-40B4-BE49-F238E27FC236}">
                <a16:creationId xmlns:a16="http://schemas.microsoft.com/office/drawing/2014/main" id="{3FCD122D-7A43-4BF8-B670-A7B396B67F14}"/>
              </a:ext>
            </a:extLst>
          </p:cNvPr>
          <p:cNvSpPr/>
          <p:nvPr>
            <p:custDataLst>
              <p:tags r:id="rId192"/>
            </p:custDataLst>
          </p:nvPr>
        </p:nvSpPr>
        <p:spPr bwMode="auto">
          <a:xfrm>
            <a:off x="82550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7" name="Rectangle 2486">
            <a:extLst>
              <a:ext uri="{FF2B5EF4-FFF2-40B4-BE49-F238E27FC236}">
                <a16:creationId xmlns:a16="http://schemas.microsoft.com/office/drawing/2014/main" id="{39AABA4F-7488-41E9-9AFD-696DA0FB27DF}"/>
              </a:ext>
            </a:extLst>
          </p:cNvPr>
          <p:cNvSpPr/>
          <p:nvPr>
            <p:custDataLst>
              <p:tags r:id="rId193"/>
            </p:custDataLst>
          </p:nvPr>
        </p:nvSpPr>
        <p:spPr bwMode="auto">
          <a:xfrm>
            <a:off x="83439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8" name="Rectangle 2487">
            <a:extLst>
              <a:ext uri="{FF2B5EF4-FFF2-40B4-BE49-F238E27FC236}">
                <a16:creationId xmlns:a16="http://schemas.microsoft.com/office/drawing/2014/main" id="{A0494C5C-2D2F-47B2-A8CC-42E332CB984E}"/>
              </a:ext>
            </a:extLst>
          </p:cNvPr>
          <p:cNvSpPr/>
          <p:nvPr>
            <p:custDataLst>
              <p:tags r:id="rId194"/>
            </p:custDataLst>
          </p:nvPr>
        </p:nvSpPr>
        <p:spPr bwMode="auto">
          <a:xfrm>
            <a:off x="85217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89" name="Rectangle 2488">
            <a:extLst>
              <a:ext uri="{FF2B5EF4-FFF2-40B4-BE49-F238E27FC236}">
                <a16:creationId xmlns:a16="http://schemas.microsoft.com/office/drawing/2014/main" id="{5A5F74BA-03F7-440C-AFB5-C12BE4200CD8}"/>
              </a:ext>
            </a:extLst>
          </p:cNvPr>
          <p:cNvSpPr/>
          <p:nvPr>
            <p:custDataLst>
              <p:tags r:id="rId195"/>
            </p:custDataLst>
          </p:nvPr>
        </p:nvSpPr>
        <p:spPr bwMode="auto">
          <a:xfrm>
            <a:off x="86106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0" name="Rectangle 2489">
            <a:extLst>
              <a:ext uri="{FF2B5EF4-FFF2-40B4-BE49-F238E27FC236}">
                <a16:creationId xmlns:a16="http://schemas.microsoft.com/office/drawing/2014/main" id="{2E75B000-A9D2-4597-8EA9-06D5AB80645C}"/>
              </a:ext>
            </a:extLst>
          </p:cNvPr>
          <p:cNvSpPr/>
          <p:nvPr>
            <p:custDataLst>
              <p:tags r:id="rId196"/>
            </p:custDataLst>
          </p:nvPr>
        </p:nvSpPr>
        <p:spPr bwMode="auto">
          <a:xfrm>
            <a:off x="86995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1" name="Rectangle 2490">
            <a:extLst>
              <a:ext uri="{FF2B5EF4-FFF2-40B4-BE49-F238E27FC236}">
                <a16:creationId xmlns:a16="http://schemas.microsoft.com/office/drawing/2014/main" id="{DF14754C-6ECA-4E7E-807C-ACB347B48A84}"/>
              </a:ext>
            </a:extLst>
          </p:cNvPr>
          <p:cNvSpPr/>
          <p:nvPr>
            <p:custDataLst>
              <p:tags r:id="rId197"/>
            </p:custDataLst>
          </p:nvPr>
        </p:nvSpPr>
        <p:spPr bwMode="auto">
          <a:xfrm>
            <a:off x="87884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2" name="Rectangle 2491">
            <a:extLst>
              <a:ext uri="{FF2B5EF4-FFF2-40B4-BE49-F238E27FC236}">
                <a16:creationId xmlns:a16="http://schemas.microsoft.com/office/drawing/2014/main" id="{371B5756-7035-4E5E-8981-E6D8B3907916}"/>
              </a:ext>
            </a:extLst>
          </p:cNvPr>
          <p:cNvSpPr/>
          <p:nvPr>
            <p:custDataLst>
              <p:tags r:id="rId198"/>
            </p:custDataLst>
          </p:nvPr>
        </p:nvSpPr>
        <p:spPr bwMode="auto">
          <a:xfrm>
            <a:off x="90551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3" name="Rectangle 2492">
            <a:extLst>
              <a:ext uri="{FF2B5EF4-FFF2-40B4-BE49-F238E27FC236}">
                <a16:creationId xmlns:a16="http://schemas.microsoft.com/office/drawing/2014/main" id="{411AF294-D3F9-4D6C-B569-4A60BFB8E766}"/>
              </a:ext>
            </a:extLst>
          </p:cNvPr>
          <p:cNvSpPr/>
          <p:nvPr>
            <p:custDataLst>
              <p:tags r:id="rId199"/>
            </p:custDataLst>
          </p:nvPr>
        </p:nvSpPr>
        <p:spPr bwMode="auto">
          <a:xfrm>
            <a:off x="92329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4" name="Rectangle 2493">
            <a:extLst>
              <a:ext uri="{FF2B5EF4-FFF2-40B4-BE49-F238E27FC236}">
                <a16:creationId xmlns:a16="http://schemas.microsoft.com/office/drawing/2014/main" id="{60F1FC8F-A2E2-4177-AA03-4061F5B028CF}"/>
              </a:ext>
            </a:extLst>
          </p:cNvPr>
          <p:cNvSpPr/>
          <p:nvPr>
            <p:custDataLst>
              <p:tags r:id="rId200"/>
            </p:custDataLst>
          </p:nvPr>
        </p:nvSpPr>
        <p:spPr bwMode="auto">
          <a:xfrm>
            <a:off x="94996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5" name="Rectangle 2494">
            <a:extLst>
              <a:ext uri="{FF2B5EF4-FFF2-40B4-BE49-F238E27FC236}">
                <a16:creationId xmlns:a16="http://schemas.microsoft.com/office/drawing/2014/main" id="{388B647C-DB24-4C3C-845B-75E01048ACA5}"/>
              </a:ext>
            </a:extLst>
          </p:cNvPr>
          <p:cNvSpPr/>
          <p:nvPr>
            <p:custDataLst>
              <p:tags r:id="rId201"/>
            </p:custDataLst>
          </p:nvPr>
        </p:nvSpPr>
        <p:spPr bwMode="auto">
          <a:xfrm>
            <a:off x="95885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6" name="Rectangle 2495">
            <a:extLst>
              <a:ext uri="{FF2B5EF4-FFF2-40B4-BE49-F238E27FC236}">
                <a16:creationId xmlns:a16="http://schemas.microsoft.com/office/drawing/2014/main" id="{F8FB6929-061A-43F9-BFA2-CE3115BADE95}"/>
              </a:ext>
            </a:extLst>
          </p:cNvPr>
          <p:cNvSpPr/>
          <p:nvPr>
            <p:custDataLst>
              <p:tags r:id="rId202"/>
            </p:custDataLst>
          </p:nvPr>
        </p:nvSpPr>
        <p:spPr bwMode="auto">
          <a:xfrm>
            <a:off x="99441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5C8E1D9C-25BC-421A-B4C1-1D475B5BF615}"/>
              </a:ext>
            </a:extLst>
          </p:cNvPr>
          <p:cNvSpPr/>
          <p:nvPr>
            <p:custDataLst>
              <p:tags r:id="rId203"/>
            </p:custDataLst>
          </p:nvPr>
        </p:nvSpPr>
        <p:spPr bwMode="auto">
          <a:xfrm>
            <a:off x="101219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8" name="Rectangle 2497">
            <a:extLst>
              <a:ext uri="{FF2B5EF4-FFF2-40B4-BE49-F238E27FC236}">
                <a16:creationId xmlns:a16="http://schemas.microsoft.com/office/drawing/2014/main" id="{3ECE68E7-9991-43F3-B6F3-0B469B263E4C}"/>
              </a:ext>
            </a:extLst>
          </p:cNvPr>
          <p:cNvSpPr/>
          <p:nvPr>
            <p:custDataLst>
              <p:tags r:id="rId204"/>
            </p:custDataLst>
          </p:nvPr>
        </p:nvSpPr>
        <p:spPr bwMode="auto">
          <a:xfrm>
            <a:off x="104775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99" name="Rectangle 2498">
            <a:extLst>
              <a:ext uri="{FF2B5EF4-FFF2-40B4-BE49-F238E27FC236}">
                <a16:creationId xmlns:a16="http://schemas.microsoft.com/office/drawing/2014/main" id="{11D4CEBD-7ACB-402A-A5E0-73C618E98E31}"/>
              </a:ext>
            </a:extLst>
          </p:cNvPr>
          <p:cNvSpPr/>
          <p:nvPr>
            <p:custDataLst>
              <p:tags r:id="rId205"/>
            </p:custDataLst>
          </p:nvPr>
        </p:nvSpPr>
        <p:spPr bwMode="auto">
          <a:xfrm>
            <a:off x="105664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0" name="Rectangle 2499">
            <a:extLst>
              <a:ext uri="{FF2B5EF4-FFF2-40B4-BE49-F238E27FC236}">
                <a16:creationId xmlns:a16="http://schemas.microsoft.com/office/drawing/2014/main" id="{7C25649D-55FF-4D58-A624-34814B474DB7}"/>
              </a:ext>
            </a:extLst>
          </p:cNvPr>
          <p:cNvSpPr/>
          <p:nvPr>
            <p:custDataLst>
              <p:tags r:id="rId206"/>
            </p:custDataLst>
          </p:nvPr>
        </p:nvSpPr>
        <p:spPr bwMode="auto">
          <a:xfrm>
            <a:off x="84328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1" name="Rectangle 2500">
            <a:extLst>
              <a:ext uri="{FF2B5EF4-FFF2-40B4-BE49-F238E27FC236}">
                <a16:creationId xmlns:a16="http://schemas.microsoft.com/office/drawing/2014/main" id="{3647C258-08DA-4F4B-B761-E0AAA9B2B7E6}"/>
              </a:ext>
            </a:extLst>
          </p:cNvPr>
          <p:cNvSpPr/>
          <p:nvPr>
            <p:custDataLst>
              <p:tags r:id="rId207"/>
            </p:custDataLst>
          </p:nvPr>
        </p:nvSpPr>
        <p:spPr bwMode="auto">
          <a:xfrm>
            <a:off x="85217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2" name="Rectangle 2501">
            <a:extLst>
              <a:ext uri="{FF2B5EF4-FFF2-40B4-BE49-F238E27FC236}">
                <a16:creationId xmlns:a16="http://schemas.microsoft.com/office/drawing/2014/main" id="{E8C7B4B0-5AB8-40AF-B96A-B285EFFA2BE8}"/>
              </a:ext>
            </a:extLst>
          </p:cNvPr>
          <p:cNvSpPr/>
          <p:nvPr>
            <p:custDataLst>
              <p:tags r:id="rId208"/>
            </p:custDataLst>
          </p:nvPr>
        </p:nvSpPr>
        <p:spPr bwMode="auto">
          <a:xfrm>
            <a:off x="86995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3" name="Rectangle 2502">
            <a:extLst>
              <a:ext uri="{FF2B5EF4-FFF2-40B4-BE49-F238E27FC236}">
                <a16:creationId xmlns:a16="http://schemas.microsoft.com/office/drawing/2014/main" id="{BFDC73E7-B264-4032-839A-0254D547D15B}"/>
              </a:ext>
            </a:extLst>
          </p:cNvPr>
          <p:cNvSpPr/>
          <p:nvPr>
            <p:custDataLst>
              <p:tags r:id="rId209"/>
            </p:custDataLst>
          </p:nvPr>
        </p:nvSpPr>
        <p:spPr bwMode="auto">
          <a:xfrm>
            <a:off x="89662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4" name="Rectangle 2503">
            <a:extLst>
              <a:ext uri="{FF2B5EF4-FFF2-40B4-BE49-F238E27FC236}">
                <a16:creationId xmlns:a16="http://schemas.microsoft.com/office/drawing/2014/main" id="{2D3A8939-14FC-4456-B93E-6B12A275FACA}"/>
              </a:ext>
            </a:extLst>
          </p:cNvPr>
          <p:cNvSpPr/>
          <p:nvPr>
            <p:custDataLst>
              <p:tags r:id="rId210"/>
            </p:custDataLst>
          </p:nvPr>
        </p:nvSpPr>
        <p:spPr bwMode="auto">
          <a:xfrm>
            <a:off x="95885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5" name="Rectangle 2504">
            <a:extLst>
              <a:ext uri="{FF2B5EF4-FFF2-40B4-BE49-F238E27FC236}">
                <a16:creationId xmlns:a16="http://schemas.microsoft.com/office/drawing/2014/main" id="{34DDB4FA-7CFA-4A05-8017-4487A55182ED}"/>
              </a:ext>
            </a:extLst>
          </p:cNvPr>
          <p:cNvSpPr/>
          <p:nvPr>
            <p:custDataLst>
              <p:tags r:id="rId211"/>
            </p:custDataLst>
          </p:nvPr>
        </p:nvSpPr>
        <p:spPr bwMode="auto">
          <a:xfrm>
            <a:off x="96774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6" name="Rectangle 2505">
            <a:extLst>
              <a:ext uri="{FF2B5EF4-FFF2-40B4-BE49-F238E27FC236}">
                <a16:creationId xmlns:a16="http://schemas.microsoft.com/office/drawing/2014/main" id="{E720E9FA-17F5-4585-835D-068637DEDABC}"/>
              </a:ext>
            </a:extLst>
          </p:cNvPr>
          <p:cNvSpPr/>
          <p:nvPr>
            <p:custDataLst>
              <p:tags r:id="rId212"/>
            </p:custDataLst>
          </p:nvPr>
        </p:nvSpPr>
        <p:spPr bwMode="auto">
          <a:xfrm>
            <a:off x="98552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7" name="Rectangle 2506">
            <a:extLst>
              <a:ext uri="{FF2B5EF4-FFF2-40B4-BE49-F238E27FC236}">
                <a16:creationId xmlns:a16="http://schemas.microsoft.com/office/drawing/2014/main" id="{E286FF98-61B0-4B97-B5C3-C137AEFCFE77}"/>
              </a:ext>
            </a:extLst>
          </p:cNvPr>
          <p:cNvSpPr/>
          <p:nvPr>
            <p:custDataLst>
              <p:tags r:id="rId213"/>
            </p:custDataLst>
          </p:nvPr>
        </p:nvSpPr>
        <p:spPr bwMode="auto">
          <a:xfrm>
            <a:off x="99441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8" name="Rectangle 2507">
            <a:extLst>
              <a:ext uri="{FF2B5EF4-FFF2-40B4-BE49-F238E27FC236}">
                <a16:creationId xmlns:a16="http://schemas.microsoft.com/office/drawing/2014/main" id="{708723FB-4AC3-43FB-ABA8-0D378C68D1A7}"/>
              </a:ext>
            </a:extLst>
          </p:cNvPr>
          <p:cNvSpPr/>
          <p:nvPr>
            <p:custDataLst>
              <p:tags r:id="rId214"/>
            </p:custDataLst>
          </p:nvPr>
        </p:nvSpPr>
        <p:spPr bwMode="auto">
          <a:xfrm>
            <a:off x="101219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09" name="Rectangle 2508">
            <a:extLst>
              <a:ext uri="{FF2B5EF4-FFF2-40B4-BE49-F238E27FC236}">
                <a16:creationId xmlns:a16="http://schemas.microsoft.com/office/drawing/2014/main" id="{335E6889-7A21-446A-972E-31746C6555E0}"/>
              </a:ext>
            </a:extLst>
          </p:cNvPr>
          <p:cNvSpPr/>
          <p:nvPr>
            <p:custDataLst>
              <p:tags r:id="rId215"/>
            </p:custDataLst>
          </p:nvPr>
        </p:nvSpPr>
        <p:spPr bwMode="auto">
          <a:xfrm>
            <a:off x="102108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0" name="Rectangle 2509">
            <a:extLst>
              <a:ext uri="{FF2B5EF4-FFF2-40B4-BE49-F238E27FC236}">
                <a16:creationId xmlns:a16="http://schemas.microsoft.com/office/drawing/2014/main" id="{9D733AF4-5680-493D-8717-39FAA0E648BB}"/>
              </a:ext>
            </a:extLst>
          </p:cNvPr>
          <p:cNvSpPr/>
          <p:nvPr>
            <p:custDataLst>
              <p:tags r:id="rId216"/>
            </p:custDataLst>
          </p:nvPr>
        </p:nvSpPr>
        <p:spPr bwMode="auto">
          <a:xfrm>
            <a:off x="102997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1" name="Rectangle 2510">
            <a:extLst>
              <a:ext uri="{FF2B5EF4-FFF2-40B4-BE49-F238E27FC236}">
                <a16:creationId xmlns:a16="http://schemas.microsoft.com/office/drawing/2014/main" id="{19E688D0-AAD2-4040-8DC6-6CB8B19F150E}"/>
              </a:ext>
            </a:extLst>
          </p:cNvPr>
          <p:cNvSpPr/>
          <p:nvPr>
            <p:custDataLst>
              <p:tags r:id="rId217"/>
            </p:custDataLst>
          </p:nvPr>
        </p:nvSpPr>
        <p:spPr bwMode="auto">
          <a:xfrm>
            <a:off x="103886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2" name="Rectangle 2511">
            <a:extLst>
              <a:ext uri="{FF2B5EF4-FFF2-40B4-BE49-F238E27FC236}">
                <a16:creationId xmlns:a16="http://schemas.microsoft.com/office/drawing/2014/main" id="{9951A69B-AD26-4D34-8710-93BEB85B2B6E}"/>
              </a:ext>
            </a:extLst>
          </p:cNvPr>
          <p:cNvSpPr/>
          <p:nvPr>
            <p:custDataLst>
              <p:tags r:id="rId218"/>
            </p:custDataLst>
          </p:nvPr>
        </p:nvSpPr>
        <p:spPr bwMode="auto">
          <a:xfrm>
            <a:off x="107442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3" name="Rectangle 2512">
            <a:extLst>
              <a:ext uri="{FF2B5EF4-FFF2-40B4-BE49-F238E27FC236}">
                <a16:creationId xmlns:a16="http://schemas.microsoft.com/office/drawing/2014/main" id="{FE60E148-392C-42D6-82ED-91564F12D467}"/>
              </a:ext>
            </a:extLst>
          </p:cNvPr>
          <p:cNvSpPr/>
          <p:nvPr>
            <p:custDataLst>
              <p:tags r:id="rId219"/>
            </p:custDataLst>
          </p:nvPr>
        </p:nvSpPr>
        <p:spPr bwMode="auto">
          <a:xfrm>
            <a:off x="82550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4" name="Rectangle 2513">
            <a:extLst>
              <a:ext uri="{FF2B5EF4-FFF2-40B4-BE49-F238E27FC236}">
                <a16:creationId xmlns:a16="http://schemas.microsoft.com/office/drawing/2014/main" id="{24D0E0DF-DD16-4B76-81E3-21CBF3858DD3}"/>
              </a:ext>
            </a:extLst>
          </p:cNvPr>
          <p:cNvSpPr/>
          <p:nvPr>
            <p:custDataLst>
              <p:tags r:id="rId220"/>
            </p:custDataLst>
          </p:nvPr>
        </p:nvSpPr>
        <p:spPr bwMode="auto">
          <a:xfrm>
            <a:off x="83439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5" name="Rectangle 2514">
            <a:extLst>
              <a:ext uri="{FF2B5EF4-FFF2-40B4-BE49-F238E27FC236}">
                <a16:creationId xmlns:a16="http://schemas.microsoft.com/office/drawing/2014/main" id="{2F69A229-2E5E-4795-9236-5650C096F86A}"/>
              </a:ext>
            </a:extLst>
          </p:cNvPr>
          <p:cNvSpPr/>
          <p:nvPr>
            <p:custDataLst>
              <p:tags r:id="rId221"/>
            </p:custDataLst>
          </p:nvPr>
        </p:nvSpPr>
        <p:spPr bwMode="auto">
          <a:xfrm>
            <a:off x="87884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6" name="Rectangle 2515">
            <a:extLst>
              <a:ext uri="{FF2B5EF4-FFF2-40B4-BE49-F238E27FC236}">
                <a16:creationId xmlns:a16="http://schemas.microsoft.com/office/drawing/2014/main" id="{78B0B5B6-F9D6-4E87-BF62-BD9ACDD4B36A}"/>
              </a:ext>
            </a:extLst>
          </p:cNvPr>
          <p:cNvSpPr/>
          <p:nvPr>
            <p:custDataLst>
              <p:tags r:id="rId222"/>
            </p:custDataLst>
          </p:nvPr>
        </p:nvSpPr>
        <p:spPr bwMode="auto">
          <a:xfrm>
            <a:off x="89662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7" name="Rectangle 2516">
            <a:extLst>
              <a:ext uri="{FF2B5EF4-FFF2-40B4-BE49-F238E27FC236}">
                <a16:creationId xmlns:a16="http://schemas.microsoft.com/office/drawing/2014/main" id="{2011D475-5D4E-4B60-B51D-C7934B7F8F2A}"/>
              </a:ext>
            </a:extLst>
          </p:cNvPr>
          <p:cNvSpPr/>
          <p:nvPr>
            <p:custDataLst>
              <p:tags r:id="rId223"/>
            </p:custDataLst>
          </p:nvPr>
        </p:nvSpPr>
        <p:spPr bwMode="auto">
          <a:xfrm>
            <a:off x="91440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8" name="Rectangle 2517">
            <a:extLst>
              <a:ext uri="{FF2B5EF4-FFF2-40B4-BE49-F238E27FC236}">
                <a16:creationId xmlns:a16="http://schemas.microsoft.com/office/drawing/2014/main" id="{4A917161-DEA5-4785-A031-EBD5CB26C186}"/>
              </a:ext>
            </a:extLst>
          </p:cNvPr>
          <p:cNvSpPr/>
          <p:nvPr>
            <p:custDataLst>
              <p:tags r:id="rId224"/>
            </p:custDataLst>
          </p:nvPr>
        </p:nvSpPr>
        <p:spPr bwMode="auto">
          <a:xfrm>
            <a:off x="92329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19" name="Rectangle 2518">
            <a:extLst>
              <a:ext uri="{FF2B5EF4-FFF2-40B4-BE49-F238E27FC236}">
                <a16:creationId xmlns:a16="http://schemas.microsoft.com/office/drawing/2014/main" id="{693C7799-B10F-48F3-9AFE-C0A01F001F49}"/>
              </a:ext>
            </a:extLst>
          </p:cNvPr>
          <p:cNvSpPr/>
          <p:nvPr>
            <p:custDataLst>
              <p:tags r:id="rId225"/>
            </p:custDataLst>
          </p:nvPr>
        </p:nvSpPr>
        <p:spPr bwMode="auto">
          <a:xfrm>
            <a:off x="97663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0" name="Rectangle 2519">
            <a:extLst>
              <a:ext uri="{FF2B5EF4-FFF2-40B4-BE49-F238E27FC236}">
                <a16:creationId xmlns:a16="http://schemas.microsoft.com/office/drawing/2014/main" id="{81B2374A-6730-41FB-9C03-00E155483AD7}"/>
              </a:ext>
            </a:extLst>
          </p:cNvPr>
          <p:cNvSpPr/>
          <p:nvPr>
            <p:custDataLst>
              <p:tags r:id="rId226"/>
            </p:custDataLst>
          </p:nvPr>
        </p:nvSpPr>
        <p:spPr bwMode="auto">
          <a:xfrm>
            <a:off x="98552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1" name="Rectangle 2520">
            <a:extLst>
              <a:ext uri="{FF2B5EF4-FFF2-40B4-BE49-F238E27FC236}">
                <a16:creationId xmlns:a16="http://schemas.microsoft.com/office/drawing/2014/main" id="{51CDC3AC-5AB6-47CF-8C2A-479ACA13554B}"/>
              </a:ext>
            </a:extLst>
          </p:cNvPr>
          <p:cNvSpPr/>
          <p:nvPr>
            <p:custDataLst>
              <p:tags r:id="rId227"/>
            </p:custDataLst>
          </p:nvPr>
        </p:nvSpPr>
        <p:spPr bwMode="auto">
          <a:xfrm>
            <a:off x="100330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2" name="Rectangle 2521">
            <a:extLst>
              <a:ext uri="{FF2B5EF4-FFF2-40B4-BE49-F238E27FC236}">
                <a16:creationId xmlns:a16="http://schemas.microsoft.com/office/drawing/2014/main" id="{77191E41-C8DA-4591-A134-9DBD0CE3D4D9}"/>
              </a:ext>
            </a:extLst>
          </p:cNvPr>
          <p:cNvSpPr/>
          <p:nvPr>
            <p:custDataLst>
              <p:tags r:id="rId228"/>
            </p:custDataLst>
          </p:nvPr>
        </p:nvSpPr>
        <p:spPr bwMode="auto">
          <a:xfrm>
            <a:off x="102108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3" name="Rectangle 2522">
            <a:extLst>
              <a:ext uri="{FF2B5EF4-FFF2-40B4-BE49-F238E27FC236}">
                <a16:creationId xmlns:a16="http://schemas.microsoft.com/office/drawing/2014/main" id="{95DAA0C8-1AAE-4D90-880D-71019B369C5A}"/>
              </a:ext>
            </a:extLst>
          </p:cNvPr>
          <p:cNvSpPr/>
          <p:nvPr>
            <p:custDataLst>
              <p:tags r:id="rId229"/>
            </p:custDataLst>
          </p:nvPr>
        </p:nvSpPr>
        <p:spPr bwMode="auto">
          <a:xfrm>
            <a:off x="104775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4" name="Rectangle 2523">
            <a:extLst>
              <a:ext uri="{FF2B5EF4-FFF2-40B4-BE49-F238E27FC236}">
                <a16:creationId xmlns:a16="http://schemas.microsoft.com/office/drawing/2014/main" id="{3575DD5F-9CD9-4817-AB19-818C57A45501}"/>
              </a:ext>
            </a:extLst>
          </p:cNvPr>
          <p:cNvSpPr/>
          <p:nvPr>
            <p:custDataLst>
              <p:tags r:id="rId230"/>
            </p:custDataLst>
          </p:nvPr>
        </p:nvSpPr>
        <p:spPr bwMode="auto">
          <a:xfrm>
            <a:off x="105664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5" name="Rectangle 2524">
            <a:extLst>
              <a:ext uri="{FF2B5EF4-FFF2-40B4-BE49-F238E27FC236}">
                <a16:creationId xmlns:a16="http://schemas.microsoft.com/office/drawing/2014/main" id="{AA2465EC-1AC8-475C-A1A0-94706B2BD402}"/>
              </a:ext>
            </a:extLst>
          </p:cNvPr>
          <p:cNvSpPr/>
          <p:nvPr>
            <p:custDataLst>
              <p:tags r:id="rId231"/>
            </p:custDataLst>
          </p:nvPr>
        </p:nvSpPr>
        <p:spPr bwMode="auto">
          <a:xfrm>
            <a:off x="83439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6" name="Rectangle 2525">
            <a:extLst>
              <a:ext uri="{FF2B5EF4-FFF2-40B4-BE49-F238E27FC236}">
                <a16:creationId xmlns:a16="http://schemas.microsoft.com/office/drawing/2014/main" id="{74698E12-0C96-4999-871B-D74B6D41B94E}"/>
              </a:ext>
            </a:extLst>
          </p:cNvPr>
          <p:cNvSpPr/>
          <p:nvPr>
            <p:custDataLst>
              <p:tags r:id="rId232"/>
            </p:custDataLst>
          </p:nvPr>
        </p:nvSpPr>
        <p:spPr bwMode="auto">
          <a:xfrm>
            <a:off x="86106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7" name="Rectangle 2526">
            <a:extLst>
              <a:ext uri="{FF2B5EF4-FFF2-40B4-BE49-F238E27FC236}">
                <a16:creationId xmlns:a16="http://schemas.microsoft.com/office/drawing/2014/main" id="{FAD7184C-C5AD-42FC-A6B6-AD599406C1D9}"/>
              </a:ext>
            </a:extLst>
          </p:cNvPr>
          <p:cNvSpPr/>
          <p:nvPr>
            <p:custDataLst>
              <p:tags r:id="rId233"/>
            </p:custDataLst>
          </p:nvPr>
        </p:nvSpPr>
        <p:spPr bwMode="auto">
          <a:xfrm>
            <a:off x="89662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8" name="Rectangle 2527">
            <a:extLst>
              <a:ext uri="{FF2B5EF4-FFF2-40B4-BE49-F238E27FC236}">
                <a16:creationId xmlns:a16="http://schemas.microsoft.com/office/drawing/2014/main" id="{8E54BB14-15BC-4A2E-A8A3-F65BD18322E4}"/>
              </a:ext>
            </a:extLst>
          </p:cNvPr>
          <p:cNvSpPr/>
          <p:nvPr>
            <p:custDataLst>
              <p:tags r:id="rId234"/>
            </p:custDataLst>
          </p:nvPr>
        </p:nvSpPr>
        <p:spPr bwMode="auto">
          <a:xfrm>
            <a:off x="92329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29" name="Rectangle 2528">
            <a:extLst>
              <a:ext uri="{FF2B5EF4-FFF2-40B4-BE49-F238E27FC236}">
                <a16:creationId xmlns:a16="http://schemas.microsoft.com/office/drawing/2014/main" id="{9F58BFCF-5D3D-4843-8BCA-B1FBEB534A8B}"/>
              </a:ext>
            </a:extLst>
          </p:cNvPr>
          <p:cNvSpPr/>
          <p:nvPr>
            <p:custDataLst>
              <p:tags r:id="rId235"/>
            </p:custDataLst>
          </p:nvPr>
        </p:nvSpPr>
        <p:spPr bwMode="auto">
          <a:xfrm>
            <a:off x="93218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0" name="Rectangle 2529">
            <a:extLst>
              <a:ext uri="{FF2B5EF4-FFF2-40B4-BE49-F238E27FC236}">
                <a16:creationId xmlns:a16="http://schemas.microsoft.com/office/drawing/2014/main" id="{68F948A8-44BA-4C23-8255-96B9D23E5EA5}"/>
              </a:ext>
            </a:extLst>
          </p:cNvPr>
          <p:cNvSpPr/>
          <p:nvPr>
            <p:custDataLst>
              <p:tags r:id="rId236"/>
            </p:custDataLst>
          </p:nvPr>
        </p:nvSpPr>
        <p:spPr bwMode="auto">
          <a:xfrm>
            <a:off x="94996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1" name="Rectangle 2530">
            <a:extLst>
              <a:ext uri="{FF2B5EF4-FFF2-40B4-BE49-F238E27FC236}">
                <a16:creationId xmlns:a16="http://schemas.microsoft.com/office/drawing/2014/main" id="{5FAAC40F-5E98-4466-BC49-07C4DD9556B3}"/>
              </a:ext>
            </a:extLst>
          </p:cNvPr>
          <p:cNvSpPr/>
          <p:nvPr>
            <p:custDataLst>
              <p:tags r:id="rId237"/>
            </p:custDataLst>
          </p:nvPr>
        </p:nvSpPr>
        <p:spPr bwMode="auto">
          <a:xfrm>
            <a:off x="96774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2" name="Rectangle 2531">
            <a:extLst>
              <a:ext uri="{FF2B5EF4-FFF2-40B4-BE49-F238E27FC236}">
                <a16:creationId xmlns:a16="http://schemas.microsoft.com/office/drawing/2014/main" id="{E75ED81D-6D58-4C48-82FE-1D9E5C6E5ED0}"/>
              </a:ext>
            </a:extLst>
          </p:cNvPr>
          <p:cNvSpPr/>
          <p:nvPr>
            <p:custDataLst>
              <p:tags r:id="rId238"/>
            </p:custDataLst>
          </p:nvPr>
        </p:nvSpPr>
        <p:spPr bwMode="auto">
          <a:xfrm>
            <a:off x="97663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3" name="Rectangle 2532">
            <a:extLst>
              <a:ext uri="{FF2B5EF4-FFF2-40B4-BE49-F238E27FC236}">
                <a16:creationId xmlns:a16="http://schemas.microsoft.com/office/drawing/2014/main" id="{9D27E344-4804-477E-B9C0-F023A3A69955}"/>
              </a:ext>
            </a:extLst>
          </p:cNvPr>
          <p:cNvSpPr/>
          <p:nvPr>
            <p:custDataLst>
              <p:tags r:id="rId239"/>
            </p:custDataLst>
          </p:nvPr>
        </p:nvSpPr>
        <p:spPr bwMode="auto">
          <a:xfrm>
            <a:off x="99441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4" name="Rectangle 2533">
            <a:extLst>
              <a:ext uri="{FF2B5EF4-FFF2-40B4-BE49-F238E27FC236}">
                <a16:creationId xmlns:a16="http://schemas.microsoft.com/office/drawing/2014/main" id="{5DBC8007-F9EF-477A-BEE9-9B2B6B1B7316}"/>
              </a:ext>
            </a:extLst>
          </p:cNvPr>
          <p:cNvSpPr/>
          <p:nvPr>
            <p:custDataLst>
              <p:tags r:id="rId240"/>
            </p:custDataLst>
          </p:nvPr>
        </p:nvSpPr>
        <p:spPr bwMode="auto">
          <a:xfrm>
            <a:off x="101219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5" name="Rectangle 2534">
            <a:extLst>
              <a:ext uri="{FF2B5EF4-FFF2-40B4-BE49-F238E27FC236}">
                <a16:creationId xmlns:a16="http://schemas.microsoft.com/office/drawing/2014/main" id="{007B88F7-495E-4D7F-9BCD-A4D18EFF4734}"/>
              </a:ext>
            </a:extLst>
          </p:cNvPr>
          <p:cNvSpPr/>
          <p:nvPr>
            <p:custDataLst>
              <p:tags r:id="rId241"/>
            </p:custDataLst>
          </p:nvPr>
        </p:nvSpPr>
        <p:spPr bwMode="auto">
          <a:xfrm>
            <a:off x="102108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6" name="Rectangle 2535">
            <a:extLst>
              <a:ext uri="{FF2B5EF4-FFF2-40B4-BE49-F238E27FC236}">
                <a16:creationId xmlns:a16="http://schemas.microsoft.com/office/drawing/2014/main" id="{3995835F-CAF3-4989-8561-728B9FCE604E}"/>
              </a:ext>
            </a:extLst>
          </p:cNvPr>
          <p:cNvSpPr/>
          <p:nvPr>
            <p:custDataLst>
              <p:tags r:id="rId242"/>
            </p:custDataLst>
          </p:nvPr>
        </p:nvSpPr>
        <p:spPr bwMode="auto">
          <a:xfrm>
            <a:off x="102997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7" name="Rectangle 2536">
            <a:extLst>
              <a:ext uri="{FF2B5EF4-FFF2-40B4-BE49-F238E27FC236}">
                <a16:creationId xmlns:a16="http://schemas.microsoft.com/office/drawing/2014/main" id="{94752C9A-63AB-4AE7-8027-92E8AAB6262A}"/>
              </a:ext>
            </a:extLst>
          </p:cNvPr>
          <p:cNvSpPr/>
          <p:nvPr>
            <p:custDataLst>
              <p:tags r:id="rId243"/>
            </p:custDataLst>
          </p:nvPr>
        </p:nvSpPr>
        <p:spPr bwMode="auto">
          <a:xfrm>
            <a:off x="103886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8" name="Rectangle 2537">
            <a:extLst>
              <a:ext uri="{FF2B5EF4-FFF2-40B4-BE49-F238E27FC236}">
                <a16:creationId xmlns:a16="http://schemas.microsoft.com/office/drawing/2014/main" id="{F0E91CB0-EBDA-4B47-B038-6F3FA72B2B6F}"/>
              </a:ext>
            </a:extLst>
          </p:cNvPr>
          <p:cNvSpPr/>
          <p:nvPr>
            <p:custDataLst>
              <p:tags r:id="rId244"/>
            </p:custDataLst>
          </p:nvPr>
        </p:nvSpPr>
        <p:spPr bwMode="auto">
          <a:xfrm>
            <a:off x="106553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39" name="Rectangle 2538">
            <a:extLst>
              <a:ext uri="{FF2B5EF4-FFF2-40B4-BE49-F238E27FC236}">
                <a16:creationId xmlns:a16="http://schemas.microsoft.com/office/drawing/2014/main" id="{D15ADD21-34EE-4F09-9A9C-94F760B1DB99}"/>
              </a:ext>
            </a:extLst>
          </p:cNvPr>
          <p:cNvSpPr/>
          <p:nvPr>
            <p:custDataLst>
              <p:tags r:id="rId245"/>
            </p:custDataLst>
          </p:nvPr>
        </p:nvSpPr>
        <p:spPr bwMode="auto">
          <a:xfrm>
            <a:off x="82550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0" name="Rectangle 2539">
            <a:extLst>
              <a:ext uri="{FF2B5EF4-FFF2-40B4-BE49-F238E27FC236}">
                <a16:creationId xmlns:a16="http://schemas.microsoft.com/office/drawing/2014/main" id="{6D1D3301-AE43-4379-BE63-E30EC9D9AB65}"/>
              </a:ext>
            </a:extLst>
          </p:cNvPr>
          <p:cNvSpPr/>
          <p:nvPr>
            <p:custDataLst>
              <p:tags r:id="rId246"/>
            </p:custDataLst>
          </p:nvPr>
        </p:nvSpPr>
        <p:spPr bwMode="auto">
          <a:xfrm>
            <a:off x="83439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1" name="Rectangle 2540">
            <a:extLst>
              <a:ext uri="{FF2B5EF4-FFF2-40B4-BE49-F238E27FC236}">
                <a16:creationId xmlns:a16="http://schemas.microsoft.com/office/drawing/2014/main" id="{CB528B83-9C5E-43CA-874D-9704DC75D4DB}"/>
              </a:ext>
            </a:extLst>
          </p:cNvPr>
          <p:cNvSpPr/>
          <p:nvPr>
            <p:custDataLst>
              <p:tags r:id="rId247"/>
            </p:custDataLst>
          </p:nvPr>
        </p:nvSpPr>
        <p:spPr bwMode="auto">
          <a:xfrm>
            <a:off x="84328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2" name="Rectangle 2541">
            <a:extLst>
              <a:ext uri="{FF2B5EF4-FFF2-40B4-BE49-F238E27FC236}">
                <a16:creationId xmlns:a16="http://schemas.microsoft.com/office/drawing/2014/main" id="{38AEFDF3-32D2-4096-A432-AA1BF2D1D6C6}"/>
              </a:ext>
            </a:extLst>
          </p:cNvPr>
          <p:cNvSpPr/>
          <p:nvPr>
            <p:custDataLst>
              <p:tags r:id="rId248"/>
            </p:custDataLst>
          </p:nvPr>
        </p:nvSpPr>
        <p:spPr bwMode="auto">
          <a:xfrm>
            <a:off x="86995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3" name="Rectangle 2542">
            <a:extLst>
              <a:ext uri="{FF2B5EF4-FFF2-40B4-BE49-F238E27FC236}">
                <a16:creationId xmlns:a16="http://schemas.microsoft.com/office/drawing/2014/main" id="{4880CE7B-2A4B-42AB-B5CD-10EA02B9F149}"/>
              </a:ext>
            </a:extLst>
          </p:cNvPr>
          <p:cNvSpPr/>
          <p:nvPr>
            <p:custDataLst>
              <p:tags r:id="rId249"/>
            </p:custDataLst>
          </p:nvPr>
        </p:nvSpPr>
        <p:spPr bwMode="auto">
          <a:xfrm>
            <a:off x="87884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024CCF5-2485-402D-A09D-59B501ADD4B3}"/>
              </a:ext>
            </a:extLst>
          </p:cNvPr>
          <p:cNvSpPr/>
          <p:nvPr>
            <p:custDataLst>
              <p:tags r:id="rId250"/>
            </p:custDataLst>
          </p:nvPr>
        </p:nvSpPr>
        <p:spPr bwMode="auto">
          <a:xfrm>
            <a:off x="88773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5" name="Rectangle 2544">
            <a:extLst>
              <a:ext uri="{FF2B5EF4-FFF2-40B4-BE49-F238E27FC236}">
                <a16:creationId xmlns:a16="http://schemas.microsoft.com/office/drawing/2014/main" id="{679ED629-0558-4484-87C1-6DED7DC94748}"/>
              </a:ext>
            </a:extLst>
          </p:cNvPr>
          <p:cNvSpPr/>
          <p:nvPr>
            <p:custDataLst>
              <p:tags r:id="rId251"/>
            </p:custDataLst>
          </p:nvPr>
        </p:nvSpPr>
        <p:spPr bwMode="auto">
          <a:xfrm>
            <a:off x="90551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6" name="Rectangle 2545">
            <a:extLst>
              <a:ext uri="{FF2B5EF4-FFF2-40B4-BE49-F238E27FC236}">
                <a16:creationId xmlns:a16="http://schemas.microsoft.com/office/drawing/2014/main" id="{92FB8EE1-3C65-405C-8D9F-F8AC88C645AE}"/>
              </a:ext>
            </a:extLst>
          </p:cNvPr>
          <p:cNvSpPr/>
          <p:nvPr>
            <p:custDataLst>
              <p:tags r:id="rId252"/>
            </p:custDataLst>
          </p:nvPr>
        </p:nvSpPr>
        <p:spPr bwMode="auto">
          <a:xfrm>
            <a:off x="92329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7" name="Rectangle 2546">
            <a:extLst>
              <a:ext uri="{FF2B5EF4-FFF2-40B4-BE49-F238E27FC236}">
                <a16:creationId xmlns:a16="http://schemas.microsoft.com/office/drawing/2014/main" id="{D322EC2E-3D9C-44FB-A3A4-35E61256160A}"/>
              </a:ext>
            </a:extLst>
          </p:cNvPr>
          <p:cNvSpPr/>
          <p:nvPr>
            <p:custDataLst>
              <p:tags r:id="rId253"/>
            </p:custDataLst>
          </p:nvPr>
        </p:nvSpPr>
        <p:spPr bwMode="auto">
          <a:xfrm>
            <a:off x="96774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8" name="Rectangle 2547">
            <a:extLst>
              <a:ext uri="{FF2B5EF4-FFF2-40B4-BE49-F238E27FC236}">
                <a16:creationId xmlns:a16="http://schemas.microsoft.com/office/drawing/2014/main" id="{0F8363D3-06CC-496E-8E70-0E88BB132CBB}"/>
              </a:ext>
            </a:extLst>
          </p:cNvPr>
          <p:cNvSpPr/>
          <p:nvPr>
            <p:custDataLst>
              <p:tags r:id="rId254"/>
            </p:custDataLst>
          </p:nvPr>
        </p:nvSpPr>
        <p:spPr bwMode="auto">
          <a:xfrm>
            <a:off x="98552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49" name="Rectangle 2548">
            <a:extLst>
              <a:ext uri="{FF2B5EF4-FFF2-40B4-BE49-F238E27FC236}">
                <a16:creationId xmlns:a16="http://schemas.microsoft.com/office/drawing/2014/main" id="{8C20E3BB-1E15-4202-B54F-D066F4898DC7}"/>
              </a:ext>
            </a:extLst>
          </p:cNvPr>
          <p:cNvSpPr/>
          <p:nvPr>
            <p:custDataLst>
              <p:tags r:id="rId255"/>
            </p:custDataLst>
          </p:nvPr>
        </p:nvSpPr>
        <p:spPr bwMode="auto">
          <a:xfrm>
            <a:off x="102997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0" name="Rectangle 2549">
            <a:extLst>
              <a:ext uri="{FF2B5EF4-FFF2-40B4-BE49-F238E27FC236}">
                <a16:creationId xmlns:a16="http://schemas.microsoft.com/office/drawing/2014/main" id="{440373FA-B726-404D-B77E-781EC55B7888}"/>
              </a:ext>
            </a:extLst>
          </p:cNvPr>
          <p:cNvSpPr/>
          <p:nvPr>
            <p:custDataLst>
              <p:tags r:id="rId256"/>
            </p:custDataLst>
          </p:nvPr>
        </p:nvSpPr>
        <p:spPr bwMode="auto">
          <a:xfrm>
            <a:off x="104775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1" name="Rectangle 2550">
            <a:extLst>
              <a:ext uri="{FF2B5EF4-FFF2-40B4-BE49-F238E27FC236}">
                <a16:creationId xmlns:a16="http://schemas.microsoft.com/office/drawing/2014/main" id="{39C200EA-AECD-4EC2-AF15-9FA85421D960}"/>
              </a:ext>
            </a:extLst>
          </p:cNvPr>
          <p:cNvSpPr/>
          <p:nvPr>
            <p:custDataLst>
              <p:tags r:id="rId257"/>
            </p:custDataLst>
          </p:nvPr>
        </p:nvSpPr>
        <p:spPr bwMode="auto">
          <a:xfrm>
            <a:off x="105664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2" name="Rectangle 2551">
            <a:extLst>
              <a:ext uri="{FF2B5EF4-FFF2-40B4-BE49-F238E27FC236}">
                <a16:creationId xmlns:a16="http://schemas.microsoft.com/office/drawing/2014/main" id="{3408DAD7-7285-47D5-B535-A4A50FC84CC1}"/>
              </a:ext>
            </a:extLst>
          </p:cNvPr>
          <p:cNvSpPr/>
          <p:nvPr>
            <p:custDataLst>
              <p:tags r:id="rId258"/>
            </p:custDataLst>
          </p:nvPr>
        </p:nvSpPr>
        <p:spPr bwMode="auto">
          <a:xfrm>
            <a:off x="82550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3" name="Rectangle 2552">
            <a:extLst>
              <a:ext uri="{FF2B5EF4-FFF2-40B4-BE49-F238E27FC236}">
                <a16:creationId xmlns:a16="http://schemas.microsoft.com/office/drawing/2014/main" id="{3A0BA0C8-F7A4-4CA2-A95F-2A07C55C34D2}"/>
              </a:ext>
            </a:extLst>
          </p:cNvPr>
          <p:cNvSpPr/>
          <p:nvPr>
            <p:custDataLst>
              <p:tags r:id="rId259"/>
            </p:custDataLst>
          </p:nvPr>
        </p:nvSpPr>
        <p:spPr bwMode="auto">
          <a:xfrm>
            <a:off x="83439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4" name="Rectangle 2553">
            <a:extLst>
              <a:ext uri="{FF2B5EF4-FFF2-40B4-BE49-F238E27FC236}">
                <a16:creationId xmlns:a16="http://schemas.microsoft.com/office/drawing/2014/main" id="{97192F22-32F6-4EC4-A520-F5894C6B6025}"/>
              </a:ext>
            </a:extLst>
          </p:cNvPr>
          <p:cNvSpPr/>
          <p:nvPr>
            <p:custDataLst>
              <p:tags r:id="rId260"/>
            </p:custDataLst>
          </p:nvPr>
        </p:nvSpPr>
        <p:spPr bwMode="auto">
          <a:xfrm>
            <a:off x="85217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5" name="Rectangle 2554">
            <a:extLst>
              <a:ext uri="{FF2B5EF4-FFF2-40B4-BE49-F238E27FC236}">
                <a16:creationId xmlns:a16="http://schemas.microsoft.com/office/drawing/2014/main" id="{9EA60D7F-6C4F-40A9-AACB-8E839753BF64}"/>
              </a:ext>
            </a:extLst>
          </p:cNvPr>
          <p:cNvSpPr/>
          <p:nvPr>
            <p:custDataLst>
              <p:tags r:id="rId261"/>
            </p:custDataLst>
          </p:nvPr>
        </p:nvSpPr>
        <p:spPr bwMode="auto">
          <a:xfrm>
            <a:off x="86106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6" name="Rectangle 2555">
            <a:extLst>
              <a:ext uri="{FF2B5EF4-FFF2-40B4-BE49-F238E27FC236}">
                <a16:creationId xmlns:a16="http://schemas.microsoft.com/office/drawing/2014/main" id="{0E298E62-699D-457A-9453-341062606B87}"/>
              </a:ext>
            </a:extLst>
          </p:cNvPr>
          <p:cNvSpPr/>
          <p:nvPr>
            <p:custDataLst>
              <p:tags r:id="rId262"/>
            </p:custDataLst>
          </p:nvPr>
        </p:nvSpPr>
        <p:spPr bwMode="auto">
          <a:xfrm>
            <a:off x="86995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7" name="Rectangle 2556">
            <a:extLst>
              <a:ext uri="{FF2B5EF4-FFF2-40B4-BE49-F238E27FC236}">
                <a16:creationId xmlns:a16="http://schemas.microsoft.com/office/drawing/2014/main" id="{3AD047D4-E9A8-42ED-AFB8-F9C8EF967BC3}"/>
              </a:ext>
            </a:extLst>
          </p:cNvPr>
          <p:cNvSpPr/>
          <p:nvPr>
            <p:custDataLst>
              <p:tags r:id="rId263"/>
            </p:custDataLst>
          </p:nvPr>
        </p:nvSpPr>
        <p:spPr bwMode="auto">
          <a:xfrm>
            <a:off x="88773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8" name="Rectangle 2557">
            <a:extLst>
              <a:ext uri="{FF2B5EF4-FFF2-40B4-BE49-F238E27FC236}">
                <a16:creationId xmlns:a16="http://schemas.microsoft.com/office/drawing/2014/main" id="{AD69B5BE-9682-40B5-9AAC-64EFF6653459}"/>
              </a:ext>
            </a:extLst>
          </p:cNvPr>
          <p:cNvSpPr/>
          <p:nvPr>
            <p:custDataLst>
              <p:tags r:id="rId264"/>
            </p:custDataLst>
          </p:nvPr>
        </p:nvSpPr>
        <p:spPr bwMode="auto">
          <a:xfrm>
            <a:off x="89662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59" name="Rectangle 2558">
            <a:extLst>
              <a:ext uri="{FF2B5EF4-FFF2-40B4-BE49-F238E27FC236}">
                <a16:creationId xmlns:a16="http://schemas.microsoft.com/office/drawing/2014/main" id="{872BB2C4-270C-4065-83C8-21EF94F4BE12}"/>
              </a:ext>
            </a:extLst>
          </p:cNvPr>
          <p:cNvSpPr/>
          <p:nvPr>
            <p:custDataLst>
              <p:tags r:id="rId265"/>
            </p:custDataLst>
          </p:nvPr>
        </p:nvSpPr>
        <p:spPr bwMode="auto">
          <a:xfrm>
            <a:off x="90551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0" name="Rectangle 2559">
            <a:extLst>
              <a:ext uri="{FF2B5EF4-FFF2-40B4-BE49-F238E27FC236}">
                <a16:creationId xmlns:a16="http://schemas.microsoft.com/office/drawing/2014/main" id="{B6777613-25F3-41C6-B2C7-7715BD149620}"/>
              </a:ext>
            </a:extLst>
          </p:cNvPr>
          <p:cNvSpPr/>
          <p:nvPr>
            <p:custDataLst>
              <p:tags r:id="rId266"/>
            </p:custDataLst>
          </p:nvPr>
        </p:nvSpPr>
        <p:spPr bwMode="auto">
          <a:xfrm>
            <a:off x="91440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1" name="Rectangle 2560">
            <a:extLst>
              <a:ext uri="{FF2B5EF4-FFF2-40B4-BE49-F238E27FC236}">
                <a16:creationId xmlns:a16="http://schemas.microsoft.com/office/drawing/2014/main" id="{5557742C-804F-4544-BAD6-632BD7ADE8DB}"/>
              </a:ext>
            </a:extLst>
          </p:cNvPr>
          <p:cNvSpPr/>
          <p:nvPr>
            <p:custDataLst>
              <p:tags r:id="rId267"/>
            </p:custDataLst>
          </p:nvPr>
        </p:nvSpPr>
        <p:spPr bwMode="auto">
          <a:xfrm>
            <a:off x="93218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2" name="Rectangle 2561">
            <a:extLst>
              <a:ext uri="{FF2B5EF4-FFF2-40B4-BE49-F238E27FC236}">
                <a16:creationId xmlns:a16="http://schemas.microsoft.com/office/drawing/2014/main" id="{44C96829-0845-493D-83F4-3B144CACB5FD}"/>
              </a:ext>
            </a:extLst>
          </p:cNvPr>
          <p:cNvSpPr/>
          <p:nvPr>
            <p:custDataLst>
              <p:tags r:id="rId268"/>
            </p:custDataLst>
          </p:nvPr>
        </p:nvSpPr>
        <p:spPr bwMode="auto">
          <a:xfrm>
            <a:off x="94107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3" name="Rectangle 2562">
            <a:extLst>
              <a:ext uri="{FF2B5EF4-FFF2-40B4-BE49-F238E27FC236}">
                <a16:creationId xmlns:a16="http://schemas.microsoft.com/office/drawing/2014/main" id="{9EB67905-439C-46A6-A61B-4A545458A9EE}"/>
              </a:ext>
            </a:extLst>
          </p:cNvPr>
          <p:cNvSpPr/>
          <p:nvPr>
            <p:custDataLst>
              <p:tags r:id="rId269"/>
            </p:custDataLst>
          </p:nvPr>
        </p:nvSpPr>
        <p:spPr bwMode="auto">
          <a:xfrm>
            <a:off x="94996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4" name="Rectangle 2563">
            <a:extLst>
              <a:ext uri="{FF2B5EF4-FFF2-40B4-BE49-F238E27FC236}">
                <a16:creationId xmlns:a16="http://schemas.microsoft.com/office/drawing/2014/main" id="{F4385AC2-83AA-4D4A-99C9-2949111CDFD0}"/>
              </a:ext>
            </a:extLst>
          </p:cNvPr>
          <p:cNvSpPr/>
          <p:nvPr>
            <p:custDataLst>
              <p:tags r:id="rId270"/>
            </p:custDataLst>
          </p:nvPr>
        </p:nvSpPr>
        <p:spPr bwMode="auto">
          <a:xfrm>
            <a:off x="95885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5" name="Rectangle 2564">
            <a:extLst>
              <a:ext uri="{FF2B5EF4-FFF2-40B4-BE49-F238E27FC236}">
                <a16:creationId xmlns:a16="http://schemas.microsoft.com/office/drawing/2014/main" id="{2F6342FE-3B98-4436-BE6B-9206AE91DAB2}"/>
              </a:ext>
            </a:extLst>
          </p:cNvPr>
          <p:cNvSpPr/>
          <p:nvPr>
            <p:custDataLst>
              <p:tags r:id="rId271"/>
            </p:custDataLst>
          </p:nvPr>
        </p:nvSpPr>
        <p:spPr bwMode="auto">
          <a:xfrm>
            <a:off x="99441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6" name="Rectangle 2565">
            <a:extLst>
              <a:ext uri="{FF2B5EF4-FFF2-40B4-BE49-F238E27FC236}">
                <a16:creationId xmlns:a16="http://schemas.microsoft.com/office/drawing/2014/main" id="{C418F462-0D22-4AFF-AF0B-8921F567C5C3}"/>
              </a:ext>
            </a:extLst>
          </p:cNvPr>
          <p:cNvSpPr/>
          <p:nvPr>
            <p:custDataLst>
              <p:tags r:id="rId272"/>
            </p:custDataLst>
          </p:nvPr>
        </p:nvSpPr>
        <p:spPr bwMode="auto">
          <a:xfrm>
            <a:off x="101219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7" name="Rectangle 2566">
            <a:extLst>
              <a:ext uri="{FF2B5EF4-FFF2-40B4-BE49-F238E27FC236}">
                <a16:creationId xmlns:a16="http://schemas.microsoft.com/office/drawing/2014/main" id="{2ECA8EDF-D207-4C43-AF76-71ADD21E7CBA}"/>
              </a:ext>
            </a:extLst>
          </p:cNvPr>
          <p:cNvSpPr/>
          <p:nvPr>
            <p:custDataLst>
              <p:tags r:id="rId273"/>
            </p:custDataLst>
          </p:nvPr>
        </p:nvSpPr>
        <p:spPr bwMode="auto">
          <a:xfrm>
            <a:off x="102108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8" name="Rectangle 2567">
            <a:extLst>
              <a:ext uri="{FF2B5EF4-FFF2-40B4-BE49-F238E27FC236}">
                <a16:creationId xmlns:a16="http://schemas.microsoft.com/office/drawing/2014/main" id="{9881AD2A-3DA8-44F4-B8D6-215DDD2E93DD}"/>
              </a:ext>
            </a:extLst>
          </p:cNvPr>
          <p:cNvSpPr/>
          <p:nvPr>
            <p:custDataLst>
              <p:tags r:id="rId274"/>
            </p:custDataLst>
          </p:nvPr>
        </p:nvSpPr>
        <p:spPr bwMode="auto">
          <a:xfrm>
            <a:off x="102997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69" name="Rectangle 2568">
            <a:extLst>
              <a:ext uri="{FF2B5EF4-FFF2-40B4-BE49-F238E27FC236}">
                <a16:creationId xmlns:a16="http://schemas.microsoft.com/office/drawing/2014/main" id="{DF7A4B1C-76FE-4CFC-8FE0-2EBCF8BA4ACA}"/>
              </a:ext>
            </a:extLst>
          </p:cNvPr>
          <p:cNvSpPr/>
          <p:nvPr>
            <p:custDataLst>
              <p:tags r:id="rId275"/>
            </p:custDataLst>
          </p:nvPr>
        </p:nvSpPr>
        <p:spPr bwMode="auto">
          <a:xfrm>
            <a:off x="103886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0" name="Rectangle 2569">
            <a:extLst>
              <a:ext uri="{FF2B5EF4-FFF2-40B4-BE49-F238E27FC236}">
                <a16:creationId xmlns:a16="http://schemas.microsoft.com/office/drawing/2014/main" id="{25F1B345-B8C1-4AEA-B41F-7610C00F25FD}"/>
              </a:ext>
            </a:extLst>
          </p:cNvPr>
          <p:cNvSpPr/>
          <p:nvPr>
            <p:custDataLst>
              <p:tags r:id="rId276"/>
            </p:custDataLst>
          </p:nvPr>
        </p:nvSpPr>
        <p:spPr bwMode="auto">
          <a:xfrm>
            <a:off x="105664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1" name="Rectangle 2570">
            <a:extLst>
              <a:ext uri="{FF2B5EF4-FFF2-40B4-BE49-F238E27FC236}">
                <a16:creationId xmlns:a16="http://schemas.microsoft.com/office/drawing/2014/main" id="{9AC8975E-0E5F-4F6D-AD4C-02346C949EFF}"/>
              </a:ext>
            </a:extLst>
          </p:cNvPr>
          <p:cNvSpPr/>
          <p:nvPr>
            <p:custDataLst>
              <p:tags r:id="rId277"/>
            </p:custDataLst>
          </p:nvPr>
        </p:nvSpPr>
        <p:spPr bwMode="auto">
          <a:xfrm>
            <a:off x="107442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2" name="Rectangle 2571">
            <a:extLst>
              <a:ext uri="{FF2B5EF4-FFF2-40B4-BE49-F238E27FC236}">
                <a16:creationId xmlns:a16="http://schemas.microsoft.com/office/drawing/2014/main" id="{DB1C8AF0-F731-448D-A964-583B4FEA64F2}"/>
              </a:ext>
            </a:extLst>
          </p:cNvPr>
          <p:cNvSpPr/>
          <p:nvPr>
            <p:custDataLst>
              <p:tags r:id="rId278"/>
            </p:custDataLst>
          </p:nvPr>
        </p:nvSpPr>
        <p:spPr bwMode="auto">
          <a:xfrm>
            <a:off x="82550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3" name="Rectangle 2572">
            <a:extLst>
              <a:ext uri="{FF2B5EF4-FFF2-40B4-BE49-F238E27FC236}">
                <a16:creationId xmlns:a16="http://schemas.microsoft.com/office/drawing/2014/main" id="{EB5DB1EF-C3EF-4351-A04E-955EA3493E87}"/>
              </a:ext>
            </a:extLst>
          </p:cNvPr>
          <p:cNvSpPr/>
          <p:nvPr>
            <p:custDataLst>
              <p:tags r:id="rId279"/>
            </p:custDataLst>
          </p:nvPr>
        </p:nvSpPr>
        <p:spPr bwMode="auto">
          <a:xfrm>
            <a:off x="84328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4" name="Rectangle 2573">
            <a:extLst>
              <a:ext uri="{FF2B5EF4-FFF2-40B4-BE49-F238E27FC236}">
                <a16:creationId xmlns:a16="http://schemas.microsoft.com/office/drawing/2014/main" id="{464AD22D-A198-4FCE-8718-66B0AD049E6A}"/>
              </a:ext>
            </a:extLst>
          </p:cNvPr>
          <p:cNvSpPr/>
          <p:nvPr>
            <p:custDataLst>
              <p:tags r:id="rId280"/>
            </p:custDataLst>
          </p:nvPr>
        </p:nvSpPr>
        <p:spPr bwMode="auto">
          <a:xfrm>
            <a:off x="86106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5" name="Rectangle 2574">
            <a:extLst>
              <a:ext uri="{FF2B5EF4-FFF2-40B4-BE49-F238E27FC236}">
                <a16:creationId xmlns:a16="http://schemas.microsoft.com/office/drawing/2014/main" id="{20531A6E-8DC1-4D8C-88EF-94BA798B049C}"/>
              </a:ext>
            </a:extLst>
          </p:cNvPr>
          <p:cNvSpPr/>
          <p:nvPr>
            <p:custDataLst>
              <p:tags r:id="rId281"/>
            </p:custDataLst>
          </p:nvPr>
        </p:nvSpPr>
        <p:spPr bwMode="auto">
          <a:xfrm>
            <a:off x="86995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6" name="Rectangle 2575">
            <a:extLst>
              <a:ext uri="{FF2B5EF4-FFF2-40B4-BE49-F238E27FC236}">
                <a16:creationId xmlns:a16="http://schemas.microsoft.com/office/drawing/2014/main" id="{810778A8-ACEC-49E7-B911-5C2E7DD41BB0}"/>
              </a:ext>
            </a:extLst>
          </p:cNvPr>
          <p:cNvSpPr/>
          <p:nvPr>
            <p:custDataLst>
              <p:tags r:id="rId282"/>
            </p:custDataLst>
          </p:nvPr>
        </p:nvSpPr>
        <p:spPr bwMode="auto">
          <a:xfrm>
            <a:off x="87884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7" name="Rectangle 2576">
            <a:extLst>
              <a:ext uri="{FF2B5EF4-FFF2-40B4-BE49-F238E27FC236}">
                <a16:creationId xmlns:a16="http://schemas.microsoft.com/office/drawing/2014/main" id="{4B640299-8A31-44B2-94CE-F9C0403AB538}"/>
              </a:ext>
            </a:extLst>
          </p:cNvPr>
          <p:cNvSpPr/>
          <p:nvPr>
            <p:custDataLst>
              <p:tags r:id="rId283"/>
            </p:custDataLst>
          </p:nvPr>
        </p:nvSpPr>
        <p:spPr bwMode="auto">
          <a:xfrm>
            <a:off x="90551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8" name="Rectangle 2577">
            <a:extLst>
              <a:ext uri="{FF2B5EF4-FFF2-40B4-BE49-F238E27FC236}">
                <a16:creationId xmlns:a16="http://schemas.microsoft.com/office/drawing/2014/main" id="{E2F50197-C524-4657-B8DE-59BFC06891D5}"/>
              </a:ext>
            </a:extLst>
          </p:cNvPr>
          <p:cNvSpPr/>
          <p:nvPr>
            <p:custDataLst>
              <p:tags r:id="rId284"/>
            </p:custDataLst>
          </p:nvPr>
        </p:nvSpPr>
        <p:spPr bwMode="auto">
          <a:xfrm>
            <a:off x="91440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79" name="Rectangle 2578">
            <a:extLst>
              <a:ext uri="{FF2B5EF4-FFF2-40B4-BE49-F238E27FC236}">
                <a16:creationId xmlns:a16="http://schemas.microsoft.com/office/drawing/2014/main" id="{31DEA301-638D-4DDA-8C99-AF1F617CDC74}"/>
              </a:ext>
            </a:extLst>
          </p:cNvPr>
          <p:cNvSpPr/>
          <p:nvPr>
            <p:custDataLst>
              <p:tags r:id="rId285"/>
            </p:custDataLst>
          </p:nvPr>
        </p:nvSpPr>
        <p:spPr bwMode="auto">
          <a:xfrm>
            <a:off x="92329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0" name="Rectangle 2579">
            <a:extLst>
              <a:ext uri="{FF2B5EF4-FFF2-40B4-BE49-F238E27FC236}">
                <a16:creationId xmlns:a16="http://schemas.microsoft.com/office/drawing/2014/main" id="{75C2DDBE-9899-4E7F-9C2F-E98D7DA6FB9D}"/>
              </a:ext>
            </a:extLst>
          </p:cNvPr>
          <p:cNvSpPr/>
          <p:nvPr>
            <p:custDataLst>
              <p:tags r:id="rId286"/>
            </p:custDataLst>
          </p:nvPr>
        </p:nvSpPr>
        <p:spPr bwMode="auto">
          <a:xfrm>
            <a:off x="93218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1" name="Rectangle 2580">
            <a:extLst>
              <a:ext uri="{FF2B5EF4-FFF2-40B4-BE49-F238E27FC236}">
                <a16:creationId xmlns:a16="http://schemas.microsoft.com/office/drawing/2014/main" id="{EBC3635C-3044-4B48-AE8D-B95CD42F48F9}"/>
              </a:ext>
            </a:extLst>
          </p:cNvPr>
          <p:cNvSpPr/>
          <p:nvPr>
            <p:custDataLst>
              <p:tags r:id="rId287"/>
            </p:custDataLst>
          </p:nvPr>
        </p:nvSpPr>
        <p:spPr bwMode="auto">
          <a:xfrm>
            <a:off x="94107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2" name="Rectangle 2581">
            <a:extLst>
              <a:ext uri="{FF2B5EF4-FFF2-40B4-BE49-F238E27FC236}">
                <a16:creationId xmlns:a16="http://schemas.microsoft.com/office/drawing/2014/main" id="{53BBE1D6-9C4B-4333-80A0-ECC494CD5E81}"/>
              </a:ext>
            </a:extLst>
          </p:cNvPr>
          <p:cNvSpPr/>
          <p:nvPr>
            <p:custDataLst>
              <p:tags r:id="rId288"/>
            </p:custDataLst>
          </p:nvPr>
        </p:nvSpPr>
        <p:spPr bwMode="auto">
          <a:xfrm>
            <a:off x="94996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3" name="Rectangle 2582">
            <a:extLst>
              <a:ext uri="{FF2B5EF4-FFF2-40B4-BE49-F238E27FC236}">
                <a16:creationId xmlns:a16="http://schemas.microsoft.com/office/drawing/2014/main" id="{1117B27A-FD95-45B6-B69A-AD2C7498164F}"/>
              </a:ext>
            </a:extLst>
          </p:cNvPr>
          <p:cNvSpPr/>
          <p:nvPr>
            <p:custDataLst>
              <p:tags r:id="rId289"/>
            </p:custDataLst>
          </p:nvPr>
        </p:nvSpPr>
        <p:spPr bwMode="auto">
          <a:xfrm>
            <a:off x="95885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4" name="Rectangle 2583">
            <a:extLst>
              <a:ext uri="{FF2B5EF4-FFF2-40B4-BE49-F238E27FC236}">
                <a16:creationId xmlns:a16="http://schemas.microsoft.com/office/drawing/2014/main" id="{763702B1-1821-4F6E-BDA0-860F2FBDFF43}"/>
              </a:ext>
            </a:extLst>
          </p:cNvPr>
          <p:cNvSpPr/>
          <p:nvPr>
            <p:custDataLst>
              <p:tags r:id="rId290"/>
            </p:custDataLst>
          </p:nvPr>
        </p:nvSpPr>
        <p:spPr bwMode="auto">
          <a:xfrm>
            <a:off x="96774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5" name="Rectangle 2584">
            <a:extLst>
              <a:ext uri="{FF2B5EF4-FFF2-40B4-BE49-F238E27FC236}">
                <a16:creationId xmlns:a16="http://schemas.microsoft.com/office/drawing/2014/main" id="{9FBDE604-978F-4E92-A749-B351E03834CC}"/>
              </a:ext>
            </a:extLst>
          </p:cNvPr>
          <p:cNvSpPr/>
          <p:nvPr>
            <p:custDataLst>
              <p:tags r:id="rId291"/>
            </p:custDataLst>
          </p:nvPr>
        </p:nvSpPr>
        <p:spPr bwMode="auto">
          <a:xfrm>
            <a:off x="98552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6" name="Rectangle 2585">
            <a:extLst>
              <a:ext uri="{FF2B5EF4-FFF2-40B4-BE49-F238E27FC236}">
                <a16:creationId xmlns:a16="http://schemas.microsoft.com/office/drawing/2014/main" id="{674CB3D0-A72C-49AD-A551-612F7A36E116}"/>
              </a:ext>
            </a:extLst>
          </p:cNvPr>
          <p:cNvSpPr/>
          <p:nvPr>
            <p:custDataLst>
              <p:tags r:id="rId292"/>
            </p:custDataLst>
          </p:nvPr>
        </p:nvSpPr>
        <p:spPr bwMode="auto">
          <a:xfrm>
            <a:off x="100330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7" name="Rectangle 2586">
            <a:extLst>
              <a:ext uri="{FF2B5EF4-FFF2-40B4-BE49-F238E27FC236}">
                <a16:creationId xmlns:a16="http://schemas.microsoft.com/office/drawing/2014/main" id="{84C24AA8-D3FE-4F69-A07E-E176EA28994D}"/>
              </a:ext>
            </a:extLst>
          </p:cNvPr>
          <p:cNvSpPr/>
          <p:nvPr>
            <p:custDataLst>
              <p:tags r:id="rId293"/>
            </p:custDataLst>
          </p:nvPr>
        </p:nvSpPr>
        <p:spPr bwMode="auto">
          <a:xfrm>
            <a:off x="101219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8" name="Rectangle 2587">
            <a:extLst>
              <a:ext uri="{FF2B5EF4-FFF2-40B4-BE49-F238E27FC236}">
                <a16:creationId xmlns:a16="http://schemas.microsoft.com/office/drawing/2014/main" id="{30F39A00-E49F-4945-B9B3-F4419B5FE334}"/>
              </a:ext>
            </a:extLst>
          </p:cNvPr>
          <p:cNvSpPr/>
          <p:nvPr>
            <p:custDataLst>
              <p:tags r:id="rId294"/>
            </p:custDataLst>
          </p:nvPr>
        </p:nvSpPr>
        <p:spPr bwMode="auto">
          <a:xfrm>
            <a:off x="102997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89" name="Rectangle 2588">
            <a:extLst>
              <a:ext uri="{FF2B5EF4-FFF2-40B4-BE49-F238E27FC236}">
                <a16:creationId xmlns:a16="http://schemas.microsoft.com/office/drawing/2014/main" id="{0C4ADC6A-B133-4092-B20C-31AE1981EDE6}"/>
              </a:ext>
            </a:extLst>
          </p:cNvPr>
          <p:cNvSpPr/>
          <p:nvPr>
            <p:custDataLst>
              <p:tags r:id="rId295"/>
            </p:custDataLst>
          </p:nvPr>
        </p:nvSpPr>
        <p:spPr bwMode="auto">
          <a:xfrm>
            <a:off x="103886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0" name="Rectangle 2589">
            <a:extLst>
              <a:ext uri="{FF2B5EF4-FFF2-40B4-BE49-F238E27FC236}">
                <a16:creationId xmlns:a16="http://schemas.microsoft.com/office/drawing/2014/main" id="{A9895FAC-A78F-47FA-BF67-CD18B3D875F7}"/>
              </a:ext>
            </a:extLst>
          </p:cNvPr>
          <p:cNvSpPr/>
          <p:nvPr>
            <p:custDataLst>
              <p:tags r:id="rId296"/>
            </p:custDataLst>
          </p:nvPr>
        </p:nvSpPr>
        <p:spPr bwMode="auto">
          <a:xfrm>
            <a:off x="105664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1" name="Rectangle 2590">
            <a:extLst>
              <a:ext uri="{FF2B5EF4-FFF2-40B4-BE49-F238E27FC236}">
                <a16:creationId xmlns:a16="http://schemas.microsoft.com/office/drawing/2014/main" id="{6A4B58AC-A377-4B40-8E90-FB63F7DAD08E}"/>
              </a:ext>
            </a:extLst>
          </p:cNvPr>
          <p:cNvSpPr/>
          <p:nvPr>
            <p:custDataLst>
              <p:tags r:id="rId297"/>
            </p:custDataLst>
          </p:nvPr>
        </p:nvSpPr>
        <p:spPr bwMode="auto">
          <a:xfrm>
            <a:off x="82550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E46548AC-D20E-4108-A6F6-D65BC5259E99}"/>
              </a:ext>
            </a:extLst>
          </p:cNvPr>
          <p:cNvSpPr/>
          <p:nvPr>
            <p:custDataLst>
              <p:tags r:id="rId298"/>
            </p:custDataLst>
          </p:nvPr>
        </p:nvSpPr>
        <p:spPr bwMode="auto">
          <a:xfrm>
            <a:off x="85217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3" name="Rectangle 2592">
            <a:extLst>
              <a:ext uri="{FF2B5EF4-FFF2-40B4-BE49-F238E27FC236}">
                <a16:creationId xmlns:a16="http://schemas.microsoft.com/office/drawing/2014/main" id="{D09235D2-6D94-47E4-A618-C65C7E2EC547}"/>
              </a:ext>
            </a:extLst>
          </p:cNvPr>
          <p:cNvSpPr/>
          <p:nvPr>
            <p:custDataLst>
              <p:tags r:id="rId299"/>
            </p:custDataLst>
          </p:nvPr>
        </p:nvSpPr>
        <p:spPr bwMode="auto">
          <a:xfrm>
            <a:off x="86106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4" name="Rectangle 2593">
            <a:extLst>
              <a:ext uri="{FF2B5EF4-FFF2-40B4-BE49-F238E27FC236}">
                <a16:creationId xmlns:a16="http://schemas.microsoft.com/office/drawing/2014/main" id="{D1075ADF-8A2A-440A-BEF1-2570870D87E5}"/>
              </a:ext>
            </a:extLst>
          </p:cNvPr>
          <p:cNvSpPr/>
          <p:nvPr>
            <p:custDataLst>
              <p:tags r:id="rId300"/>
            </p:custDataLst>
          </p:nvPr>
        </p:nvSpPr>
        <p:spPr bwMode="auto">
          <a:xfrm>
            <a:off x="88773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5" name="Rectangle 2594">
            <a:extLst>
              <a:ext uri="{FF2B5EF4-FFF2-40B4-BE49-F238E27FC236}">
                <a16:creationId xmlns:a16="http://schemas.microsoft.com/office/drawing/2014/main" id="{E46B9EE2-7237-4A22-BF6A-617BB76B8A25}"/>
              </a:ext>
            </a:extLst>
          </p:cNvPr>
          <p:cNvSpPr/>
          <p:nvPr>
            <p:custDataLst>
              <p:tags r:id="rId301"/>
            </p:custDataLst>
          </p:nvPr>
        </p:nvSpPr>
        <p:spPr bwMode="auto">
          <a:xfrm>
            <a:off x="89662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6" name="Rectangle 2595">
            <a:extLst>
              <a:ext uri="{FF2B5EF4-FFF2-40B4-BE49-F238E27FC236}">
                <a16:creationId xmlns:a16="http://schemas.microsoft.com/office/drawing/2014/main" id="{15631333-D96D-4688-99BB-DD61D6D98DF9}"/>
              </a:ext>
            </a:extLst>
          </p:cNvPr>
          <p:cNvSpPr/>
          <p:nvPr>
            <p:custDataLst>
              <p:tags r:id="rId302"/>
            </p:custDataLst>
          </p:nvPr>
        </p:nvSpPr>
        <p:spPr bwMode="auto">
          <a:xfrm>
            <a:off x="93218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7" name="Rectangle 2596">
            <a:extLst>
              <a:ext uri="{FF2B5EF4-FFF2-40B4-BE49-F238E27FC236}">
                <a16:creationId xmlns:a16="http://schemas.microsoft.com/office/drawing/2014/main" id="{C17B8B38-7369-473F-9373-EBB644A2D69D}"/>
              </a:ext>
            </a:extLst>
          </p:cNvPr>
          <p:cNvSpPr/>
          <p:nvPr>
            <p:custDataLst>
              <p:tags r:id="rId303"/>
            </p:custDataLst>
          </p:nvPr>
        </p:nvSpPr>
        <p:spPr bwMode="auto">
          <a:xfrm>
            <a:off x="94107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8" name="Rectangle 2597">
            <a:extLst>
              <a:ext uri="{FF2B5EF4-FFF2-40B4-BE49-F238E27FC236}">
                <a16:creationId xmlns:a16="http://schemas.microsoft.com/office/drawing/2014/main" id="{F33FAFE8-B176-4E46-BA39-7FEC9C7B9CED}"/>
              </a:ext>
            </a:extLst>
          </p:cNvPr>
          <p:cNvSpPr/>
          <p:nvPr>
            <p:custDataLst>
              <p:tags r:id="rId304"/>
            </p:custDataLst>
          </p:nvPr>
        </p:nvSpPr>
        <p:spPr bwMode="auto">
          <a:xfrm>
            <a:off x="95885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99" name="Rectangle 2598">
            <a:extLst>
              <a:ext uri="{FF2B5EF4-FFF2-40B4-BE49-F238E27FC236}">
                <a16:creationId xmlns:a16="http://schemas.microsoft.com/office/drawing/2014/main" id="{5362786F-C894-4691-97D8-919E7B9248D7}"/>
              </a:ext>
            </a:extLst>
          </p:cNvPr>
          <p:cNvSpPr/>
          <p:nvPr>
            <p:custDataLst>
              <p:tags r:id="rId305"/>
            </p:custDataLst>
          </p:nvPr>
        </p:nvSpPr>
        <p:spPr bwMode="auto">
          <a:xfrm>
            <a:off x="97663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0" name="Rectangle 2599">
            <a:extLst>
              <a:ext uri="{FF2B5EF4-FFF2-40B4-BE49-F238E27FC236}">
                <a16:creationId xmlns:a16="http://schemas.microsoft.com/office/drawing/2014/main" id="{14B6FF56-AF45-4BB5-8440-C41F0FBF9B50}"/>
              </a:ext>
            </a:extLst>
          </p:cNvPr>
          <p:cNvSpPr/>
          <p:nvPr>
            <p:custDataLst>
              <p:tags r:id="rId306"/>
            </p:custDataLst>
          </p:nvPr>
        </p:nvSpPr>
        <p:spPr bwMode="auto">
          <a:xfrm>
            <a:off x="99441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1" name="Rectangle 2600">
            <a:extLst>
              <a:ext uri="{FF2B5EF4-FFF2-40B4-BE49-F238E27FC236}">
                <a16:creationId xmlns:a16="http://schemas.microsoft.com/office/drawing/2014/main" id="{B219499C-02B1-4070-8D72-138B4A920A88}"/>
              </a:ext>
            </a:extLst>
          </p:cNvPr>
          <p:cNvSpPr/>
          <p:nvPr>
            <p:custDataLst>
              <p:tags r:id="rId307"/>
            </p:custDataLst>
          </p:nvPr>
        </p:nvSpPr>
        <p:spPr bwMode="auto">
          <a:xfrm>
            <a:off x="100330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2" name="Rectangle 2601">
            <a:extLst>
              <a:ext uri="{FF2B5EF4-FFF2-40B4-BE49-F238E27FC236}">
                <a16:creationId xmlns:a16="http://schemas.microsoft.com/office/drawing/2014/main" id="{31100C53-4329-40C7-92C1-34A899CD7C65}"/>
              </a:ext>
            </a:extLst>
          </p:cNvPr>
          <p:cNvSpPr/>
          <p:nvPr>
            <p:custDataLst>
              <p:tags r:id="rId308"/>
            </p:custDataLst>
          </p:nvPr>
        </p:nvSpPr>
        <p:spPr bwMode="auto">
          <a:xfrm>
            <a:off x="102997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3" name="Rectangle 2602">
            <a:extLst>
              <a:ext uri="{FF2B5EF4-FFF2-40B4-BE49-F238E27FC236}">
                <a16:creationId xmlns:a16="http://schemas.microsoft.com/office/drawing/2014/main" id="{7D847649-F585-4FA6-841F-5001D51152A6}"/>
              </a:ext>
            </a:extLst>
          </p:cNvPr>
          <p:cNvSpPr/>
          <p:nvPr>
            <p:custDataLst>
              <p:tags r:id="rId309"/>
            </p:custDataLst>
          </p:nvPr>
        </p:nvSpPr>
        <p:spPr bwMode="auto">
          <a:xfrm>
            <a:off x="103886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4" name="Rectangle 2603">
            <a:extLst>
              <a:ext uri="{FF2B5EF4-FFF2-40B4-BE49-F238E27FC236}">
                <a16:creationId xmlns:a16="http://schemas.microsoft.com/office/drawing/2014/main" id="{1736F97E-83C4-4FC8-8D5D-08AB85468006}"/>
              </a:ext>
            </a:extLst>
          </p:cNvPr>
          <p:cNvSpPr/>
          <p:nvPr>
            <p:custDataLst>
              <p:tags r:id="rId310"/>
            </p:custDataLst>
          </p:nvPr>
        </p:nvSpPr>
        <p:spPr bwMode="auto">
          <a:xfrm>
            <a:off x="106553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5" name="Rectangle 2604">
            <a:extLst>
              <a:ext uri="{FF2B5EF4-FFF2-40B4-BE49-F238E27FC236}">
                <a16:creationId xmlns:a16="http://schemas.microsoft.com/office/drawing/2014/main" id="{B26B5AE4-CACB-454F-A57E-F447A38CF523}"/>
              </a:ext>
            </a:extLst>
          </p:cNvPr>
          <p:cNvSpPr/>
          <p:nvPr>
            <p:custDataLst>
              <p:tags r:id="rId311"/>
            </p:custDataLst>
          </p:nvPr>
        </p:nvSpPr>
        <p:spPr bwMode="auto">
          <a:xfrm>
            <a:off x="82550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6" name="Rectangle 2605">
            <a:extLst>
              <a:ext uri="{FF2B5EF4-FFF2-40B4-BE49-F238E27FC236}">
                <a16:creationId xmlns:a16="http://schemas.microsoft.com/office/drawing/2014/main" id="{B35787C2-7377-462F-A8E3-93E93FACD9C8}"/>
              </a:ext>
            </a:extLst>
          </p:cNvPr>
          <p:cNvSpPr/>
          <p:nvPr>
            <p:custDataLst>
              <p:tags r:id="rId312"/>
            </p:custDataLst>
          </p:nvPr>
        </p:nvSpPr>
        <p:spPr bwMode="auto">
          <a:xfrm>
            <a:off x="87884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7" name="Rectangle 2606">
            <a:extLst>
              <a:ext uri="{FF2B5EF4-FFF2-40B4-BE49-F238E27FC236}">
                <a16:creationId xmlns:a16="http://schemas.microsoft.com/office/drawing/2014/main" id="{0C10A224-803B-4F2B-B4A5-C5C8501B9ADF}"/>
              </a:ext>
            </a:extLst>
          </p:cNvPr>
          <p:cNvSpPr/>
          <p:nvPr>
            <p:custDataLst>
              <p:tags r:id="rId313"/>
            </p:custDataLst>
          </p:nvPr>
        </p:nvSpPr>
        <p:spPr bwMode="auto">
          <a:xfrm>
            <a:off x="89662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8" name="Rectangle 2607">
            <a:extLst>
              <a:ext uri="{FF2B5EF4-FFF2-40B4-BE49-F238E27FC236}">
                <a16:creationId xmlns:a16="http://schemas.microsoft.com/office/drawing/2014/main" id="{73786B4F-1C8B-4698-9E98-89319C914C89}"/>
              </a:ext>
            </a:extLst>
          </p:cNvPr>
          <p:cNvSpPr/>
          <p:nvPr>
            <p:custDataLst>
              <p:tags r:id="rId314"/>
            </p:custDataLst>
          </p:nvPr>
        </p:nvSpPr>
        <p:spPr bwMode="auto">
          <a:xfrm>
            <a:off x="92329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09" name="Rectangle 2608">
            <a:extLst>
              <a:ext uri="{FF2B5EF4-FFF2-40B4-BE49-F238E27FC236}">
                <a16:creationId xmlns:a16="http://schemas.microsoft.com/office/drawing/2014/main" id="{2BABA49E-A223-4CC6-91AC-BB3D33C35FCC}"/>
              </a:ext>
            </a:extLst>
          </p:cNvPr>
          <p:cNvSpPr/>
          <p:nvPr>
            <p:custDataLst>
              <p:tags r:id="rId315"/>
            </p:custDataLst>
          </p:nvPr>
        </p:nvSpPr>
        <p:spPr bwMode="auto">
          <a:xfrm>
            <a:off x="93218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0" name="Rectangle 2609">
            <a:extLst>
              <a:ext uri="{FF2B5EF4-FFF2-40B4-BE49-F238E27FC236}">
                <a16:creationId xmlns:a16="http://schemas.microsoft.com/office/drawing/2014/main" id="{4A07FC86-5BF2-40E4-9D1A-4FC96F5742CF}"/>
              </a:ext>
            </a:extLst>
          </p:cNvPr>
          <p:cNvSpPr/>
          <p:nvPr>
            <p:custDataLst>
              <p:tags r:id="rId316"/>
            </p:custDataLst>
          </p:nvPr>
        </p:nvSpPr>
        <p:spPr bwMode="auto">
          <a:xfrm>
            <a:off x="94996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1" name="Rectangle 2610">
            <a:extLst>
              <a:ext uri="{FF2B5EF4-FFF2-40B4-BE49-F238E27FC236}">
                <a16:creationId xmlns:a16="http://schemas.microsoft.com/office/drawing/2014/main" id="{B9B97539-4EE4-4CBF-AE22-EE95B6F8A434}"/>
              </a:ext>
            </a:extLst>
          </p:cNvPr>
          <p:cNvSpPr/>
          <p:nvPr>
            <p:custDataLst>
              <p:tags r:id="rId317"/>
            </p:custDataLst>
          </p:nvPr>
        </p:nvSpPr>
        <p:spPr bwMode="auto">
          <a:xfrm>
            <a:off x="95885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2" name="Rectangle 2611">
            <a:extLst>
              <a:ext uri="{FF2B5EF4-FFF2-40B4-BE49-F238E27FC236}">
                <a16:creationId xmlns:a16="http://schemas.microsoft.com/office/drawing/2014/main" id="{8B0F8742-1697-4002-A2CD-1F6C53F9BDD1}"/>
              </a:ext>
            </a:extLst>
          </p:cNvPr>
          <p:cNvSpPr/>
          <p:nvPr>
            <p:custDataLst>
              <p:tags r:id="rId318"/>
            </p:custDataLst>
          </p:nvPr>
        </p:nvSpPr>
        <p:spPr bwMode="auto">
          <a:xfrm>
            <a:off x="99441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3" name="Rectangle 2612">
            <a:extLst>
              <a:ext uri="{FF2B5EF4-FFF2-40B4-BE49-F238E27FC236}">
                <a16:creationId xmlns:a16="http://schemas.microsoft.com/office/drawing/2014/main" id="{4E3D2D3C-3FEE-4C63-B6EA-5E129FE023EA}"/>
              </a:ext>
            </a:extLst>
          </p:cNvPr>
          <p:cNvSpPr/>
          <p:nvPr>
            <p:custDataLst>
              <p:tags r:id="rId319"/>
            </p:custDataLst>
          </p:nvPr>
        </p:nvSpPr>
        <p:spPr bwMode="auto">
          <a:xfrm>
            <a:off x="100330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4" name="Rectangle 2613">
            <a:extLst>
              <a:ext uri="{FF2B5EF4-FFF2-40B4-BE49-F238E27FC236}">
                <a16:creationId xmlns:a16="http://schemas.microsoft.com/office/drawing/2014/main" id="{B84D2E20-4ACB-4F12-B0E0-D297509E5AE1}"/>
              </a:ext>
            </a:extLst>
          </p:cNvPr>
          <p:cNvSpPr/>
          <p:nvPr>
            <p:custDataLst>
              <p:tags r:id="rId320"/>
            </p:custDataLst>
          </p:nvPr>
        </p:nvSpPr>
        <p:spPr bwMode="auto">
          <a:xfrm>
            <a:off x="101219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5" name="Rectangle 2614">
            <a:extLst>
              <a:ext uri="{FF2B5EF4-FFF2-40B4-BE49-F238E27FC236}">
                <a16:creationId xmlns:a16="http://schemas.microsoft.com/office/drawing/2014/main" id="{81DD4573-E344-4780-802E-07577CD596FC}"/>
              </a:ext>
            </a:extLst>
          </p:cNvPr>
          <p:cNvSpPr/>
          <p:nvPr>
            <p:custDataLst>
              <p:tags r:id="rId321"/>
            </p:custDataLst>
          </p:nvPr>
        </p:nvSpPr>
        <p:spPr bwMode="auto">
          <a:xfrm>
            <a:off x="102108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6" name="Rectangle 2615">
            <a:extLst>
              <a:ext uri="{FF2B5EF4-FFF2-40B4-BE49-F238E27FC236}">
                <a16:creationId xmlns:a16="http://schemas.microsoft.com/office/drawing/2014/main" id="{78754221-3749-4288-B5EB-8167DD2F9359}"/>
              </a:ext>
            </a:extLst>
          </p:cNvPr>
          <p:cNvSpPr/>
          <p:nvPr>
            <p:custDataLst>
              <p:tags r:id="rId322"/>
            </p:custDataLst>
          </p:nvPr>
        </p:nvSpPr>
        <p:spPr bwMode="auto">
          <a:xfrm>
            <a:off x="102997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7" name="Rectangle 2616">
            <a:extLst>
              <a:ext uri="{FF2B5EF4-FFF2-40B4-BE49-F238E27FC236}">
                <a16:creationId xmlns:a16="http://schemas.microsoft.com/office/drawing/2014/main" id="{4FFE4DDE-EBF4-49E6-9B7F-48D0C33FF90F}"/>
              </a:ext>
            </a:extLst>
          </p:cNvPr>
          <p:cNvSpPr/>
          <p:nvPr>
            <p:custDataLst>
              <p:tags r:id="rId323"/>
            </p:custDataLst>
          </p:nvPr>
        </p:nvSpPr>
        <p:spPr bwMode="auto">
          <a:xfrm>
            <a:off x="103886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8" name="Rectangle 2617">
            <a:extLst>
              <a:ext uri="{FF2B5EF4-FFF2-40B4-BE49-F238E27FC236}">
                <a16:creationId xmlns:a16="http://schemas.microsoft.com/office/drawing/2014/main" id="{64EBC1B1-AF41-4E10-A1E1-6C53E6C69F2A}"/>
              </a:ext>
            </a:extLst>
          </p:cNvPr>
          <p:cNvSpPr/>
          <p:nvPr>
            <p:custDataLst>
              <p:tags r:id="rId324"/>
            </p:custDataLst>
          </p:nvPr>
        </p:nvSpPr>
        <p:spPr bwMode="auto">
          <a:xfrm>
            <a:off x="105664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19" name="Rectangle 2618">
            <a:extLst>
              <a:ext uri="{FF2B5EF4-FFF2-40B4-BE49-F238E27FC236}">
                <a16:creationId xmlns:a16="http://schemas.microsoft.com/office/drawing/2014/main" id="{AFEA397F-E817-4A37-AC51-B55CDDF8C562}"/>
              </a:ext>
            </a:extLst>
          </p:cNvPr>
          <p:cNvSpPr/>
          <p:nvPr>
            <p:custDataLst>
              <p:tags r:id="rId325"/>
            </p:custDataLst>
          </p:nvPr>
        </p:nvSpPr>
        <p:spPr bwMode="auto">
          <a:xfrm>
            <a:off x="106553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0" name="Rectangle 2619">
            <a:extLst>
              <a:ext uri="{FF2B5EF4-FFF2-40B4-BE49-F238E27FC236}">
                <a16:creationId xmlns:a16="http://schemas.microsoft.com/office/drawing/2014/main" id="{B42D005B-DA67-4F9E-9405-46FF07886200}"/>
              </a:ext>
            </a:extLst>
          </p:cNvPr>
          <p:cNvSpPr/>
          <p:nvPr>
            <p:custDataLst>
              <p:tags r:id="rId326"/>
            </p:custDataLst>
          </p:nvPr>
        </p:nvSpPr>
        <p:spPr bwMode="auto">
          <a:xfrm>
            <a:off x="107442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1" name="Rectangle 2620">
            <a:extLst>
              <a:ext uri="{FF2B5EF4-FFF2-40B4-BE49-F238E27FC236}">
                <a16:creationId xmlns:a16="http://schemas.microsoft.com/office/drawing/2014/main" id="{DBECBFB3-C043-48A2-87EC-3B54C01ABD72}"/>
              </a:ext>
            </a:extLst>
          </p:cNvPr>
          <p:cNvSpPr/>
          <p:nvPr>
            <p:custDataLst>
              <p:tags r:id="rId327"/>
            </p:custDataLst>
          </p:nvPr>
        </p:nvSpPr>
        <p:spPr bwMode="auto">
          <a:xfrm>
            <a:off x="89662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2" name="Rectangle 2621">
            <a:extLst>
              <a:ext uri="{FF2B5EF4-FFF2-40B4-BE49-F238E27FC236}">
                <a16:creationId xmlns:a16="http://schemas.microsoft.com/office/drawing/2014/main" id="{2D36737D-3196-4B5E-82ED-59FB37C196EE}"/>
              </a:ext>
            </a:extLst>
          </p:cNvPr>
          <p:cNvSpPr/>
          <p:nvPr>
            <p:custDataLst>
              <p:tags r:id="rId328"/>
            </p:custDataLst>
          </p:nvPr>
        </p:nvSpPr>
        <p:spPr bwMode="auto">
          <a:xfrm>
            <a:off x="91440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3" name="Rectangle 2622">
            <a:extLst>
              <a:ext uri="{FF2B5EF4-FFF2-40B4-BE49-F238E27FC236}">
                <a16:creationId xmlns:a16="http://schemas.microsoft.com/office/drawing/2014/main" id="{AEB0EF2D-2CC1-450D-8470-442D2D42EF6D}"/>
              </a:ext>
            </a:extLst>
          </p:cNvPr>
          <p:cNvSpPr/>
          <p:nvPr>
            <p:custDataLst>
              <p:tags r:id="rId329"/>
            </p:custDataLst>
          </p:nvPr>
        </p:nvSpPr>
        <p:spPr bwMode="auto">
          <a:xfrm>
            <a:off x="93218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4" name="Rectangle 2623">
            <a:extLst>
              <a:ext uri="{FF2B5EF4-FFF2-40B4-BE49-F238E27FC236}">
                <a16:creationId xmlns:a16="http://schemas.microsoft.com/office/drawing/2014/main" id="{607EFC64-0F7C-4543-9478-1D933D7D6D98}"/>
              </a:ext>
            </a:extLst>
          </p:cNvPr>
          <p:cNvSpPr/>
          <p:nvPr>
            <p:custDataLst>
              <p:tags r:id="rId330"/>
            </p:custDataLst>
          </p:nvPr>
        </p:nvSpPr>
        <p:spPr bwMode="auto">
          <a:xfrm>
            <a:off x="95885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5" name="Rectangle 2624">
            <a:extLst>
              <a:ext uri="{FF2B5EF4-FFF2-40B4-BE49-F238E27FC236}">
                <a16:creationId xmlns:a16="http://schemas.microsoft.com/office/drawing/2014/main" id="{28CBCA1D-8527-4D5B-8358-F2FE1F8A5361}"/>
              </a:ext>
            </a:extLst>
          </p:cNvPr>
          <p:cNvSpPr/>
          <p:nvPr>
            <p:custDataLst>
              <p:tags r:id="rId331"/>
            </p:custDataLst>
          </p:nvPr>
        </p:nvSpPr>
        <p:spPr bwMode="auto">
          <a:xfrm>
            <a:off x="96774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6" name="Rectangle 2625">
            <a:extLst>
              <a:ext uri="{FF2B5EF4-FFF2-40B4-BE49-F238E27FC236}">
                <a16:creationId xmlns:a16="http://schemas.microsoft.com/office/drawing/2014/main" id="{6F6C1DBD-132B-447D-BEB5-4F20F27DD1EC}"/>
              </a:ext>
            </a:extLst>
          </p:cNvPr>
          <p:cNvSpPr/>
          <p:nvPr>
            <p:custDataLst>
              <p:tags r:id="rId332"/>
            </p:custDataLst>
          </p:nvPr>
        </p:nvSpPr>
        <p:spPr bwMode="auto">
          <a:xfrm>
            <a:off x="98552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7" name="Rectangle 2626">
            <a:extLst>
              <a:ext uri="{FF2B5EF4-FFF2-40B4-BE49-F238E27FC236}">
                <a16:creationId xmlns:a16="http://schemas.microsoft.com/office/drawing/2014/main" id="{A4E33BB4-7D25-46A7-88FA-A7DECD746188}"/>
              </a:ext>
            </a:extLst>
          </p:cNvPr>
          <p:cNvSpPr/>
          <p:nvPr>
            <p:custDataLst>
              <p:tags r:id="rId333"/>
            </p:custDataLst>
          </p:nvPr>
        </p:nvSpPr>
        <p:spPr bwMode="auto">
          <a:xfrm>
            <a:off x="100330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8" name="Rectangle 2627">
            <a:extLst>
              <a:ext uri="{FF2B5EF4-FFF2-40B4-BE49-F238E27FC236}">
                <a16:creationId xmlns:a16="http://schemas.microsoft.com/office/drawing/2014/main" id="{09D90805-5A36-45C3-96A0-A64537BA1CD4}"/>
              </a:ext>
            </a:extLst>
          </p:cNvPr>
          <p:cNvSpPr/>
          <p:nvPr>
            <p:custDataLst>
              <p:tags r:id="rId334"/>
            </p:custDataLst>
          </p:nvPr>
        </p:nvSpPr>
        <p:spPr bwMode="auto">
          <a:xfrm>
            <a:off x="103886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29" name="Rectangle 2628">
            <a:extLst>
              <a:ext uri="{FF2B5EF4-FFF2-40B4-BE49-F238E27FC236}">
                <a16:creationId xmlns:a16="http://schemas.microsoft.com/office/drawing/2014/main" id="{09DD538B-5253-46C1-8BA2-F33EB90E4C86}"/>
              </a:ext>
            </a:extLst>
          </p:cNvPr>
          <p:cNvSpPr/>
          <p:nvPr>
            <p:custDataLst>
              <p:tags r:id="rId335"/>
            </p:custDataLst>
          </p:nvPr>
        </p:nvSpPr>
        <p:spPr bwMode="auto">
          <a:xfrm>
            <a:off x="104775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0" name="Rectangle 2629">
            <a:extLst>
              <a:ext uri="{FF2B5EF4-FFF2-40B4-BE49-F238E27FC236}">
                <a16:creationId xmlns:a16="http://schemas.microsoft.com/office/drawing/2014/main" id="{79307C09-23CF-4259-89EE-D04E43CFC910}"/>
              </a:ext>
            </a:extLst>
          </p:cNvPr>
          <p:cNvSpPr/>
          <p:nvPr>
            <p:custDataLst>
              <p:tags r:id="rId336"/>
            </p:custDataLst>
          </p:nvPr>
        </p:nvSpPr>
        <p:spPr bwMode="auto">
          <a:xfrm>
            <a:off x="105664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1" name="Rectangle 2630">
            <a:extLst>
              <a:ext uri="{FF2B5EF4-FFF2-40B4-BE49-F238E27FC236}">
                <a16:creationId xmlns:a16="http://schemas.microsoft.com/office/drawing/2014/main" id="{CDCB67DD-58E7-4141-B350-C8049B49FC09}"/>
              </a:ext>
            </a:extLst>
          </p:cNvPr>
          <p:cNvSpPr/>
          <p:nvPr>
            <p:custDataLst>
              <p:tags r:id="rId337"/>
            </p:custDataLst>
          </p:nvPr>
        </p:nvSpPr>
        <p:spPr bwMode="auto">
          <a:xfrm>
            <a:off x="106553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2" name="Rectangle 2631">
            <a:extLst>
              <a:ext uri="{FF2B5EF4-FFF2-40B4-BE49-F238E27FC236}">
                <a16:creationId xmlns:a16="http://schemas.microsoft.com/office/drawing/2014/main" id="{CD61A59E-1542-4FA3-AD84-FC4D7FE1573D}"/>
              </a:ext>
            </a:extLst>
          </p:cNvPr>
          <p:cNvSpPr/>
          <p:nvPr>
            <p:custDataLst>
              <p:tags r:id="rId338"/>
            </p:custDataLst>
          </p:nvPr>
        </p:nvSpPr>
        <p:spPr bwMode="auto">
          <a:xfrm>
            <a:off x="107442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3" name="Rectangle 2632">
            <a:extLst>
              <a:ext uri="{FF2B5EF4-FFF2-40B4-BE49-F238E27FC236}">
                <a16:creationId xmlns:a16="http://schemas.microsoft.com/office/drawing/2014/main" id="{F7AE3D87-B1BB-45DF-8684-424E869931A7}"/>
              </a:ext>
            </a:extLst>
          </p:cNvPr>
          <p:cNvSpPr/>
          <p:nvPr>
            <p:custDataLst>
              <p:tags r:id="rId339"/>
            </p:custDataLst>
          </p:nvPr>
        </p:nvSpPr>
        <p:spPr bwMode="auto">
          <a:xfrm>
            <a:off x="82550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4" name="Rectangle 2633">
            <a:extLst>
              <a:ext uri="{FF2B5EF4-FFF2-40B4-BE49-F238E27FC236}">
                <a16:creationId xmlns:a16="http://schemas.microsoft.com/office/drawing/2014/main" id="{FAAA721A-4E3B-475E-8025-5F6AA3B1E478}"/>
              </a:ext>
            </a:extLst>
          </p:cNvPr>
          <p:cNvSpPr/>
          <p:nvPr>
            <p:custDataLst>
              <p:tags r:id="rId340"/>
            </p:custDataLst>
          </p:nvPr>
        </p:nvSpPr>
        <p:spPr bwMode="auto">
          <a:xfrm>
            <a:off x="83439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5" name="Rectangle 2634">
            <a:extLst>
              <a:ext uri="{FF2B5EF4-FFF2-40B4-BE49-F238E27FC236}">
                <a16:creationId xmlns:a16="http://schemas.microsoft.com/office/drawing/2014/main" id="{9A26E89F-FF14-4B7A-8A06-11F6755DF9A9}"/>
              </a:ext>
            </a:extLst>
          </p:cNvPr>
          <p:cNvSpPr/>
          <p:nvPr>
            <p:custDataLst>
              <p:tags r:id="rId341"/>
            </p:custDataLst>
          </p:nvPr>
        </p:nvSpPr>
        <p:spPr bwMode="auto">
          <a:xfrm>
            <a:off x="84328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6" name="Rectangle 2635">
            <a:extLst>
              <a:ext uri="{FF2B5EF4-FFF2-40B4-BE49-F238E27FC236}">
                <a16:creationId xmlns:a16="http://schemas.microsoft.com/office/drawing/2014/main" id="{2D3A9097-EFC5-486C-9D2A-CDEE47F69168}"/>
              </a:ext>
            </a:extLst>
          </p:cNvPr>
          <p:cNvSpPr/>
          <p:nvPr>
            <p:custDataLst>
              <p:tags r:id="rId342"/>
            </p:custDataLst>
          </p:nvPr>
        </p:nvSpPr>
        <p:spPr bwMode="auto">
          <a:xfrm>
            <a:off x="85217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7" name="Rectangle 2636">
            <a:extLst>
              <a:ext uri="{FF2B5EF4-FFF2-40B4-BE49-F238E27FC236}">
                <a16:creationId xmlns:a16="http://schemas.microsoft.com/office/drawing/2014/main" id="{71E6EC91-F278-47B6-9088-B62AD9229318}"/>
              </a:ext>
            </a:extLst>
          </p:cNvPr>
          <p:cNvSpPr/>
          <p:nvPr>
            <p:custDataLst>
              <p:tags r:id="rId343"/>
            </p:custDataLst>
          </p:nvPr>
        </p:nvSpPr>
        <p:spPr bwMode="auto">
          <a:xfrm>
            <a:off x="86106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8" name="Rectangle 2637">
            <a:extLst>
              <a:ext uri="{FF2B5EF4-FFF2-40B4-BE49-F238E27FC236}">
                <a16:creationId xmlns:a16="http://schemas.microsoft.com/office/drawing/2014/main" id="{24CCC1C4-CE24-4185-83DD-815BF3CDDD58}"/>
              </a:ext>
            </a:extLst>
          </p:cNvPr>
          <p:cNvSpPr/>
          <p:nvPr>
            <p:custDataLst>
              <p:tags r:id="rId344"/>
            </p:custDataLst>
          </p:nvPr>
        </p:nvSpPr>
        <p:spPr bwMode="auto">
          <a:xfrm>
            <a:off x="86995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39" name="Rectangle 2638">
            <a:extLst>
              <a:ext uri="{FF2B5EF4-FFF2-40B4-BE49-F238E27FC236}">
                <a16:creationId xmlns:a16="http://schemas.microsoft.com/office/drawing/2014/main" id="{64CF07E4-4EC5-43FA-A60D-17F852476606}"/>
              </a:ext>
            </a:extLst>
          </p:cNvPr>
          <p:cNvSpPr/>
          <p:nvPr>
            <p:custDataLst>
              <p:tags r:id="rId345"/>
            </p:custDataLst>
          </p:nvPr>
        </p:nvSpPr>
        <p:spPr bwMode="auto">
          <a:xfrm>
            <a:off x="87884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0" name="Rectangle 2639">
            <a:extLst>
              <a:ext uri="{FF2B5EF4-FFF2-40B4-BE49-F238E27FC236}">
                <a16:creationId xmlns:a16="http://schemas.microsoft.com/office/drawing/2014/main" id="{03AAB585-F18B-4FF2-B29C-0414D0184E15}"/>
              </a:ext>
            </a:extLst>
          </p:cNvPr>
          <p:cNvSpPr/>
          <p:nvPr>
            <p:custDataLst>
              <p:tags r:id="rId346"/>
            </p:custDataLst>
          </p:nvPr>
        </p:nvSpPr>
        <p:spPr bwMode="auto">
          <a:xfrm>
            <a:off x="90551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1" name="Rectangle 2640">
            <a:extLst>
              <a:ext uri="{FF2B5EF4-FFF2-40B4-BE49-F238E27FC236}">
                <a16:creationId xmlns:a16="http://schemas.microsoft.com/office/drawing/2014/main" id="{06E53326-CCDF-4E67-A59E-B937F6021968}"/>
              </a:ext>
            </a:extLst>
          </p:cNvPr>
          <p:cNvSpPr/>
          <p:nvPr>
            <p:custDataLst>
              <p:tags r:id="rId347"/>
            </p:custDataLst>
          </p:nvPr>
        </p:nvSpPr>
        <p:spPr bwMode="auto">
          <a:xfrm>
            <a:off x="92329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2" name="Rectangle 2641">
            <a:extLst>
              <a:ext uri="{FF2B5EF4-FFF2-40B4-BE49-F238E27FC236}">
                <a16:creationId xmlns:a16="http://schemas.microsoft.com/office/drawing/2014/main" id="{54EF6CCF-6DD5-409C-91F7-DCA363BAB7B7}"/>
              </a:ext>
            </a:extLst>
          </p:cNvPr>
          <p:cNvSpPr/>
          <p:nvPr>
            <p:custDataLst>
              <p:tags r:id="rId348"/>
            </p:custDataLst>
          </p:nvPr>
        </p:nvSpPr>
        <p:spPr bwMode="auto">
          <a:xfrm>
            <a:off x="98552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3" name="Rectangle 2642">
            <a:extLst>
              <a:ext uri="{FF2B5EF4-FFF2-40B4-BE49-F238E27FC236}">
                <a16:creationId xmlns:a16="http://schemas.microsoft.com/office/drawing/2014/main" id="{A28ABDD8-0572-4D0C-B9BE-08CA7D5A3A1F}"/>
              </a:ext>
            </a:extLst>
          </p:cNvPr>
          <p:cNvSpPr/>
          <p:nvPr>
            <p:custDataLst>
              <p:tags r:id="rId349"/>
            </p:custDataLst>
          </p:nvPr>
        </p:nvSpPr>
        <p:spPr bwMode="auto">
          <a:xfrm>
            <a:off x="99441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4" name="Rectangle 2643">
            <a:extLst>
              <a:ext uri="{FF2B5EF4-FFF2-40B4-BE49-F238E27FC236}">
                <a16:creationId xmlns:a16="http://schemas.microsoft.com/office/drawing/2014/main" id="{25CDFFF0-78C0-404E-9516-4D0B72F806EE}"/>
              </a:ext>
            </a:extLst>
          </p:cNvPr>
          <p:cNvSpPr/>
          <p:nvPr>
            <p:custDataLst>
              <p:tags r:id="rId350"/>
            </p:custDataLst>
          </p:nvPr>
        </p:nvSpPr>
        <p:spPr bwMode="auto">
          <a:xfrm>
            <a:off x="100330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5" name="Rectangle 2644">
            <a:extLst>
              <a:ext uri="{FF2B5EF4-FFF2-40B4-BE49-F238E27FC236}">
                <a16:creationId xmlns:a16="http://schemas.microsoft.com/office/drawing/2014/main" id="{DBC94B8E-C119-417D-8329-B92AD841F33E}"/>
              </a:ext>
            </a:extLst>
          </p:cNvPr>
          <p:cNvSpPr/>
          <p:nvPr>
            <p:custDataLst>
              <p:tags r:id="rId351"/>
            </p:custDataLst>
          </p:nvPr>
        </p:nvSpPr>
        <p:spPr bwMode="auto">
          <a:xfrm>
            <a:off x="102108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6" name="Rectangle 2645">
            <a:extLst>
              <a:ext uri="{FF2B5EF4-FFF2-40B4-BE49-F238E27FC236}">
                <a16:creationId xmlns:a16="http://schemas.microsoft.com/office/drawing/2014/main" id="{9EDD5D14-EC54-43DD-8EA4-682E965DCD42}"/>
              </a:ext>
            </a:extLst>
          </p:cNvPr>
          <p:cNvSpPr/>
          <p:nvPr>
            <p:custDataLst>
              <p:tags r:id="rId352"/>
            </p:custDataLst>
          </p:nvPr>
        </p:nvSpPr>
        <p:spPr bwMode="auto">
          <a:xfrm>
            <a:off x="103886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7" name="Rectangle 2646">
            <a:extLst>
              <a:ext uri="{FF2B5EF4-FFF2-40B4-BE49-F238E27FC236}">
                <a16:creationId xmlns:a16="http://schemas.microsoft.com/office/drawing/2014/main" id="{971900C7-B6D5-4E97-9A8F-20673F670EB6}"/>
              </a:ext>
            </a:extLst>
          </p:cNvPr>
          <p:cNvSpPr/>
          <p:nvPr>
            <p:custDataLst>
              <p:tags r:id="rId353"/>
            </p:custDataLst>
          </p:nvPr>
        </p:nvSpPr>
        <p:spPr bwMode="auto">
          <a:xfrm>
            <a:off x="104775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8" name="Rectangle 2647">
            <a:extLst>
              <a:ext uri="{FF2B5EF4-FFF2-40B4-BE49-F238E27FC236}">
                <a16:creationId xmlns:a16="http://schemas.microsoft.com/office/drawing/2014/main" id="{20C194E5-BF09-477B-8E45-A65DBBB97A65}"/>
              </a:ext>
            </a:extLst>
          </p:cNvPr>
          <p:cNvSpPr/>
          <p:nvPr>
            <p:custDataLst>
              <p:tags r:id="rId354"/>
            </p:custDataLst>
          </p:nvPr>
        </p:nvSpPr>
        <p:spPr bwMode="auto">
          <a:xfrm>
            <a:off x="105664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49" name="Rectangle 2648">
            <a:extLst>
              <a:ext uri="{FF2B5EF4-FFF2-40B4-BE49-F238E27FC236}">
                <a16:creationId xmlns:a16="http://schemas.microsoft.com/office/drawing/2014/main" id="{C754FC71-2450-4151-A412-919787332DD3}"/>
              </a:ext>
            </a:extLst>
          </p:cNvPr>
          <p:cNvSpPr/>
          <p:nvPr>
            <p:custDataLst>
              <p:tags r:id="rId355"/>
            </p:custDataLst>
          </p:nvPr>
        </p:nvSpPr>
        <p:spPr bwMode="auto">
          <a:xfrm>
            <a:off x="82550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0" name="Rectangle 2649">
            <a:extLst>
              <a:ext uri="{FF2B5EF4-FFF2-40B4-BE49-F238E27FC236}">
                <a16:creationId xmlns:a16="http://schemas.microsoft.com/office/drawing/2014/main" id="{57DAF8CE-C6AA-4FF1-8D8C-80CA3F26AB38}"/>
              </a:ext>
            </a:extLst>
          </p:cNvPr>
          <p:cNvSpPr/>
          <p:nvPr>
            <p:custDataLst>
              <p:tags r:id="rId356"/>
            </p:custDataLst>
          </p:nvPr>
        </p:nvSpPr>
        <p:spPr bwMode="auto">
          <a:xfrm>
            <a:off x="87884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1" name="Rectangle 2650">
            <a:extLst>
              <a:ext uri="{FF2B5EF4-FFF2-40B4-BE49-F238E27FC236}">
                <a16:creationId xmlns:a16="http://schemas.microsoft.com/office/drawing/2014/main" id="{ED101027-8F89-4C13-86E3-9DAACF829B07}"/>
              </a:ext>
            </a:extLst>
          </p:cNvPr>
          <p:cNvSpPr/>
          <p:nvPr>
            <p:custDataLst>
              <p:tags r:id="rId357"/>
            </p:custDataLst>
          </p:nvPr>
        </p:nvSpPr>
        <p:spPr bwMode="auto">
          <a:xfrm>
            <a:off x="89662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2" name="Rectangle 2651">
            <a:extLst>
              <a:ext uri="{FF2B5EF4-FFF2-40B4-BE49-F238E27FC236}">
                <a16:creationId xmlns:a16="http://schemas.microsoft.com/office/drawing/2014/main" id="{1A61F4F8-0823-4BDF-AFF2-53D229461BD8}"/>
              </a:ext>
            </a:extLst>
          </p:cNvPr>
          <p:cNvSpPr/>
          <p:nvPr>
            <p:custDataLst>
              <p:tags r:id="rId358"/>
            </p:custDataLst>
          </p:nvPr>
        </p:nvSpPr>
        <p:spPr bwMode="auto">
          <a:xfrm>
            <a:off x="91440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3" name="Rectangle 2652">
            <a:extLst>
              <a:ext uri="{FF2B5EF4-FFF2-40B4-BE49-F238E27FC236}">
                <a16:creationId xmlns:a16="http://schemas.microsoft.com/office/drawing/2014/main" id="{EBFDA7C3-BF5B-443D-9E48-CF1597EA28AE}"/>
              </a:ext>
            </a:extLst>
          </p:cNvPr>
          <p:cNvSpPr/>
          <p:nvPr>
            <p:custDataLst>
              <p:tags r:id="rId359"/>
            </p:custDataLst>
          </p:nvPr>
        </p:nvSpPr>
        <p:spPr bwMode="auto">
          <a:xfrm>
            <a:off x="93218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4" name="Rectangle 2653">
            <a:extLst>
              <a:ext uri="{FF2B5EF4-FFF2-40B4-BE49-F238E27FC236}">
                <a16:creationId xmlns:a16="http://schemas.microsoft.com/office/drawing/2014/main" id="{CC5FD7E3-2573-41E3-BC13-2119F6F4A5DE}"/>
              </a:ext>
            </a:extLst>
          </p:cNvPr>
          <p:cNvSpPr/>
          <p:nvPr>
            <p:custDataLst>
              <p:tags r:id="rId360"/>
            </p:custDataLst>
          </p:nvPr>
        </p:nvSpPr>
        <p:spPr bwMode="auto">
          <a:xfrm>
            <a:off x="94996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5" name="Rectangle 2654">
            <a:extLst>
              <a:ext uri="{FF2B5EF4-FFF2-40B4-BE49-F238E27FC236}">
                <a16:creationId xmlns:a16="http://schemas.microsoft.com/office/drawing/2014/main" id="{20269705-BD3F-41B3-B03E-50EC711F91E8}"/>
              </a:ext>
            </a:extLst>
          </p:cNvPr>
          <p:cNvSpPr/>
          <p:nvPr>
            <p:custDataLst>
              <p:tags r:id="rId361"/>
            </p:custDataLst>
          </p:nvPr>
        </p:nvSpPr>
        <p:spPr bwMode="auto">
          <a:xfrm>
            <a:off x="96774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6" name="Rectangle 2655">
            <a:extLst>
              <a:ext uri="{FF2B5EF4-FFF2-40B4-BE49-F238E27FC236}">
                <a16:creationId xmlns:a16="http://schemas.microsoft.com/office/drawing/2014/main" id="{47214C36-0E5D-493E-9FF8-D5E03774CFA1}"/>
              </a:ext>
            </a:extLst>
          </p:cNvPr>
          <p:cNvSpPr/>
          <p:nvPr>
            <p:custDataLst>
              <p:tags r:id="rId362"/>
            </p:custDataLst>
          </p:nvPr>
        </p:nvSpPr>
        <p:spPr bwMode="auto">
          <a:xfrm>
            <a:off x="98552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7" name="Rectangle 2656">
            <a:extLst>
              <a:ext uri="{FF2B5EF4-FFF2-40B4-BE49-F238E27FC236}">
                <a16:creationId xmlns:a16="http://schemas.microsoft.com/office/drawing/2014/main" id="{51FCEA49-423B-4A8D-BAFA-23B726E1B0B7}"/>
              </a:ext>
            </a:extLst>
          </p:cNvPr>
          <p:cNvSpPr/>
          <p:nvPr>
            <p:custDataLst>
              <p:tags r:id="rId363"/>
            </p:custDataLst>
          </p:nvPr>
        </p:nvSpPr>
        <p:spPr bwMode="auto">
          <a:xfrm>
            <a:off x="100330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8" name="Rectangle 2657">
            <a:extLst>
              <a:ext uri="{FF2B5EF4-FFF2-40B4-BE49-F238E27FC236}">
                <a16:creationId xmlns:a16="http://schemas.microsoft.com/office/drawing/2014/main" id="{E840903E-E8E8-485D-A360-0D472C3E6B0C}"/>
              </a:ext>
            </a:extLst>
          </p:cNvPr>
          <p:cNvSpPr/>
          <p:nvPr>
            <p:custDataLst>
              <p:tags r:id="rId364"/>
            </p:custDataLst>
          </p:nvPr>
        </p:nvSpPr>
        <p:spPr bwMode="auto">
          <a:xfrm>
            <a:off x="103886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59" name="Rectangle 2658">
            <a:extLst>
              <a:ext uri="{FF2B5EF4-FFF2-40B4-BE49-F238E27FC236}">
                <a16:creationId xmlns:a16="http://schemas.microsoft.com/office/drawing/2014/main" id="{4543AD1B-3617-44E3-BA11-8D17AB8BA2B1}"/>
              </a:ext>
            </a:extLst>
          </p:cNvPr>
          <p:cNvSpPr/>
          <p:nvPr>
            <p:custDataLst>
              <p:tags r:id="rId365"/>
            </p:custDataLst>
          </p:nvPr>
        </p:nvSpPr>
        <p:spPr bwMode="auto">
          <a:xfrm>
            <a:off x="106553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0" name="Rectangle 2659">
            <a:extLst>
              <a:ext uri="{FF2B5EF4-FFF2-40B4-BE49-F238E27FC236}">
                <a16:creationId xmlns:a16="http://schemas.microsoft.com/office/drawing/2014/main" id="{C0FB77BC-98B9-4E02-9AB3-95849A23C7B1}"/>
              </a:ext>
            </a:extLst>
          </p:cNvPr>
          <p:cNvSpPr/>
          <p:nvPr>
            <p:custDataLst>
              <p:tags r:id="rId366"/>
            </p:custDataLst>
          </p:nvPr>
        </p:nvSpPr>
        <p:spPr bwMode="auto">
          <a:xfrm>
            <a:off x="107442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1" name="Rectangle 2660">
            <a:extLst>
              <a:ext uri="{FF2B5EF4-FFF2-40B4-BE49-F238E27FC236}">
                <a16:creationId xmlns:a16="http://schemas.microsoft.com/office/drawing/2014/main" id="{913A1AD3-DB18-4047-B1E9-DD0C9F61BCD7}"/>
              </a:ext>
            </a:extLst>
          </p:cNvPr>
          <p:cNvSpPr/>
          <p:nvPr>
            <p:custDataLst>
              <p:tags r:id="rId367"/>
            </p:custDataLst>
          </p:nvPr>
        </p:nvSpPr>
        <p:spPr bwMode="auto">
          <a:xfrm>
            <a:off x="82550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2" name="Rectangle 2661">
            <a:extLst>
              <a:ext uri="{FF2B5EF4-FFF2-40B4-BE49-F238E27FC236}">
                <a16:creationId xmlns:a16="http://schemas.microsoft.com/office/drawing/2014/main" id="{B74D427F-2907-4829-A9FD-E5C8B0FF2B2E}"/>
              </a:ext>
            </a:extLst>
          </p:cNvPr>
          <p:cNvSpPr/>
          <p:nvPr>
            <p:custDataLst>
              <p:tags r:id="rId368"/>
            </p:custDataLst>
          </p:nvPr>
        </p:nvSpPr>
        <p:spPr bwMode="auto">
          <a:xfrm>
            <a:off x="84328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3" name="Rectangle 2662">
            <a:extLst>
              <a:ext uri="{FF2B5EF4-FFF2-40B4-BE49-F238E27FC236}">
                <a16:creationId xmlns:a16="http://schemas.microsoft.com/office/drawing/2014/main" id="{76154EF7-5D63-4B27-9758-413F1CEEFFE9}"/>
              </a:ext>
            </a:extLst>
          </p:cNvPr>
          <p:cNvSpPr/>
          <p:nvPr>
            <p:custDataLst>
              <p:tags r:id="rId369"/>
            </p:custDataLst>
          </p:nvPr>
        </p:nvSpPr>
        <p:spPr bwMode="auto">
          <a:xfrm>
            <a:off x="85217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4" name="Rectangle 2663">
            <a:extLst>
              <a:ext uri="{FF2B5EF4-FFF2-40B4-BE49-F238E27FC236}">
                <a16:creationId xmlns:a16="http://schemas.microsoft.com/office/drawing/2014/main" id="{8A51B9AB-7814-4B61-AB8C-56372C45E34B}"/>
              </a:ext>
            </a:extLst>
          </p:cNvPr>
          <p:cNvSpPr/>
          <p:nvPr>
            <p:custDataLst>
              <p:tags r:id="rId370"/>
            </p:custDataLst>
          </p:nvPr>
        </p:nvSpPr>
        <p:spPr bwMode="auto">
          <a:xfrm>
            <a:off x="86106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5" name="Rectangle 2664">
            <a:extLst>
              <a:ext uri="{FF2B5EF4-FFF2-40B4-BE49-F238E27FC236}">
                <a16:creationId xmlns:a16="http://schemas.microsoft.com/office/drawing/2014/main" id="{FD3F079C-3AD7-4BD9-A0AB-81582B4D04D5}"/>
              </a:ext>
            </a:extLst>
          </p:cNvPr>
          <p:cNvSpPr/>
          <p:nvPr>
            <p:custDataLst>
              <p:tags r:id="rId371"/>
            </p:custDataLst>
          </p:nvPr>
        </p:nvSpPr>
        <p:spPr bwMode="auto">
          <a:xfrm>
            <a:off x="87884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6" name="Rectangle 2665">
            <a:extLst>
              <a:ext uri="{FF2B5EF4-FFF2-40B4-BE49-F238E27FC236}">
                <a16:creationId xmlns:a16="http://schemas.microsoft.com/office/drawing/2014/main" id="{62E089AA-DB7A-4A39-9326-50A928B29F05}"/>
              </a:ext>
            </a:extLst>
          </p:cNvPr>
          <p:cNvSpPr/>
          <p:nvPr>
            <p:custDataLst>
              <p:tags r:id="rId372"/>
            </p:custDataLst>
          </p:nvPr>
        </p:nvSpPr>
        <p:spPr bwMode="auto">
          <a:xfrm>
            <a:off x="89662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7" name="Rectangle 2666">
            <a:extLst>
              <a:ext uri="{FF2B5EF4-FFF2-40B4-BE49-F238E27FC236}">
                <a16:creationId xmlns:a16="http://schemas.microsoft.com/office/drawing/2014/main" id="{43BD1E58-FB5F-4911-9091-86B9DD9981DA}"/>
              </a:ext>
            </a:extLst>
          </p:cNvPr>
          <p:cNvSpPr/>
          <p:nvPr>
            <p:custDataLst>
              <p:tags r:id="rId373"/>
            </p:custDataLst>
          </p:nvPr>
        </p:nvSpPr>
        <p:spPr bwMode="auto">
          <a:xfrm>
            <a:off x="91440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8" name="Rectangle 2667">
            <a:extLst>
              <a:ext uri="{FF2B5EF4-FFF2-40B4-BE49-F238E27FC236}">
                <a16:creationId xmlns:a16="http://schemas.microsoft.com/office/drawing/2014/main" id="{DDAA00A1-9D2F-4AFC-B188-F772EEAEE05D}"/>
              </a:ext>
            </a:extLst>
          </p:cNvPr>
          <p:cNvSpPr/>
          <p:nvPr>
            <p:custDataLst>
              <p:tags r:id="rId374"/>
            </p:custDataLst>
          </p:nvPr>
        </p:nvSpPr>
        <p:spPr bwMode="auto">
          <a:xfrm>
            <a:off x="93218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69" name="Rectangle 2668">
            <a:extLst>
              <a:ext uri="{FF2B5EF4-FFF2-40B4-BE49-F238E27FC236}">
                <a16:creationId xmlns:a16="http://schemas.microsoft.com/office/drawing/2014/main" id="{D6DF3586-E935-4C0C-B943-9F43C5B177CA}"/>
              </a:ext>
            </a:extLst>
          </p:cNvPr>
          <p:cNvSpPr/>
          <p:nvPr>
            <p:custDataLst>
              <p:tags r:id="rId375"/>
            </p:custDataLst>
          </p:nvPr>
        </p:nvSpPr>
        <p:spPr bwMode="auto">
          <a:xfrm>
            <a:off x="96774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0" name="Rectangle 2669">
            <a:extLst>
              <a:ext uri="{FF2B5EF4-FFF2-40B4-BE49-F238E27FC236}">
                <a16:creationId xmlns:a16="http://schemas.microsoft.com/office/drawing/2014/main" id="{08CED670-6C5F-4F3C-B9A4-86E20D9DE21C}"/>
              </a:ext>
            </a:extLst>
          </p:cNvPr>
          <p:cNvSpPr/>
          <p:nvPr>
            <p:custDataLst>
              <p:tags r:id="rId376"/>
            </p:custDataLst>
          </p:nvPr>
        </p:nvSpPr>
        <p:spPr bwMode="auto">
          <a:xfrm>
            <a:off x="98552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1" name="Rectangle 2670">
            <a:extLst>
              <a:ext uri="{FF2B5EF4-FFF2-40B4-BE49-F238E27FC236}">
                <a16:creationId xmlns:a16="http://schemas.microsoft.com/office/drawing/2014/main" id="{C6147DA2-8BAE-4518-A008-1AA8487EB96E}"/>
              </a:ext>
            </a:extLst>
          </p:cNvPr>
          <p:cNvSpPr/>
          <p:nvPr>
            <p:custDataLst>
              <p:tags r:id="rId377"/>
            </p:custDataLst>
          </p:nvPr>
        </p:nvSpPr>
        <p:spPr bwMode="auto">
          <a:xfrm>
            <a:off x="100330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2" name="Rectangle 2671">
            <a:extLst>
              <a:ext uri="{FF2B5EF4-FFF2-40B4-BE49-F238E27FC236}">
                <a16:creationId xmlns:a16="http://schemas.microsoft.com/office/drawing/2014/main" id="{B8AC72B7-47EC-49CA-A5F0-421DC544CA12}"/>
              </a:ext>
            </a:extLst>
          </p:cNvPr>
          <p:cNvSpPr/>
          <p:nvPr>
            <p:custDataLst>
              <p:tags r:id="rId378"/>
            </p:custDataLst>
          </p:nvPr>
        </p:nvSpPr>
        <p:spPr bwMode="auto">
          <a:xfrm>
            <a:off x="101219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3" name="Rectangle 2672">
            <a:extLst>
              <a:ext uri="{FF2B5EF4-FFF2-40B4-BE49-F238E27FC236}">
                <a16:creationId xmlns:a16="http://schemas.microsoft.com/office/drawing/2014/main" id="{2D912013-A312-428F-A7EF-C4D6B162A456}"/>
              </a:ext>
            </a:extLst>
          </p:cNvPr>
          <p:cNvSpPr/>
          <p:nvPr>
            <p:custDataLst>
              <p:tags r:id="rId379"/>
            </p:custDataLst>
          </p:nvPr>
        </p:nvSpPr>
        <p:spPr bwMode="auto">
          <a:xfrm>
            <a:off x="102108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4" name="Rectangle 2673">
            <a:extLst>
              <a:ext uri="{FF2B5EF4-FFF2-40B4-BE49-F238E27FC236}">
                <a16:creationId xmlns:a16="http://schemas.microsoft.com/office/drawing/2014/main" id="{67BAB678-C9BD-4AA9-817C-CAF3825C6050}"/>
              </a:ext>
            </a:extLst>
          </p:cNvPr>
          <p:cNvSpPr/>
          <p:nvPr>
            <p:custDataLst>
              <p:tags r:id="rId380"/>
            </p:custDataLst>
          </p:nvPr>
        </p:nvSpPr>
        <p:spPr bwMode="auto">
          <a:xfrm>
            <a:off x="102997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5" name="Rectangle 2674">
            <a:extLst>
              <a:ext uri="{FF2B5EF4-FFF2-40B4-BE49-F238E27FC236}">
                <a16:creationId xmlns:a16="http://schemas.microsoft.com/office/drawing/2014/main" id="{5A03D53D-2999-4C00-AC6F-2BA30D8A0B10}"/>
              </a:ext>
            </a:extLst>
          </p:cNvPr>
          <p:cNvSpPr/>
          <p:nvPr>
            <p:custDataLst>
              <p:tags r:id="rId381"/>
            </p:custDataLst>
          </p:nvPr>
        </p:nvSpPr>
        <p:spPr bwMode="auto">
          <a:xfrm>
            <a:off x="103886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6" name="Rectangle 2675">
            <a:extLst>
              <a:ext uri="{FF2B5EF4-FFF2-40B4-BE49-F238E27FC236}">
                <a16:creationId xmlns:a16="http://schemas.microsoft.com/office/drawing/2014/main" id="{F5732B65-50A3-4499-977C-6950DF9B6C59}"/>
              </a:ext>
            </a:extLst>
          </p:cNvPr>
          <p:cNvSpPr/>
          <p:nvPr>
            <p:custDataLst>
              <p:tags r:id="rId382"/>
            </p:custDataLst>
          </p:nvPr>
        </p:nvSpPr>
        <p:spPr bwMode="auto">
          <a:xfrm>
            <a:off x="105664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7" name="Rectangle 2676">
            <a:extLst>
              <a:ext uri="{FF2B5EF4-FFF2-40B4-BE49-F238E27FC236}">
                <a16:creationId xmlns:a16="http://schemas.microsoft.com/office/drawing/2014/main" id="{AC46691B-B3A7-4F72-BD41-D71D4DF35D33}"/>
              </a:ext>
            </a:extLst>
          </p:cNvPr>
          <p:cNvSpPr/>
          <p:nvPr>
            <p:custDataLst>
              <p:tags r:id="rId383"/>
            </p:custDataLst>
          </p:nvPr>
        </p:nvSpPr>
        <p:spPr bwMode="auto">
          <a:xfrm>
            <a:off x="82550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8" name="Rectangle 2677">
            <a:extLst>
              <a:ext uri="{FF2B5EF4-FFF2-40B4-BE49-F238E27FC236}">
                <a16:creationId xmlns:a16="http://schemas.microsoft.com/office/drawing/2014/main" id="{9BE80BB8-BB16-4396-BCF9-B31BE8697BA6}"/>
              </a:ext>
            </a:extLst>
          </p:cNvPr>
          <p:cNvSpPr/>
          <p:nvPr>
            <p:custDataLst>
              <p:tags r:id="rId384"/>
            </p:custDataLst>
          </p:nvPr>
        </p:nvSpPr>
        <p:spPr bwMode="auto">
          <a:xfrm>
            <a:off x="84328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79" name="Rectangle 2678">
            <a:extLst>
              <a:ext uri="{FF2B5EF4-FFF2-40B4-BE49-F238E27FC236}">
                <a16:creationId xmlns:a16="http://schemas.microsoft.com/office/drawing/2014/main" id="{0675A28D-109F-4E97-A06F-A43174395E57}"/>
              </a:ext>
            </a:extLst>
          </p:cNvPr>
          <p:cNvSpPr/>
          <p:nvPr>
            <p:custDataLst>
              <p:tags r:id="rId385"/>
            </p:custDataLst>
          </p:nvPr>
        </p:nvSpPr>
        <p:spPr bwMode="auto">
          <a:xfrm>
            <a:off x="85217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0" name="Rectangle 2679">
            <a:extLst>
              <a:ext uri="{FF2B5EF4-FFF2-40B4-BE49-F238E27FC236}">
                <a16:creationId xmlns:a16="http://schemas.microsoft.com/office/drawing/2014/main" id="{7C05E544-D761-4713-B8E2-52F4A1A11A54}"/>
              </a:ext>
            </a:extLst>
          </p:cNvPr>
          <p:cNvSpPr/>
          <p:nvPr>
            <p:custDataLst>
              <p:tags r:id="rId386"/>
            </p:custDataLst>
          </p:nvPr>
        </p:nvSpPr>
        <p:spPr bwMode="auto">
          <a:xfrm>
            <a:off x="86106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1" name="Rectangle 2680">
            <a:extLst>
              <a:ext uri="{FF2B5EF4-FFF2-40B4-BE49-F238E27FC236}">
                <a16:creationId xmlns:a16="http://schemas.microsoft.com/office/drawing/2014/main" id="{0092AFE9-AADA-47F4-8EB9-451A2DDB16C4}"/>
              </a:ext>
            </a:extLst>
          </p:cNvPr>
          <p:cNvSpPr/>
          <p:nvPr>
            <p:custDataLst>
              <p:tags r:id="rId387"/>
            </p:custDataLst>
          </p:nvPr>
        </p:nvSpPr>
        <p:spPr bwMode="auto">
          <a:xfrm>
            <a:off x="87884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2" name="Rectangle 2681">
            <a:extLst>
              <a:ext uri="{FF2B5EF4-FFF2-40B4-BE49-F238E27FC236}">
                <a16:creationId xmlns:a16="http://schemas.microsoft.com/office/drawing/2014/main" id="{60E0823E-D3BC-4D86-A2E4-27B3C9890DE6}"/>
              </a:ext>
            </a:extLst>
          </p:cNvPr>
          <p:cNvSpPr/>
          <p:nvPr>
            <p:custDataLst>
              <p:tags r:id="rId388"/>
            </p:custDataLst>
          </p:nvPr>
        </p:nvSpPr>
        <p:spPr bwMode="auto">
          <a:xfrm>
            <a:off x="89662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3" name="Rectangle 2682">
            <a:extLst>
              <a:ext uri="{FF2B5EF4-FFF2-40B4-BE49-F238E27FC236}">
                <a16:creationId xmlns:a16="http://schemas.microsoft.com/office/drawing/2014/main" id="{F8CD98DE-A6CD-4A0E-8AE0-DB51D52B00D5}"/>
              </a:ext>
            </a:extLst>
          </p:cNvPr>
          <p:cNvSpPr/>
          <p:nvPr>
            <p:custDataLst>
              <p:tags r:id="rId389"/>
            </p:custDataLst>
          </p:nvPr>
        </p:nvSpPr>
        <p:spPr bwMode="auto">
          <a:xfrm>
            <a:off x="91440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4" name="Rectangle 2683">
            <a:extLst>
              <a:ext uri="{FF2B5EF4-FFF2-40B4-BE49-F238E27FC236}">
                <a16:creationId xmlns:a16="http://schemas.microsoft.com/office/drawing/2014/main" id="{6481051D-62D4-495F-8DDF-F0EF747FE03F}"/>
              </a:ext>
            </a:extLst>
          </p:cNvPr>
          <p:cNvSpPr/>
          <p:nvPr>
            <p:custDataLst>
              <p:tags r:id="rId390"/>
            </p:custDataLst>
          </p:nvPr>
        </p:nvSpPr>
        <p:spPr bwMode="auto">
          <a:xfrm>
            <a:off x="94107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5" name="Rectangle 2684">
            <a:extLst>
              <a:ext uri="{FF2B5EF4-FFF2-40B4-BE49-F238E27FC236}">
                <a16:creationId xmlns:a16="http://schemas.microsoft.com/office/drawing/2014/main" id="{E1B94C2F-A249-40BE-89EE-F5FBB09DED96}"/>
              </a:ext>
            </a:extLst>
          </p:cNvPr>
          <p:cNvSpPr/>
          <p:nvPr>
            <p:custDataLst>
              <p:tags r:id="rId391"/>
            </p:custDataLst>
          </p:nvPr>
        </p:nvSpPr>
        <p:spPr bwMode="auto">
          <a:xfrm>
            <a:off x="94996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6" name="Rectangle 2685">
            <a:extLst>
              <a:ext uri="{FF2B5EF4-FFF2-40B4-BE49-F238E27FC236}">
                <a16:creationId xmlns:a16="http://schemas.microsoft.com/office/drawing/2014/main" id="{F178DDA9-AFC8-4071-AAE1-8DA4FF4D901B}"/>
              </a:ext>
            </a:extLst>
          </p:cNvPr>
          <p:cNvSpPr/>
          <p:nvPr>
            <p:custDataLst>
              <p:tags r:id="rId392"/>
            </p:custDataLst>
          </p:nvPr>
        </p:nvSpPr>
        <p:spPr bwMode="auto">
          <a:xfrm>
            <a:off x="95885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7" name="Rectangle 2686">
            <a:extLst>
              <a:ext uri="{FF2B5EF4-FFF2-40B4-BE49-F238E27FC236}">
                <a16:creationId xmlns:a16="http://schemas.microsoft.com/office/drawing/2014/main" id="{860FFB88-DDDD-4D7D-A809-47C860A9CC7B}"/>
              </a:ext>
            </a:extLst>
          </p:cNvPr>
          <p:cNvSpPr/>
          <p:nvPr>
            <p:custDataLst>
              <p:tags r:id="rId393"/>
            </p:custDataLst>
          </p:nvPr>
        </p:nvSpPr>
        <p:spPr bwMode="auto">
          <a:xfrm>
            <a:off x="97663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8" name="Rectangle 2687">
            <a:extLst>
              <a:ext uri="{FF2B5EF4-FFF2-40B4-BE49-F238E27FC236}">
                <a16:creationId xmlns:a16="http://schemas.microsoft.com/office/drawing/2014/main" id="{75925520-6058-46BF-83F0-6BA7112A70A1}"/>
              </a:ext>
            </a:extLst>
          </p:cNvPr>
          <p:cNvSpPr/>
          <p:nvPr>
            <p:custDataLst>
              <p:tags r:id="rId394"/>
            </p:custDataLst>
          </p:nvPr>
        </p:nvSpPr>
        <p:spPr bwMode="auto">
          <a:xfrm>
            <a:off x="98552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89" name="Rectangle 2688">
            <a:extLst>
              <a:ext uri="{FF2B5EF4-FFF2-40B4-BE49-F238E27FC236}">
                <a16:creationId xmlns:a16="http://schemas.microsoft.com/office/drawing/2014/main" id="{F91E3609-FD72-4FF5-9ECA-81904199F810}"/>
              </a:ext>
            </a:extLst>
          </p:cNvPr>
          <p:cNvSpPr/>
          <p:nvPr>
            <p:custDataLst>
              <p:tags r:id="rId395"/>
            </p:custDataLst>
          </p:nvPr>
        </p:nvSpPr>
        <p:spPr bwMode="auto">
          <a:xfrm>
            <a:off x="104775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0" name="Rectangle 2689">
            <a:extLst>
              <a:ext uri="{FF2B5EF4-FFF2-40B4-BE49-F238E27FC236}">
                <a16:creationId xmlns:a16="http://schemas.microsoft.com/office/drawing/2014/main" id="{BEB404E2-0A59-437C-B954-D1936419964A}"/>
              </a:ext>
            </a:extLst>
          </p:cNvPr>
          <p:cNvSpPr/>
          <p:nvPr>
            <p:custDataLst>
              <p:tags r:id="rId396"/>
            </p:custDataLst>
          </p:nvPr>
        </p:nvSpPr>
        <p:spPr bwMode="auto">
          <a:xfrm>
            <a:off x="105664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77FDBB8-992B-4DAC-955B-8845C3CDE89E}"/>
              </a:ext>
            </a:extLst>
          </p:cNvPr>
          <p:cNvSpPr/>
          <p:nvPr>
            <p:custDataLst>
              <p:tags r:id="rId397"/>
            </p:custDataLst>
          </p:nvPr>
        </p:nvSpPr>
        <p:spPr bwMode="auto">
          <a:xfrm>
            <a:off x="82550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2" name="Rectangle 2691">
            <a:extLst>
              <a:ext uri="{FF2B5EF4-FFF2-40B4-BE49-F238E27FC236}">
                <a16:creationId xmlns:a16="http://schemas.microsoft.com/office/drawing/2014/main" id="{24D42B7F-AA75-4FE3-BA7F-9AB3D2599301}"/>
              </a:ext>
            </a:extLst>
          </p:cNvPr>
          <p:cNvSpPr/>
          <p:nvPr>
            <p:custDataLst>
              <p:tags r:id="rId398"/>
            </p:custDataLst>
          </p:nvPr>
        </p:nvSpPr>
        <p:spPr bwMode="auto">
          <a:xfrm>
            <a:off x="84328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3" name="Rectangle 2692">
            <a:extLst>
              <a:ext uri="{FF2B5EF4-FFF2-40B4-BE49-F238E27FC236}">
                <a16:creationId xmlns:a16="http://schemas.microsoft.com/office/drawing/2014/main" id="{B9F7AC76-35AC-422F-8688-78B050065F4A}"/>
              </a:ext>
            </a:extLst>
          </p:cNvPr>
          <p:cNvSpPr/>
          <p:nvPr>
            <p:custDataLst>
              <p:tags r:id="rId399"/>
            </p:custDataLst>
          </p:nvPr>
        </p:nvSpPr>
        <p:spPr bwMode="auto">
          <a:xfrm>
            <a:off x="85217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4" name="Rectangle 2693">
            <a:extLst>
              <a:ext uri="{FF2B5EF4-FFF2-40B4-BE49-F238E27FC236}">
                <a16:creationId xmlns:a16="http://schemas.microsoft.com/office/drawing/2014/main" id="{998DE4B6-A264-413C-84C3-8A25A05B492C}"/>
              </a:ext>
            </a:extLst>
          </p:cNvPr>
          <p:cNvSpPr/>
          <p:nvPr>
            <p:custDataLst>
              <p:tags r:id="rId400"/>
            </p:custDataLst>
          </p:nvPr>
        </p:nvSpPr>
        <p:spPr bwMode="auto">
          <a:xfrm>
            <a:off x="86106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5" name="Rectangle 2694">
            <a:extLst>
              <a:ext uri="{FF2B5EF4-FFF2-40B4-BE49-F238E27FC236}">
                <a16:creationId xmlns:a16="http://schemas.microsoft.com/office/drawing/2014/main" id="{2746291C-4091-4698-B3A0-D09B633AFC0C}"/>
              </a:ext>
            </a:extLst>
          </p:cNvPr>
          <p:cNvSpPr/>
          <p:nvPr>
            <p:custDataLst>
              <p:tags r:id="rId401"/>
            </p:custDataLst>
          </p:nvPr>
        </p:nvSpPr>
        <p:spPr bwMode="auto">
          <a:xfrm>
            <a:off x="87884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6" name="Rectangle 2695">
            <a:extLst>
              <a:ext uri="{FF2B5EF4-FFF2-40B4-BE49-F238E27FC236}">
                <a16:creationId xmlns:a16="http://schemas.microsoft.com/office/drawing/2014/main" id="{B99DD459-DECC-4A66-A565-15CBA9787CC1}"/>
              </a:ext>
            </a:extLst>
          </p:cNvPr>
          <p:cNvSpPr/>
          <p:nvPr>
            <p:custDataLst>
              <p:tags r:id="rId402"/>
            </p:custDataLst>
          </p:nvPr>
        </p:nvSpPr>
        <p:spPr bwMode="auto">
          <a:xfrm>
            <a:off x="89662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7" name="Rectangle 2696">
            <a:extLst>
              <a:ext uri="{FF2B5EF4-FFF2-40B4-BE49-F238E27FC236}">
                <a16:creationId xmlns:a16="http://schemas.microsoft.com/office/drawing/2014/main" id="{932B2111-6F66-458C-BE4D-DD2EC020212A}"/>
              </a:ext>
            </a:extLst>
          </p:cNvPr>
          <p:cNvSpPr/>
          <p:nvPr>
            <p:custDataLst>
              <p:tags r:id="rId403"/>
            </p:custDataLst>
          </p:nvPr>
        </p:nvSpPr>
        <p:spPr bwMode="auto">
          <a:xfrm>
            <a:off x="91440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8" name="Rectangle 2697">
            <a:extLst>
              <a:ext uri="{FF2B5EF4-FFF2-40B4-BE49-F238E27FC236}">
                <a16:creationId xmlns:a16="http://schemas.microsoft.com/office/drawing/2014/main" id="{4BBD35C6-0239-4511-9720-22A65B455DB6}"/>
              </a:ext>
            </a:extLst>
          </p:cNvPr>
          <p:cNvSpPr/>
          <p:nvPr>
            <p:custDataLst>
              <p:tags r:id="rId404"/>
            </p:custDataLst>
          </p:nvPr>
        </p:nvSpPr>
        <p:spPr bwMode="auto">
          <a:xfrm>
            <a:off x="94996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99" name="Rectangle 2698">
            <a:extLst>
              <a:ext uri="{FF2B5EF4-FFF2-40B4-BE49-F238E27FC236}">
                <a16:creationId xmlns:a16="http://schemas.microsoft.com/office/drawing/2014/main" id="{EA818069-5FEE-4B03-9F89-DBFCF8D58864}"/>
              </a:ext>
            </a:extLst>
          </p:cNvPr>
          <p:cNvSpPr/>
          <p:nvPr>
            <p:custDataLst>
              <p:tags r:id="rId405"/>
            </p:custDataLst>
          </p:nvPr>
        </p:nvSpPr>
        <p:spPr bwMode="auto">
          <a:xfrm>
            <a:off x="95885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0" name="Rectangle 2699">
            <a:extLst>
              <a:ext uri="{FF2B5EF4-FFF2-40B4-BE49-F238E27FC236}">
                <a16:creationId xmlns:a16="http://schemas.microsoft.com/office/drawing/2014/main" id="{883A9C27-209A-4FC5-AD54-2C44C38FA312}"/>
              </a:ext>
            </a:extLst>
          </p:cNvPr>
          <p:cNvSpPr/>
          <p:nvPr>
            <p:custDataLst>
              <p:tags r:id="rId406"/>
            </p:custDataLst>
          </p:nvPr>
        </p:nvSpPr>
        <p:spPr bwMode="auto">
          <a:xfrm>
            <a:off x="96774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1" name="Rectangle 2700">
            <a:extLst>
              <a:ext uri="{FF2B5EF4-FFF2-40B4-BE49-F238E27FC236}">
                <a16:creationId xmlns:a16="http://schemas.microsoft.com/office/drawing/2014/main" id="{D499253A-09F6-4CD6-93C8-479EFFA502D6}"/>
              </a:ext>
            </a:extLst>
          </p:cNvPr>
          <p:cNvSpPr/>
          <p:nvPr>
            <p:custDataLst>
              <p:tags r:id="rId407"/>
            </p:custDataLst>
          </p:nvPr>
        </p:nvSpPr>
        <p:spPr bwMode="auto">
          <a:xfrm>
            <a:off x="97663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2" name="Rectangle 2701">
            <a:extLst>
              <a:ext uri="{FF2B5EF4-FFF2-40B4-BE49-F238E27FC236}">
                <a16:creationId xmlns:a16="http://schemas.microsoft.com/office/drawing/2014/main" id="{D6AC7B79-28E0-4D86-99FF-D9A84E13751B}"/>
              </a:ext>
            </a:extLst>
          </p:cNvPr>
          <p:cNvSpPr/>
          <p:nvPr>
            <p:custDataLst>
              <p:tags r:id="rId408"/>
            </p:custDataLst>
          </p:nvPr>
        </p:nvSpPr>
        <p:spPr bwMode="auto">
          <a:xfrm>
            <a:off x="102108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3" name="Rectangle 2702">
            <a:extLst>
              <a:ext uri="{FF2B5EF4-FFF2-40B4-BE49-F238E27FC236}">
                <a16:creationId xmlns:a16="http://schemas.microsoft.com/office/drawing/2014/main" id="{1F8E3940-4D8D-480D-919D-88CD8A9A200A}"/>
              </a:ext>
            </a:extLst>
          </p:cNvPr>
          <p:cNvSpPr/>
          <p:nvPr>
            <p:custDataLst>
              <p:tags r:id="rId409"/>
            </p:custDataLst>
          </p:nvPr>
        </p:nvSpPr>
        <p:spPr bwMode="auto">
          <a:xfrm>
            <a:off x="102997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4" name="Rectangle 2703">
            <a:extLst>
              <a:ext uri="{FF2B5EF4-FFF2-40B4-BE49-F238E27FC236}">
                <a16:creationId xmlns:a16="http://schemas.microsoft.com/office/drawing/2014/main" id="{5BD2B5DA-0A66-4ED7-9194-F9B1299DE88C}"/>
              </a:ext>
            </a:extLst>
          </p:cNvPr>
          <p:cNvSpPr/>
          <p:nvPr>
            <p:custDataLst>
              <p:tags r:id="rId410"/>
            </p:custDataLst>
          </p:nvPr>
        </p:nvSpPr>
        <p:spPr bwMode="auto">
          <a:xfrm>
            <a:off x="103886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5" name="Rectangle 2704">
            <a:extLst>
              <a:ext uri="{FF2B5EF4-FFF2-40B4-BE49-F238E27FC236}">
                <a16:creationId xmlns:a16="http://schemas.microsoft.com/office/drawing/2014/main" id="{29396300-DB67-46A2-A5FE-429F677074AC}"/>
              </a:ext>
            </a:extLst>
          </p:cNvPr>
          <p:cNvSpPr/>
          <p:nvPr>
            <p:custDataLst>
              <p:tags r:id="rId411"/>
            </p:custDataLst>
          </p:nvPr>
        </p:nvSpPr>
        <p:spPr bwMode="auto">
          <a:xfrm>
            <a:off x="104775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6" name="Rectangle 2705">
            <a:extLst>
              <a:ext uri="{FF2B5EF4-FFF2-40B4-BE49-F238E27FC236}">
                <a16:creationId xmlns:a16="http://schemas.microsoft.com/office/drawing/2014/main" id="{28EBEE8B-E0FA-4653-B21B-B72AE8BCF40E}"/>
              </a:ext>
            </a:extLst>
          </p:cNvPr>
          <p:cNvSpPr/>
          <p:nvPr>
            <p:custDataLst>
              <p:tags r:id="rId412"/>
            </p:custDataLst>
          </p:nvPr>
        </p:nvSpPr>
        <p:spPr bwMode="auto">
          <a:xfrm>
            <a:off x="105664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7" name="Rectangle 2706">
            <a:extLst>
              <a:ext uri="{FF2B5EF4-FFF2-40B4-BE49-F238E27FC236}">
                <a16:creationId xmlns:a16="http://schemas.microsoft.com/office/drawing/2014/main" id="{167FBE9F-CE89-42DB-AF8E-68D7C96EC0B3}"/>
              </a:ext>
            </a:extLst>
          </p:cNvPr>
          <p:cNvSpPr/>
          <p:nvPr>
            <p:custDataLst>
              <p:tags r:id="rId413"/>
            </p:custDataLst>
          </p:nvPr>
        </p:nvSpPr>
        <p:spPr bwMode="auto">
          <a:xfrm>
            <a:off x="106553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8" name="Rectangle 2707">
            <a:extLst>
              <a:ext uri="{FF2B5EF4-FFF2-40B4-BE49-F238E27FC236}">
                <a16:creationId xmlns:a16="http://schemas.microsoft.com/office/drawing/2014/main" id="{880D574A-E19D-47BB-8CEF-88099991868E}"/>
              </a:ext>
            </a:extLst>
          </p:cNvPr>
          <p:cNvSpPr/>
          <p:nvPr>
            <p:custDataLst>
              <p:tags r:id="rId414"/>
            </p:custDataLst>
          </p:nvPr>
        </p:nvSpPr>
        <p:spPr bwMode="auto">
          <a:xfrm>
            <a:off x="82550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09" name="Rectangle 2708">
            <a:extLst>
              <a:ext uri="{FF2B5EF4-FFF2-40B4-BE49-F238E27FC236}">
                <a16:creationId xmlns:a16="http://schemas.microsoft.com/office/drawing/2014/main" id="{A73A0A6C-824D-46AB-A628-2CA721952B7C}"/>
              </a:ext>
            </a:extLst>
          </p:cNvPr>
          <p:cNvSpPr/>
          <p:nvPr>
            <p:custDataLst>
              <p:tags r:id="rId415"/>
            </p:custDataLst>
          </p:nvPr>
        </p:nvSpPr>
        <p:spPr bwMode="auto">
          <a:xfrm>
            <a:off x="87884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0" name="Rectangle 2709">
            <a:extLst>
              <a:ext uri="{FF2B5EF4-FFF2-40B4-BE49-F238E27FC236}">
                <a16:creationId xmlns:a16="http://schemas.microsoft.com/office/drawing/2014/main" id="{0263E68C-A9D5-420F-B6A8-5C3E4D388310}"/>
              </a:ext>
            </a:extLst>
          </p:cNvPr>
          <p:cNvSpPr/>
          <p:nvPr>
            <p:custDataLst>
              <p:tags r:id="rId416"/>
            </p:custDataLst>
          </p:nvPr>
        </p:nvSpPr>
        <p:spPr bwMode="auto">
          <a:xfrm>
            <a:off x="90551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1" name="Rectangle 2710">
            <a:extLst>
              <a:ext uri="{FF2B5EF4-FFF2-40B4-BE49-F238E27FC236}">
                <a16:creationId xmlns:a16="http://schemas.microsoft.com/office/drawing/2014/main" id="{07F64784-D4AF-4315-9087-A94E4D0FE7A6}"/>
              </a:ext>
            </a:extLst>
          </p:cNvPr>
          <p:cNvSpPr/>
          <p:nvPr>
            <p:custDataLst>
              <p:tags r:id="rId417"/>
            </p:custDataLst>
          </p:nvPr>
        </p:nvSpPr>
        <p:spPr bwMode="auto">
          <a:xfrm>
            <a:off x="91440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2" name="Rectangle 2711">
            <a:extLst>
              <a:ext uri="{FF2B5EF4-FFF2-40B4-BE49-F238E27FC236}">
                <a16:creationId xmlns:a16="http://schemas.microsoft.com/office/drawing/2014/main" id="{4F519944-B2DD-4E6D-8F5C-A57F34BFD5FF}"/>
              </a:ext>
            </a:extLst>
          </p:cNvPr>
          <p:cNvSpPr/>
          <p:nvPr>
            <p:custDataLst>
              <p:tags r:id="rId418"/>
            </p:custDataLst>
          </p:nvPr>
        </p:nvSpPr>
        <p:spPr bwMode="auto">
          <a:xfrm>
            <a:off x="95885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3" name="Rectangle 2712">
            <a:extLst>
              <a:ext uri="{FF2B5EF4-FFF2-40B4-BE49-F238E27FC236}">
                <a16:creationId xmlns:a16="http://schemas.microsoft.com/office/drawing/2014/main" id="{54914131-B738-4BC4-B214-C9FAFC7A5191}"/>
              </a:ext>
            </a:extLst>
          </p:cNvPr>
          <p:cNvSpPr/>
          <p:nvPr>
            <p:custDataLst>
              <p:tags r:id="rId419"/>
            </p:custDataLst>
          </p:nvPr>
        </p:nvSpPr>
        <p:spPr bwMode="auto">
          <a:xfrm>
            <a:off x="97663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4" name="Rectangle 2713">
            <a:extLst>
              <a:ext uri="{FF2B5EF4-FFF2-40B4-BE49-F238E27FC236}">
                <a16:creationId xmlns:a16="http://schemas.microsoft.com/office/drawing/2014/main" id="{A7964974-103B-44B7-BDFD-D6BE7680EB83}"/>
              </a:ext>
            </a:extLst>
          </p:cNvPr>
          <p:cNvSpPr/>
          <p:nvPr>
            <p:custDataLst>
              <p:tags r:id="rId420"/>
            </p:custDataLst>
          </p:nvPr>
        </p:nvSpPr>
        <p:spPr bwMode="auto">
          <a:xfrm>
            <a:off x="98552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5" name="Rectangle 2714">
            <a:extLst>
              <a:ext uri="{FF2B5EF4-FFF2-40B4-BE49-F238E27FC236}">
                <a16:creationId xmlns:a16="http://schemas.microsoft.com/office/drawing/2014/main" id="{EB0348B2-3C36-4BC6-811B-EA8CF51EA1E1}"/>
              </a:ext>
            </a:extLst>
          </p:cNvPr>
          <p:cNvSpPr/>
          <p:nvPr>
            <p:custDataLst>
              <p:tags r:id="rId421"/>
            </p:custDataLst>
          </p:nvPr>
        </p:nvSpPr>
        <p:spPr bwMode="auto">
          <a:xfrm>
            <a:off x="99441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6" name="Rectangle 2715">
            <a:extLst>
              <a:ext uri="{FF2B5EF4-FFF2-40B4-BE49-F238E27FC236}">
                <a16:creationId xmlns:a16="http://schemas.microsoft.com/office/drawing/2014/main" id="{B04271E6-3013-408E-ACBE-8D01BB84CF71}"/>
              </a:ext>
            </a:extLst>
          </p:cNvPr>
          <p:cNvSpPr/>
          <p:nvPr>
            <p:custDataLst>
              <p:tags r:id="rId422"/>
            </p:custDataLst>
          </p:nvPr>
        </p:nvSpPr>
        <p:spPr bwMode="auto">
          <a:xfrm>
            <a:off x="100330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7" name="Rectangle 2716">
            <a:extLst>
              <a:ext uri="{FF2B5EF4-FFF2-40B4-BE49-F238E27FC236}">
                <a16:creationId xmlns:a16="http://schemas.microsoft.com/office/drawing/2014/main" id="{BE103C66-062C-44A1-BA9B-9E78FBD3CC20}"/>
              </a:ext>
            </a:extLst>
          </p:cNvPr>
          <p:cNvSpPr/>
          <p:nvPr>
            <p:custDataLst>
              <p:tags r:id="rId423"/>
            </p:custDataLst>
          </p:nvPr>
        </p:nvSpPr>
        <p:spPr bwMode="auto">
          <a:xfrm>
            <a:off x="101219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8" name="Rectangle 2717">
            <a:extLst>
              <a:ext uri="{FF2B5EF4-FFF2-40B4-BE49-F238E27FC236}">
                <a16:creationId xmlns:a16="http://schemas.microsoft.com/office/drawing/2014/main" id="{D06DF638-CE7F-40AB-B172-2E78FA3BEE5F}"/>
              </a:ext>
            </a:extLst>
          </p:cNvPr>
          <p:cNvSpPr/>
          <p:nvPr>
            <p:custDataLst>
              <p:tags r:id="rId424"/>
            </p:custDataLst>
          </p:nvPr>
        </p:nvSpPr>
        <p:spPr bwMode="auto">
          <a:xfrm>
            <a:off x="104775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19" name="Rectangle 2718">
            <a:extLst>
              <a:ext uri="{FF2B5EF4-FFF2-40B4-BE49-F238E27FC236}">
                <a16:creationId xmlns:a16="http://schemas.microsoft.com/office/drawing/2014/main" id="{0C93A85D-4AA7-48CF-AF9C-93BAECA54526}"/>
              </a:ext>
            </a:extLst>
          </p:cNvPr>
          <p:cNvSpPr/>
          <p:nvPr>
            <p:custDataLst>
              <p:tags r:id="rId425"/>
            </p:custDataLst>
          </p:nvPr>
        </p:nvSpPr>
        <p:spPr bwMode="auto">
          <a:xfrm>
            <a:off x="106553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0" name="Rectangle 2719">
            <a:extLst>
              <a:ext uri="{FF2B5EF4-FFF2-40B4-BE49-F238E27FC236}">
                <a16:creationId xmlns:a16="http://schemas.microsoft.com/office/drawing/2014/main" id="{5594AAEE-4E89-4CA8-A3A1-1F57A201B185}"/>
              </a:ext>
            </a:extLst>
          </p:cNvPr>
          <p:cNvSpPr/>
          <p:nvPr>
            <p:custDataLst>
              <p:tags r:id="rId426"/>
            </p:custDataLst>
          </p:nvPr>
        </p:nvSpPr>
        <p:spPr bwMode="auto">
          <a:xfrm>
            <a:off x="82550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1" name="Rectangle 2720">
            <a:extLst>
              <a:ext uri="{FF2B5EF4-FFF2-40B4-BE49-F238E27FC236}">
                <a16:creationId xmlns:a16="http://schemas.microsoft.com/office/drawing/2014/main" id="{21144F36-9B04-41B8-A69F-D6B9604B7348}"/>
              </a:ext>
            </a:extLst>
          </p:cNvPr>
          <p:cNvSpPr/>
          <p:nvPr>
            <p:custDataLst>
              <p:tags r:id="rId427"/>
            </p:custDataLst>
          </p:nvPr>
        </p:nvSpPr>
        <p:spPr bwMode="auto">
          <a:xfrm>
            <a:off x="83439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2" name="Rectangle 2721">
            <a:extLst>
              <a:ext uri="{FF2B5EF4-FFF2-40B4-BE49-F238E27FC236}">
                <a16:creationId xmlns:a16="http://schemas.microsoft.com/office/drawing/2014/main" id="{97CAD316-F417-499F-A774-7823D6932C3D}"/>
              </a:ext>
            </a:extLst>
          </p:cNvPr>
          <p:cNvSpPr/>
          <p:nvPr>
            <p:custDataLst>
              <p:tags r:id="rId428"/>
            </p:custDataLst>
          </p:nvPr>
        </p:nvSpPr>
        <p:spPr bwMode="auto">
          <a:xfrm>
            <a:off x="84328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3" name="Rectangle 2722">
            <a:extLst>
              <a:ext uri="{FF2B5EF4-FFF2-40B4-BE49-F238E27FC236}">
                <a16:creationId xmlns:a16="http://schemas.microsoft.com/office/drawing/2014/main" id="{BCF95102-FD58-40BE-9438-68240E564116}"/>
              </a:ext>
            </a:extLst>
          </p:cNvPr>
          <p:cNvSpPr/>
          <p:nvPr>
            <p:custDataLst>
              <p:tags r:id="rId429"/>
            </p:custDataLst>
          </p:nvPr>
        </p:nvSpPr>
        <p:spPr bwMode="auto">
          <a:xfrm>
            <a:off x="85217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4" name="Rectangle 2723">
            <a:extLst>
              <a:ext uri="{FF2B5EF4-FFF2-40B4-BE49-F238E27FC236}">
                <a16:creationId xmlns:a16="http://schemas.microsoft.com/office/drawing/2014/main" id="{F68CDC8D-3DC7-465A-A91C-5BAACC70C846}"/>
              </a:ext>
            </a:extLst>
          </p:cNvPr>
          <p:cNvSpPr/>
          <p:nvPr>
            <p:custDataLst>
              <p:tags r:id="rId430"/>
            </p:custDataLst>
          </p:nvPr>
        </p:nvSpPr>
        <p:spPr bwMode="auto">
          <a:xfrm>
            <a:off x="86106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5" name="Rectangle 2724">
            <a:extLst>
              <a:ext uri="{FF2B5EF4-FFF2-40B4-BE49-F238E27FC236}">
                <a16:creationId xmlns:a16="http://schemas.microsoft.com/office/drawing/2014/main" id="{564F2092-5622-4646-937D-7D957465AE12}"/>
              </a:ext>
            </a:extLst>
          </p:cNvPr>
          <p:cNvSpPr/>
          <p:nvPr>
            <p:custDataLst>
              <p:tags r:id="rId431"/>
            </p:custDataLst>
          </p:nvPr>
        </p:nvSpPr>
        <p:spPr bwMode="auto">
          <a:xfrm>
            <a:off x="86995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6" name="Rectangle 2725">
            <a:extLst>
              <a:ext uri="{FF2B5EF4-FFF2-40B4-BE49-F238E27FC236}">
                <a16:creationId xmlns:a16="http://schemas.microsoft.com/office/drawing/2014/main" id="{A78A0BD2-6DF3-4E91-BF72-D5C1CBA84769}"/>
              </a:ext>
            </a:extLst>
          </p:cNvPr>
          <p:cNvSpPr/>
          <p:nvPr>
            <p:custDataLst>
              <p:tags r:id="rId432"/>
            </p:custDataLst>
          </p:nvPr>
        </p:nvSpPr>
        <p:spPr bwMode="auto">
          <a:xfrm>
            <a:off x="87884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7" name="Rectangle 2726">
            <a:extLst>
              <a:ext uri="{FF2B5EF4-FFF2-40B4-BE49-F238E27FC236}">
                <a16:creationId xmlns:a16="http://schemas.microsoft.com/office/drawing/2014/main" id="{EBBB7E8B-44B3-4FE3-B99D-306DCD69A9B6}"/>
              </a:ext>
            </a:extLst>
          </p:cNvPr>
          <p:cNvSpPr/>
          <p:nvPr>
            <p:custDataLst>
              <p:tags r:id="rId433"/>
            </p:custDataLst>
          </p:nvPr>
        </p:nvSpPr>
        <p:spPr bwMode="auto">
          <a:xfrm>
            <a:off x="89662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8" name="Rectangle 2727">
            <a:extLst>
              <a:ext uri="{FF2B5EF4-FFF2-40B4-BE49-F238E27FC236}">
                <a16:creationId xmlns:a16="http://schemas.microsoft.com/office/drawing/2014/main" id="{35566E9F-2CAB-4D66-8BC0-00441F85CB0D}"/>
              </a:ext>
            </a:extLst>
          </p:cNvPr>
          <p:cNvSpPr/>
          <p:nvPr>
            <p:custDataLst>
              <p:tags r:id="rId434"/>
            </p:custDataLst>
          </p:nvPr>
        </p:nvSpPr>
        <p:spPr bwMode="auto">
          <a:xfrm>
            <a:off x="90551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29" name="Rectangle 2728">
            <a:extLst>
              <a:ext uri="{FF2B5EF4-FFF2-40B4-BE49-F238E27FC236}">
                <a16:creationId xmlns:a16="http://schemas.microsoft.com/office/drawing/2014/main" id="{F57C2DC3-4296-42E3-A9CA-1993E03D4565}"/>
              </a:ext>
            </a:extLst>
          </p:cNvPr>
          <p:cNvSpPr/>
          <p:nvPr>
            <p:custDataLst>
              <p:tags r:id="rId435"/>
            </p:custDataLst>
          </p:nvPr>
        </p:nvSpPr>
        <p:spPr bwMode="auto">
          <a:xfrm>
            <a:off x="93218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30" name="Rectangle 2729">
            <a:extLst>
              <a:ext uri="{FF2B5EF4-FFF2-40B4-BE49-F238E27FC236}">
                <a16:creationId xmlns:a16="http://schemas.microsoft.com/office/drawing/2014/main" id="{A9A2179F-3EDC-4AD5-846E-7421B5E73D26}"/>
              </a:ext>
            </a:extLst>
          </p:cNvPr>
          <p:cNvSpPr/>
          <p:nvPr>
            <p:custDataLst>
              <p:tags r:id="rId436"/>
            </p:custDataLst>
          </p:nvPr>
        </p:nvSpPr>
        <p:spPr bwMode="auto">
          <a:xfrm>
            <a:off x="95885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31" name="Rectangle 2730">
            <a:extLst>
              <a:ext uri="{FF2B5EF4-FFF2-40B4-BE49-F238E27FC236}">
                <a16:creationId xmlns:a16="http://schemas.microsoft.com/office/drawing/2014/main" id="{CCE01417-F034-47CC-89BD-F34715ABA261}"/>
              </a:ext>
            </a:extLst>
          </p:cNvPr>
          <p:cNvSpPr/>
          <p:nvPr>
            <p:custDataLst>
              <p:tags r:id="rId437"/>
            </p:custDataLst>
          </p:nvPr>
        </p:nvSpPr>
        <p:spPr bwMode="auto">
          <a:xfrm>
            <a:off x="99441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32" name="Rectangle 2731">
            <a:extLst>
              <a:ext uri="{FF2B5EF4-FFF2-40B4-BE49-F238E27FC236}">
                <a16:creationId xmlns:a16="http://schemas.microsoft.com/office/drawing/2014/main" id="{C9CC00BF-4722-41F1-AF01-643B48D9D2C8}"/>
              </a:ext>
            </a:extLst>
          </p:cNvPr>
          <p:cNvSpPr/>
          <p:nvPr>
            <p:custDataLst>
              <p:tags r:id="rId438"/>
            </p:custDataLst>
          </p:nvPr>
        </p:nvSpPr>
        <p:spPr bwMode="auto">
          <a:xfrm>
            <a:off x="101219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33" name="Rectangle 2732">
            <a:extLst>
              <a:ext uri="{FF2B5EF4-FFF2-40B4-BE49-F238E27FC236}">
                <a16:creationId xmlns:a16="http://schemas.microsoft.com/office/drawing/2014/main" id="{5ACAB6A9-B8B1-43A9-AA59-807EE0EB6293}"/>
              </a:ext>
            </a:extLst>
          </p:cNvPr>
          <p:cNvSpPr/>
          <p:nvPr>
            <p:custDataLst>
              <p:tags r:id="rId439"/>
            </p:custDataLst>
          </p:nvPr>
        </p:nvSpPr>
        <p:spPr bwMode="auto">
          <a:xfrm>
            <a:off x="102997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34" name="Rectangle 2733">
            <a:extLst>
              <a:ext uri="{FF2B5EF4-FFF2-40B4-BE49-F238E27FC236}">
                <a16:creationId xmlns:a16="http://schemas.microsoft.com/office/drawing/2014/main" id="{F53809A3-2D8F-41B2-B82F-4548B5BAC616}"/>
              </a:ext>
            </a:extLst>
          </p:cNvPr>
          <p:cNvSpPr/>
          <p:nvPr>
            <p:custDataLst>
              <p:tags r:id="rId440"/>
            </p:custDataLst>
          </p:nvPr>
        </p:nvSpPr>
        <p:spPr bwMode="auto">
          <a:xfrm>
            <a:off x="103886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35" name="Rectangle 2734">
            <a:extLst>
              <a:ext uri="{FF2B5EF4-FFF2-40B4-BE49-F238E27FC236}">
                <a16:creationId xmlns:a16="http://schemas.microsoft.com/office/drawing/2014/main" id="{49286FBD-69EE-4A3A-ABA9-D14BB1991A14}"/>
              </a:ext>
            </a:extLst>
          </p:cNvPr>
          <p:cNvSpPr/>
          <p:nvPr>
            <p:custDataLst>
              <p:tags r:id="rId441"/>
            </p:custDataLst>
          </p:nvPr>
        </p:nvSpPr>
        <p:spPr bwMode="auto">
          <a:xfrm>
            <a:off x="104775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36" name="Rectangle 2735">
            <a:extLst>
              <a:ext uri="{FF2B5EF4-FFF2-40B4-BE49-F238E27FC236}">
                <a16:creationId xmlns:a16="http://schemas.microsoft.com/office/drawing/2014/main" id="{0D98F6A4-AFE7-46AA-93CD-E472456FF310}"/>
              </a:ext>
            </a:extLst>
          </p:cNvPr>
          <p:cNvSpPr/>
          <p:nvPr>
            <p:custDataLst>
              <p:tags r:id="rId442"/>
            </p:custDataLst>
          </p:nvPr>
        </p:nvSpPr>
        <p:spPr bwMode="auto">
          <a:xfrm>
            <a:off x="105664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537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afhænger den gravitationelle kraft fra Jorden på dig af?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8213D2-6B78-4D70-88B8-7CB546F6A8E8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7E148E-60D3-4F0B-A41C-F52FC385DAFF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175A9D44-1C14-4635-BF74-0C118AE28FD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82557A-9FBD-450C-B63D-585D3995B16D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6DFC54-81C8-43D4-85DF-48C662310A1B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2DE96-85C6-42B7-B049-81AABA72333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6583D-69D1-4273-A962-D1938911998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8AD38-8D67-4B0D-AF03-85814F64DC5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masse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D14C8-E03D-422E-9A63-59F6DE65ED4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A03F2A-275D-46A5-8E82-B8B44E2FDC72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CDA328-CE7E-4559-865E-367C0711CF68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7F824A-D973-42B3-8469-9ECFF32F10D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Jordens afstand til Solens centrum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CE4D6F-CA22-436B-A144-533A0D86DE3D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DF10D4E-EBED-470E-A03F-872BC5F50660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14D9D4-89FA-4370-8CEB-E526A0278B13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68EF6-DC37-4D4F-B7E4-8F96D662A483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Jordens masse</a:t>
            </a:r>
            <a:endParaRPr lang="da-DK" dirty="0" err="1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2C4127-9227-4832-A316-0B5389157C5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EBDF10A-3A2D-4653-A329-4F7819E12C5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F1B829-67F2-4E8D-9EF0-D6BCBF425BC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A0979B-FA7D-4E09-8045-E4C3C11BED8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afstand til Jordens centrum</a:t>
            </a:r>
            <a:endParaRPr lang="da-DK" dirty="0" err="1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4A2318-5850-4A90-83ED-42488830C57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801FC27-4C7A-479A-83BF-B000B91EAD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36ED4B5-1169-426B-B8A0-BADA633DC38F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196FCB-E917-4B78-AD4A-D8BD94351A5C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825500" y="433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fart vinkelret på Jordens overflade</a:t>
            </a:r>
            <a:endParaRPr lang="da-DK" dirty="0" err="1"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AE6B4F-DABB-4272-90F5-B62354F187A3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0325100" y="449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A241435-B2D5-470C-A508-9CE744CB62E0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825500" y="464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854A4E-D683-407E-A48E-FE8D2172BD9A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825500" y="464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84485F-5F15-49B8-AC5A-50CA77C4168B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25500" y="496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fart parallelt med Jordens overflade</a:t>
            </a:r>
            <a:endParaRPr lang="da-DK" dirty="0" err="1">
              <a:latin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73A4A1-0C33-45DB-B000-ED911532F376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325100" y="513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EDBDA4-6F98-4A28-AF1D-3B295999992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825500" y="528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7BD8A50-E064-4DB5-BAC5-8361302ECA48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825500" y="528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B46FD340-13AF-BCC2-7CFC-E5A03811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309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afhænger den gravitationelle kraft fra Jorden på dig af?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460FF5-B5BF-4B85-8324-0231D240AE7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E8CE4C-5CFE-41A6-8331-D61827EF23A0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48762494-638E-49F3-A15E-98CED209C84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D752E-0844-484B-A7D2-82C346F02ACE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891A2-9318-4CE4-B9CF-EF63F9C91B4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1F76A-9DBE-49B9-AC1A-B7BC4D443A8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9D30C-7CCD-4F0E-B795-8C463E5CF31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masse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CBCED-AB50-4A23-B1E7-85F16D40AE8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ECA576-1275-490B-9ADE-819D16973CAB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DAB04E-7563-4352-8FA7-C2CEF3D74730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6989A7-2FBD-40DC-8C8F-E6B2CDBA0ED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Jordens afstand til Solens centrum</a:t>
            </a:r>
            <a:endParaRPr lang="da-DK" dirty="0" err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B438B-6829-437E-84F1-B9F7BEB40C7B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CD4EFF-E41E-4A19-8E88-69D4E7D92965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235187-09F7-460D-A31A-471523F69EB7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162FC3-9B57-4DEF-B739-8B6E4C9D9A70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Jordens masse</a:t>
            </a:r>
            <a:endParaRPr lang="da-DK" dirty="0" err="1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43AC1A-AF03-49A8-8CC6-437CBCD3097A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473AB9-6061-4C56-B57A-DFF695437A7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9B5ACC-CA26-4272-BEC6-EE74E308D292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F9F7A3-0EDD-4F38-94C0-AA1EE843A4AE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afstand til Jordens centrum</a:t>
            </a:r>
            <a:endParaRPr lang="da-DK" dirty="0" err="1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73B1D0-56C1-49E0-8B40-7A7A1726BEEE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CF31402-5E1A-4B01-9455-F7F070CD767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B781EB-5192-47CC-B5B2-EBF16CB65BDD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4EED45-56C0-4D6A-B9B1-8C401D671220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825500" y="433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fart vinkelret på Jordens overflade</a:t>
            </a:r>
            <a:endParaRPr lang="da-DK" dirty="0" err="1"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183698-5520-4701-AAC2-B415DE4AE86E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0325100" y="449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1975DC4-B90C-47D3-9943-BEDB84119430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825500" y="464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7FBFD6-480C-4D81-BF53-62A61392AB38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825500" y="464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B717BF-8103-4676-85D2-27CE0FD00FF7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825500" y="496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din fart parallelt med Jordens overflade</a:t>
            </a:r>
            <a:endParaRPr lang="da-DK" dirty="0" err="1"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33096-8AA6-48F1-A18C-6B0227389CB0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0325100" y="513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AECA51C-3A68-4BA5-A185-1B499BB816AB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825500" y="528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2491E92-19BB-463C-99FF-9BDA34FD27AF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825500" y="528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B4629D-FFE7-4B53-B858-50BA311A4F15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40000"/>
              <a:alpha val="4000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4000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40000"/>
                <a:alpha val="4000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8" name="Date Placeholder 6">
            <a:extLst>
              <a:ext uri="{FF2B5EF4-FFF2-40B4-BE49-F238E27FC236}">
                <a16:creationId xmlns:a16="http://schemas.microsoft.com/office/drawing/2014/main" id="{56EEE551-BC93-1528-65BD-EDD0BA10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61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lærte jeg sidst?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4320480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b="1" dirty="0"/>
                  <a:t>Gravitation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 err="1"/>
                  <a:t>Gravitationel</a:t>
                </a:r>
                <a:r>
                  <a:rPr lang="da-DK" dirty="0"/>
                  <a:t> kraft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i="1" dirty="0"/>
              </a:p>
              <a:p>
                <a:pPr marL="0" indent="0">
                  <a:buNone/>
                </a:pPr>
                <a:r>
                  <a:rPr lang="da-DK" dirty="0"/>
                  <a:t>Konservativ (arbejde uafhængig af vej)</a:t>
                </a:r>
                <a:endParaRPr lang="da-DK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 err="1"/>
                  <a:t>Gravitationel</a:t>
                </a:r>
                <a:r>
                  <a:rPr lang="da-DK" dirty="0"/>
                  <a:t> potentiel energi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4320480" cy="4545578"/>
              </a:xfrm>
              <a:blipFill>
                <a:blip r:embed="rId5"/>
                <a:stretch>
                  <a:fillRect l="-3244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6D1768EC-13B7-8591-1F81-2FAB9254964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0852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3CAA8C-4921-E08A-9F30-95554347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706328"/>
            <a:ext cx="9312374" cy="4545578"/>
          </a:xfrm>
        </p:spPr>
        <p:txBody>
          <a:bodyPr/>
          <a:lstStyle/>
          <a:p>
            <a:r>
              <a:rPr lang="da-DK" dirty="0"/>
              <a:t>Kende grundbegrebet elektrisk ladning og vide hvor de findes i naturen</a:t>
            </a:r>
          </a:p>
          <a:p>
            <a:endParaRPr lang="da-DK" dirty="0"/>
          </a:p>
          <a:p>
            <a:r>
              <a:rPr lang="da-DK" dirty="0"/>
              <a:t>Bruge Coulombkraften til kraftberegninger med elektriske ladninger</a:t>
            </a:r>
          </a:p>
          <a:p>
            <a:endParaRPr lang="da-DK" dirty="0"/>
          </a:p>
          <a:p>
            <a:r>
              <a:rPr lang="da-DK" dirty="0"/>
              <a:t>Regne på systemer ved at bruge energibevarelse og elektrisk potentiel energi</a:t>
            </a:r>
          </a:p>
          <a:p>
            <a:endParaRPr lang="da-DK" dirty="0"/>
          </a:p>
          <a:p>
            <a:r>
              <a:rPr lang="da-DK" dirty="0"/>
              <a:t>Tegne, udregne og fortolke elektriske felter fra punktladninger og ladningsfordelinger</a:t>
            </a:r>
          </a:p>
          <a:p>
            <a:endParaRPr lang="da-DK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9EB651BA-3A45-726D-2AC9-7E42A672D4CE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28638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Elektrisk ladning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5328592" cy="454557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da-DK" dirty="0"/>
                  <a:t>Elektrisk ladning findes i naturen som positive protoner og negative elektroner. Alt stof består af disse, samt de elektrisk neutrale neutroner.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Den </a:t>
                </a:r>
                <a:r>
                  <a:rPr lang="da-DK" dirty="0" err="1"/>
                  <a:t>elektiske</a:t>
                </a:r>
                <a:r>
                  <a:rPr lang="da-DK" dirty="0"/>
                  <a:t> ladning er </a:t>
                </a:r>
                <a:r>
                  <a:rPr lang="da-DK" dirty="0" err="1"/>
                  <a:t>kvantiseret</a:t>
                </a:r>
                <a:r>
                  <a:rPr lang="da-DK" dirty="0"/>
                  <a:t>. Den mindste mulige frie ladning er </a:t>
                </a:r>
                <a:r>
                  <a:rPr lang="da-DK" dirty="0" err="1"/>
                  <a:t>elementarladningen</a:t>
                </a:r>
                <a:r>
                  <a:rPr lang="da-DK" dirty="0"/>
                  <a:t> </a:t>
                </a:r>
              </a:p>
              <a:p>
                <a:pPr marL="0" indent="0" algn="just">
                  <a:buNone/>
                </a:pPr>
                <a:endParaRPr lang="da-DK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=1.602⋅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−19</m:t>
                          </m:r>
                        </m:sup>
                      </m:sSup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og ladning har enheden coulomb.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I lukkede systemer er den elektriske ladning bevaret.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5328592" cy="4545578"/>
              </a:xfrm>
              <a:blipFill>
                <a:blip r:embed="rId5"/>
                <a:stretch>
                  <a:fillRect l="-2632" t="-1743" r="-274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7227BF-0848-075B-F02E-BEEF3D764F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4121" y="1988104"/>
            <a:ext cx="4318629" cy="2881792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D5C8E39F-C576-39FA-E9FE-DE23C148BFB1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30487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Coulombs lov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da-DK" dirty="0"/>
                  <a:t>To objekter med ladning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dirty="0"/>
                  <a:t> 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dirty="0"/>
                  <a:t> i afstanden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a-DK" dirty="0"/>
                  <a:t> fra hinanden påvirker hinanden med en elektrisk kraft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da-DK" dirty="0"/>
                  <a:t> Kraften fra 1 på 2 er giver ved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hvor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=8.85⋅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a-DK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da-DK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dirty="0"/>
                  <a:t> er naturkonstanten </a:t>
                </a:r>
                <a:r>
                  <a:rPr lang="da-DK" dirty="0" err="1"/>
                  <a:t>vakuumpermittiviteten</a:t>
                </a:r>
                <a:r>
                  <a:rPr lang="da-DK" dirty="0"/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  <a:blipFill>
                <a:blip r:embed="rId5"/>
                <a:stretch>
                  <a:fillRect l="-1505" t="-1743" r="-1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A73235-E5A1-AF03-B6C3-386FC0F650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21" y="4096317"/>
            <a:ext cx="10849570" cy="2335556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9FD69150-67AD-79FD-D5B1-EF4410CAA89C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307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Coulombs lov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920DF5-EEAF-2CEA-9E6D-5A3072E9E0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5562"/>
          <a:stretch/>
        </p:blipFill>
        <p:spPr>
          <a:xfrm>
            <a:off x="1777201" y="1484785"/>
            <a:ext cx="8782501" cy="108012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2578A1E-29D1-5D11-91FB-8E9EB9794C89}"/>
              </a:ext>
            </a:extLst>
          </p:cNvPr>
          <p:cNvGrpSpPr/>
          <p:nvPr/>
        </p:nvGrpSpPr>
        <p:grpSpPr>
          <a:xfrm>
            <a:off x="4049389" y="2916854"/>
            <a:ext cx="4238124" cy="2752484"/>
            <a:chOff x="4296273" y="2620732"/>
            <a:chExt cx="4238124" cy="2752484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C597D2-B974-4727-8010-EFF9142BA886}"/>
                </a:ext>
              </a:extLst>
            </p:cNvPr>
            <p:cNvSpPr/>
            <p:nvPr/>
          </p:nvSpPr>
          <p:spPr bwMode="auto">
            <a:xfrm>
              <a:off x="6106983" y="4495343"/>
              <a:ext cx="288032" cy="28803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C6C484-4688-36EC-C44A-DCDE5A949B4E}"/>
                </a:ext>
              </a:extLst>
            </p:cNvPr>
            <p:cNvSpPr/>
            <p:nvPr/>
          </p:nvSpPr>
          <p:spPr bwMode="auto">
            <a:xfrm>
              <a:off x="6115830" y="3794106"/>
              <a:ext cx="288032" cy="288032"/>
            </a:xfrm>
            <a:prstGeom prst="ellipse">
              <a:avLst/>
            </a:prstGeom>
            <a:solidFill>
              <a:schemeClr val="accent2"/>
            </a:solidFill>
            <a:ln w="9525" cap="flat" cmpd="sng" algn="ctr">
              <a:solidFill>
                <a:schemeClr val="bg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3A77BB7-24A2-6E8A-EDF9-7457080B0634}"/>
                </a:ext>
              </a:extLst>
            </p:cNvPr>
            <p:cNvSpPr/>
            <p:nvPr/>
          </p:nvSpPr>
          <p:spPr bwMode="auto">
            <a:xfrm>
              <a:off x="7477349" y="4495343"/>
              <a:ext cx="288032" cy="28803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8C16644-C955-E868-5FC7-A94DAD4CC921}"/>
                </a:ext>
              </a:extLst>
            </p:cNvPr>
            <p:cNvCxnSpPr/>
            <p:nvPr/>
          </p:nvCxnSpPr>
          <p:spPr bwMode="auto">
            <a:xfrm flipV="1">
              <a:off x="6250999" y="2708920"/>
              <a:ext cx="8847" cy="26642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9FCDCE8-4A80-9A8B-1786-A4A2965E4DB0}"/>
                </a:ext>
              </a:extLst>
            </p:cNvPr>
            <p:cNvCxnSpPr/>
            <p:nvPr/>
          </p:nvCxnSpPr>
          <p:spPr bwMode="auto">
            <a:xfrm>
              <a:off x="4296273" y="4639359"/>
              <a:ext cx="3815157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9AC5AEF-CEDA-9925-E85C-3358B8B5D3DF}"/>
                    </a:ext>
                  </a:extLst>
                </p:cNvPr>
                <p:cNvSpPr txBox="1"/>
                <p:nvPr/>
              </p:nvSpPr>
              <p:spPr>
                <a:xfrm>
                  <a:off x="8032052" y="4602033"/>
                  <a:ext cx="17293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da-DK" dirty="0" err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9AC5AEF-CEDA-9925-E85C-3358B8B5D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2052" y="4602033"/>
                  <a:ext cx="172932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0714" r="-14286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DDA072E-F257-2BD2-3867-461019B74CD6}"/>
                    </a:ext>
                  </a:extLst>
                </p:cNvPr>
                <p:cNvSpPr txBox="1"/>
                <p:nvPr/>
              </p:nvSpPr>
              <p:spPr>
                <a:xfrm>
                  <a:off x="6030919" y="2620732"/>
                  <a:ext cx="17665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da-DK" dirty="0" err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DDA072E-F257-2BD2-3867-461019B74C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0919" y="2620732"/>
                  <a:ext cx="176651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24138" r="-20690" b="-24390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D9D2FA5-0F17-7E91-1772-52A6D5AB81FA}"/>
                    </a:ext>
                  </a:extLst>
                </p:cNvPr>
                <p:cNvSpPr txBox="1"/>
                <p:nvPr/>
              </p:nvSpPr>
              <p:spPr>
                <a:xfrm>
                  <a:off x="6403323" y="3620730"/>
                  <a:ext cx="74347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da-DK" dirty="0" err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D9D2FA5-0F17-7E91-1772-52A6D5AB8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3323" y="3620730"/>
                  <a:ext cx="743473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5738" r="-3279" b="-27500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27E45FB-B0FA-911C-639E-967C46B7D31F}"/>
                    </a:ext>
                  </a:extLst>
                </p:cNvPr>
                <p:cNvSpPr txBox="1"/>
                <p:nvPr/>
              </p:nvSpPr>
              <p:spPr>
                <a:xfrm>
                  <a:off x="6244690" y="4732272"/>
                  <a:ext cx="902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=−3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da-DK" dirty="0" err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27E45FB-B0FA-911C-639E-967C46B7D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4690" y="4732272"/>
                  <a:ext cx="902106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4730" r="-2703" b="-27500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A26D7CA-A60E-B571-72AD-9F0633E26237}"/>
                    </a:ext>
                  </a:extLst>
                </p:cNvPr>
                <p:cNvSpPr txBox="1"/>
                <p:nvPr/>
              </p:nvSpPr>
              <p:spPr>
                <a:xfrm>
                  <a:off x="7632291" y="4198020"/>
                  <a:ext cx="902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=−5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da-DK" dirty="0" err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A26D7CA-A60E-B571-72AD-9F0633E262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2291" y="4198020"/>
                  <a:ext cx="902106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4730" r="-3378" b="-24390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5FDA741-7C16-1142-CB14-BB9B761D277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46576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Hvilken retning peger de(n) virkende kræft(er) på partiklen med ladning q_2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DAAACA-A349-4E28-A14E-29791A321F86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206D42-C4DD-4285-A568-13F717540806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6A6CD8E0-E274-452F-89F5-0BF76441255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71E6F5-81DF-4733-987F-771057ECD93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5EE413-ED3D-40E8-BAE3-990E2915B957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EF5CF-A511-4E9F-BBAE-3A85CC895E8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58229-9001-44A4-9527-431CEFC2AE1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AA72BE-4DD2-5788-242E-60E90BCB9AC6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730500" y="1790700"/>
            <a:ext cx="6705600" cy="4419600"/>
          </a:xfrm>
          <a:prstGeom prst="rect">
            <a:avLst/>
          </a:prstGeom>
        </p:spPr>
      </p:pic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567E342B-7DD7-8DA8-5CF5-9C838AC2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4119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Hvilken retning peger de(n) virkende kræft(er) på partiklen med ladning q_2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865372-FC83-4891-B45C-38EFC49CA0A6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9B2E63-B849-4B1C-8685-FB5CF504F91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04DC61D1-634F-410D-968F-BBAD5CC4F51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070A17-F5B3-498F-9445-C8614C07FFE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4A7D8-0972-411C-8B2D-35212ED1022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FC564-6B0F-4AD1-8712-1D5EA8C9E9E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DD0C04-6694-8238-1FFB-593CE57B9235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730500" y="1790700"/>
            <a:ext cx="6705600" cy="44196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0550737-E335-48A2-9335-0A33762C884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4521200" y="4610100"/>
            <a:ext cx="1257300" cy="736600"/>
          </a:xfrm>
          <a:prstGeom prst="ellipse">
            <a:avLst/>
          </a:prstGeom>
          <a:solidFill>
            <a:srgbClr val="79238E">
              <a:alpha val="25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1000"/>
              <a:alpha val="2000"/>
              <a:alpha val="3000"/>
              <a:alpha val="4000"/>
              <a:alpha val="5000"/>
              <a:alpha val="6000"/>
              <a:alpha val="7000"/>
              <a:alpha val="8000"/>
              <a:alpha val="9000"/>
              <a:alpha val="10000"/>
              <a:alpha val="11000"/>
              <a:alpha val="12000"/>
              <a:alpha val="13000"/>
              <a:alpha val="14000"/>
              <a:alpha val="15000"/>
              <a:alpha val="16000"/>
              <a:alpha val="17000"/>
              <a:alpha val="18000"/>
              <a:alpha val="19000"/>
              <a:alpha val="20000"/>
              <a:alpha val="21000"/>
              <a:alpha val="22000"/>
              <a:alpha val="23000"/>
              <a:alpha val="24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25400" cap="flat" cmpd="sng" algn="ctr">
            <a:solidFill>
              <a:srgbClr val="FFFFFF">
                <a:alpha val="10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"/>
                <a:alpha val="8000"/>
                <a:alpha val="12000"/>
                <a:alpha val="16000"/>
                <a:alpha val="20000"/>
                <a:alpha val="24000"/>
                <a:alpha val="28000"/>
                <a:alpha val="32000"/>
                <a:alpha val="36000"/>
                <a:alpha val="40000"/>
                <a:alpha val="44000"/>
                <a:alpha val="48000"/>
                <a:alpha val="52000"/>
                <a:alpha val="56000"/>
                <a:alpha val="60000"/>
                <a:alpha val="64000"/>
                <a:alpha val="68000"/>
                <a:alpha val="72000"/>
                <a:alpha val="76000"/>
                <a:alpha val="80000"/>
                <a:alpha val="84000"/>
                <a:alpha val="88000"/>
                <a:alpha val="92000"/>
                <a:alpha val="96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1F6B1F-19A7-4DA6-99E2-D011CC776F63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5372100" y="3670300"/>
            <a:ext cx="876300" cy="1168400"/>
          </a:xfrm>
          <a:prstGeom prst="ellipse">
            <a:avLst/>
          </a:prstGeom>
          <a:solidFill>
            <a:srgbClr val="79238E">
              <a:alpha val="25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1000"/>
              <a:alpha val="2000"/>
              <a:alpha val="3000"/>
              <a:alpha val="4000"/>
              <a:alpha val="5000"/>
              <a:alpha val="6000"/>
              <a:alpha val="7000"/>
              <a:alpha val="8000"/>
              <a:alpha val="9000"/>
              <a:alpha val="10000"/>
              <a:alpha val="11000"/>
              <a:alpha val="12000"/>
              <a:alpha val="13000"/>
              <a:alpha val="14000"/>
              <a:alpha val="15000"/>
              <a:alpha val="16000"/>
              <a:alpha val="17000"/>
              <a:alpha val="18000"/>
              <a:alpha val="19000"/>
              <a:alpha val="20000"/>
              <a:alpha val="21000"/>
              <a:alpha val="22000"/>
              <a:alpha val="23000"/>
              <a:alpha val="24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25400" cap="flat" cmpd="sng" algn="ctr">
            <a:solidFill>
              <a:srgbClr val="FFFFFF">
                <a:alpha val="10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"/>
                <a:alpha val="8000"/>
                <a:alpha val="12000"/>
                <a:alpha val="16000"/>
                <a:alpha val="20000"/>
                <a:alpha val="24000"/>
                <a:alpha val="28000"/>
                <a:alpha val="32000"/>
                <a:alpha val="36000"/>
                <a:alpha val="40000"/>
                <a:alpha val="44000"/>
                <a:alpha val="48000"/>
                <a:alpha val="52000"/>
                <a:alpha val="56000"/>
                <a:alpha val="60000"/>
                <a:alpha val="64000"/>
                <a:alpha val="68000"/>
                <a:alpha val="72000"/>
                <a:alpha val="76000"/>
                <a:alpha val="80000"/>
                <a:alpha val="84000"/>
                <a:alpha val="88000"/>
                <a:alpha val="92000"/>
                <a:alpha val="96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EF63C1-2F16-4234-A173-29322CD160C9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40000"/>
              <a:alpha val="4000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4000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40000"/>
                <a:alpha val="4000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46E6AA6E-B10C-8567-66CB-818B1E7B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150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Coulombs lov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48076-F81A-3379-B7FF-F09052A7A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82" y="2276872"/>
            <a:ext cx="5497200" cy="3236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721A4-14FB-4EBC-B7F3-8E7B6E72A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913" y="3168324"/>
            <a:ext cx="4272805" cy="2344740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1223C4FD-E695-BC78-46E7-19C644D4121E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872438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Gravitation og elektrostatik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14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4320480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b="1" dirty="0"/>
                  <a:t>Gravitation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 err="1"/>
                  <a:t>Gravitationel</a:t>
                </a:r>
                <a:r>
                  <a:rPr lang="da-DK" dirty="0"/>
                  <a:t> kraft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i="1" dirty="0"/>
              </a:p>
              <a:p>
                <a:pPr marL="0" indent="0">
                  <a:buNone/>
                </a:pPr>
                <a:r>
                  <a:rPr lang="da-DK" dirty="0"/>
                  <a:t>Konservativ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Potentiel </a:t>
                </a:r>
                <a:r>
                  <a:rPr lang="da-DK" dirty="0" err="1"/>
                  <a:t>gravitationel</a:t>
                </a:r>
                <a:r>
                  <a:rPr lang="da-DK" dirty="0"/>
                  <a:t> energi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4320480" cy="4545578"/>
              </a:xfrm>
              <a:blipFill>
                <a:blip r:embed="rId5"/>
                <a:stretch>
                  <a:fillRect l="-3244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53A3A59-F7C8-5A6C-B151-31077E73137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66620" y="1706328"/>
                <a:ext cx="4320480" cy="4545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r">
                  <a:buFontTx/>
                  <a:buNone/>
                </a:pPr>
                <a:r>
                  <a:rPr lang="da-DK" b="1" kern="0" dirty="0"/>
                  <a:t>Elektrostatik</a:t>
                </a:r>
              </a:p>
              <a:p>
                <a:pPr marL="0" indent="0" algn="r">
                  <a:buFontTx/>
                  <a:buNone/>
                </a:pPr>
                <a:endParaRPr lang="da-DK" kern="0" dirty="0"/>
              </a:p>
              <a:p>
                <a:pPr marL="0" indent="0" algn="r">
                  <a:buFontTx/>
                  <a:buNone/>
                </a:pPr>
                <a:r>
                  <a:rPr lang="da-DK" kern="0" dirty="0"/>
                  <a:t>Elektrisk kraft</a:t>
                </a: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 b="0" i="0" kern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kern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kern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b="0" i="1" kern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da-DK" kern="0" dirty="0"/>
              </a:p>
              <a:p>
                <a:pPr marL="0" indent="0">
                  <a:buFontTx/>
                  <a:buNone/>
                </a:pPr>
                <a:endParaRPr lang="da-DK" i="1" kern="0" dirty="0"/>
              </a:p>
              <a:p>
                <a:pPr marL="0" indent="0" algn="r">
                  <a:buFontTx/>
                  <a:buNone/>
                </a:pPr>
                <a:r>
                  <a:rPr lang="da-DK" kern="0" dirty="0"/>
                  <a:t>Konservativ</a:t>
                </a: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 b="0" i="0" kern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kern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a-DK" kern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a-DK" kern="0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53A3A59-F7C8-5A6C-B151-31077E73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6620" y="1706328"/>
                <a:ext cx="4320480" cy="4545578"/>
              </a:xfrm>
              <a:prstGeom prst="rect">
                <a:avLst/>
              </a:prstGeom>
              <a:blipFill>
                <a:blip r:embed="rId6"/>
                <a:stretch>
                  <a:fillRect t="-1743" r="-33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335938B8-3A28-16A4-A7F1-E9A824B76FA0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0576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er fortegnet på den elektriske potentielle energi?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810C8D-4445-4EE5-9C79-CAB6A182F97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A8DDAF-2E2A-4765-A29C-AB79C9C75A9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CA341CEA-4787-4A18-8CAC-73EAE2425B2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94C03E-90E6-4E47-825F-E6B81B4F3E3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853732-A40B-4168-B325-C710EF772D2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16ECB-156F-4F25-8C06-60ACE10594B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BF9CE-F2A3-4862-AB10-6FD5B33C071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F34FF6-8D14-4045-9629-75B64AC3937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-1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0D8B29-A23B-4264-AEC6-4B8CEBA139D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572F5C-B002-463E-A3B6-C4618E364EB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B9AA4E-9E5E-46A4-914A-C938F18A5CD8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974F1-5617-4266-8782-5CDA7A103719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+1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B6DB15-3736-43D9-BC57-E6429F130BC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ED4A54D-1201-44EC-AD32-AB55CAB7A844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36FF58-E36B-4E9F-B167-DE02464E6AE8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A2CDC352-B48F-7A68-4CC2-235F7B21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964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er fortegnet på den elektriske potentielle energi?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5D6EBA-D2F0-4B5D-AD79-11F6AE6F914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85AFEA-0625-47AA-AE36-246D7F0A86E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D44F8C75-04A6-4B1B-82DD-91FCAE8654D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B6F0F4-E1CD-4615-966A-C1C37ABA6683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23EFB-EA60-46A3-96B5-57A10DBED6C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D402A-8C38-4682-9EF4-D54D91F4071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09C336-534F-4767-83F5-9490380AFDA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-1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ED929F-2DA1-4484-8008-2DB1A4A765F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03F2C9-558A-43E8-B3A1-9D2BC453B06B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D7642F-1E28-4A21-B8CF-8568DECD9847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076E3-147A-424B-9A02-83690E27576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+1</a:t>
            </a:r>
            <a:endParaRPr lang="da-DK" dirty="0" err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8AE471-1632-4C5B-9A22-8002EE8E3A7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C6862C-1BDB-48EE-9794-6258F4663A47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90E1C7-3BF4-4267-B501-9212CCC131D7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42016-4611-4F50-87BC-E8D9FFCA128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40000"/>
              <a:alpha val="4000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4000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40000"/>
                <a:alpha val="4000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29145CBB-6AEC-E4C9-6BFE-33C51271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7179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Elektrisk potentiel energi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Den elektriske potentielle </a:t>
                </a:r>
                <a:r>
                  <a:rPr lang="da-DK" dirty="0" err="1"/>
                  <a:t>energi’s</a:t>
                </a:r>
                <a:r>
                  <a:rPr lang="da-DK" dirty="0"/>
                  <a:t> nulpunkt er defineret til at være uendeligt langt væk (som for den </a:t>
                </a:r>
                <a:r>
                  <a:rPr lang="da-DK" dirty="0" err="1"/>
                  <a:t>gravitationelle</a:t>
                </a:r>
                <a:r>
                  <a:rPr lang="da-DK" dirty="0"/>
                  <a:t> potentielle energi)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Den potentielle elektriske energi er mellem to elektriske ladninger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a-DK" dirty="0"/>
                  <a:t> 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a-DK" dirty="0"/>
                  <a:t> og er defineret ved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 ker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 ker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i="1" ker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a-DK" i="1" kern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a-DK" kern="0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Du kan bruge den potentielle elektriske energi i f.eks. energibevarelse</a:t>
                </a:r>
              </a:p>
              <a:p>
                <a:pPr marL="0" indent="0">
                  <a:buNone/>
                </a:pPr>
                <a:endParaRPr lang="da-DK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Og arbejdssætningen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9312374" cy="4545578"/>
              </a:xfrm>
              <a:blipFill>
                <a:blip r:embed="rId5"/>
                <a:stretch>
                  <a:fillRect l="-1505" t="-1743" r="-150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0DBBADDF-1A5B-346F-5BAA-1C0BF49826E1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2884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Gravitation og elektrostatik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18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4320480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b="1" dirty="0"/>
                  <a:t>Gravitation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 err="1"/>
                  <a:t>Gravitationel</a:t>
                </a:r>
                <a:r>
                  <a:rPr lang="da-DK" dirty="0"/>
                  <a:t> kraft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i="1" dirty="0"/>
              </a:p>
              <a:p>
                <a:pPr marL="0" indent="0">
                  <a:buNone/>
                </a:pPr>
                <a:r>
                  <a:rPr lang="da-DK" dirty="0"/>
                  <a:t>Konservativ </a:t>
                </a:r>
                <a:endParaRPr lang="da-DK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Potentiel </a:t>
                </a:r>
                <a:r>
                  <a:rPr lang="da-DK" dirty="0" err="1"/>
                  <a:t>gravitationel</a:t>
                </a:r>
                <a:r>
                  <a:rPr lang="da-DK" dirty="0"/>
                  <a:t> energi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𝐺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3CAA8C-4921-E08A-9F30-955543474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4320480" cy="4545578"/>
              </a:xfrm>
              <a:blipFill>
                <a:blip r:embed="rId5"/>
                <a:stretch>
                  <a:fillRect l="-3244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53A3A59-F7C8-5A6C-B151-31077E73137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66620" y="1706328"/>
                <a:ext cx="4320480" cy="4545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marL="19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14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6156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828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1026000" indent="-1980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r">
                  <a:buFontTx/>
                  <a:buNone/>
                </a:pPr>
                <a:r>
                  <a:rPr lang="da-DK" b="1" kern="0" dirty="0"/>
                  <a:t>Elektrostatik</a:t>
                </a:r>
              </a:p>
              <a:p>
                <a:pPr marL="0" indent="0" algn="r">
                  <a:buFontTx/>
                  <a:buNone/>
                </a:pPr>
                <a:endParaRPr lang="da-DK" kern="0" dirty="0"/>
              </a:p>
              <a:p>
                <a:pPr marL="0" indent="0" algn="r">
                  <a:buFontTx/>
                  <a:buNone/>
                </a:pPr>
                <a:r>
                  <a:rPr lang="da-DK" kern="0" dirty="0"/>
                  <a:t>Elektrisk kraft</a:t>
                </a: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 b="0" i="0" kern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kern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kern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b="0" i="1" kern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da-DK" kern="0" dirty="0"/>
              </a:p>
              <a:p>
                <a:pPr marL="0" indent="0">
                  <a:buFontTx/>
                  <a:buNone/>
                </a:pPr>
                <a:endParaRPr lang="da-DK" i="1" kern="0" dirty="0"/>
              </a:p>
              <a:p>
                <a:pPr marL="0" indent="0" algn="r">
                  <a:buFontTx/>
                  <a:buNone/>
                </a:pPr>
                <a:r>
                  <a:rPr lang="da-DK" kern="0" dirty="0"/>
                  <a:t>Konservativ </a:t>
                </a:r>
                <a:endParaRPr lang="da-DK" i="1" kern="0" dirty="0">
                  <a:latin typeface="Cambria Math" panose="02040503050406030204" pitchFamily="18" charset="0"/>
                </a:endParaRPr>
              </a:p>
              <a:p>
                <a:pPr marL="0" indent="0" algn="r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 ker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 b="0" i="0" kern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kern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da-DK" kern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a-DK" kern="0" dirty="0"/>
              </a:p>
              <a:p>
                <a:pPr marL="0" indent="0">
                  <a:buFontTx/>
                  <a:buNone/>
                </a:pPr>
                <a:endParaRPr lang="da-DK" kern="0" dirty="0"/>
              </a:p>
              <a:p>
                <a:pPr marL="0" indent="0" algn="r">
                  <a:buFontTx/>
                  <a:buNone/>
                </a:pPr>
                <a:r>
                  <a:rPr lang="da-DK" kern="0" dirty="0"/>
                  <a:t>Potentiel elektrisk energi</a:t>
                </a: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a-DK" i="1" kern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 ker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 ker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i="1" ker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a-DK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kern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a-DK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a-DK" i="1" kern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a-DK" kern="0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53A3A59-F7C8-5A6C-B151-31077E73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6620" y="1706328"/>
                <a:ext cx="4320480" cy="4545578"/>
              </a:xfrm>
              <a:prstGeom prst="rect">
                <a:avLst/>
              </a:prstGeom>
              <a:blipFill>
                <a:blip r:embed="rId6"/>
                <a:stretch>
                  <a:fillRect t="-1743" r="-45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43E256BD-CB84-7907-3476-735655464B7D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44885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Gravitatationel og elektrisk kraft - hvad er sandt? 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71AC97-712A-4828-A25E-47A8765DC946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AD206B-9591-48D2-90D2-FE06B85D279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5AF0FFC2-0622-4100-ADCF-00D9833B327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2362FE-05CF-4C17-BE7E-085D25716096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DDFDE5-8E30-457C-921F-518690E6C8F9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3ED5B-B933-444E-9F8B-7876A1624B0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687AE-018E-4B96-A641-8CF318E48EA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77409-19A9-4759-A644-70502B0378C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Den elektriske kraft er typisk meget stærkere end tyngdekraften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AC6E9-603E-4D7D-A463-7BFDB3D06EC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8E8C31-56F4-44A6-A6AD-C6BC5E79C90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572834-C078-4CC5-B9FA-3A67EAB8778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D4066E-A805-49EE-805A-73029676F8B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Både tyngdekraften og den elektriske kraft kan være tiltrækkende og frastødende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9218C-5E5F-4936-B192-E5C98FE0BA58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6E129A-EF7B-404A-930F-9F6270C8B2DF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609DAD7-A7F8-4D19-8ECD-7B0FFA05456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891703-444F-4BDC-B834-824EBCD580D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Den elektriske kraft afhænger af objekters ladning på samme måde som tyngdekraften afhænger af objekters masse</a:t>
            </a:r>
            <a:endParaRPr lang="da-DK" dirty="0" err="1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0F6B6B-89D3-4198-A1E6-FE882AF438A1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D2A3BB-7E95-44FA-BC39-4874FE1B5ED0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933C829-9857-489F-883A-1A1FDB115BA6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F8B831-830F-4AEC-B228-4CC150472A43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Både den elektriske kraft og tyngdekraften er omvendt proportional med kvadratet på afstanden</a:t>
            </a:r>
            <a:endParaRPr lang="da-DK" dirty="0" err="1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EDC2C1-A2C8-4E93-9972-D4A032EBAC04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0546D3-32A5-4734-874D-0A8039BF95C5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064B8AE-6E7D-4F3E-9B03-C62910B5D502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866D5E7F-89F8-A171-155F-EDF4C917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5252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+mn-lt"/>
              </a:rPr>
              <a:t>Gravitatationel</a:t>
            </a:r>
            <a:r>
              <a:rPr lang="da-DK" dirty="0">
                <a:latin typeface="+mn-lt"/>
              </a:rPr>
              <a:t> og elektrisk kraft - hvad er sandt? 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0667CB-B3E7-42BC-9B87-675745B50463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44726E-B90D-4903-9A06-44969DA8D7C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4894F226-22E3-4F11-9B13-C3C85C5A238F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1D575D-E531-4F12-84EB-60AC9D6C91A1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12A46-9A83-4D08-ACAB-6CC02F945D0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DEAC8A-4121-4095-ABC6-A5146180645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6F2B4-6E86-459C-828D-1A0C4CD33CE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Den elektriske kraft er typisk meget stærkere end tyngdekraften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23114-D28E-49B4-A83A-1F847E5DE99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9F310C-E808-4EF0-B434-A7F641019B9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2A6698-E8B3-481C-9693-8D065D2A840B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1642F-D485-4A51-9110-A78ECEFD5FB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Både tyngdekraften og den elektriske kraft kan være tiltrækkende og frastødende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66F95-79B1-405D-91E3-2A26422D2AB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6DBF6B-D1C3-4B71-9C67-8F068E1EB727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5F9DCE-C6B2-472E-89F3-A9C063107942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68C545-8AFA-4E6E-9086-AA4E009A0742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Den elektriske kraft afhænger af objekters ladning på samme måde som tyngdekraften afhænger af objekters masse</a:t>
            </a:r>
            <a:endParaRPr lang="da-DK" dirty="0" err="1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62229-25AA-48F5-906E-89AF7EC599F8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4951C8-BCBD-4265-8127-A50E2F80B35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802345-1F88-41C0-97EA-E2775ED4F78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99D5B5-8080-438D-8124-C239116A73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Både den elektriske kraft og tyngdekraften er omvendt proportional med kvadratet på afstanden</a:t>
            </a:r>
            <a:endParaRPr lang="da-DK" dirty="0" err="1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26DF28-EEC2-4F68-9404-6F4F348DFC95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08B3E34-AF5C-4EC5-B195-7F7C6E3E6401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6FAFF3C-969F-4E6F-88A3-0CD6D5249A7C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350B33-49AF-47E9-9037-7824004D8832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40000"/>
              <a:alpha val="4000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4000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40000"/>
                <a:alpha val="4000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Date Placeholder 6">
            <a:extLst>
              <a:ext uri="{FF2B5EF4-FFF2-40B4-BE49-F238E27FC236}">
                <a16:creationId xmlns:a16="http://schemas.microsoft.com/office/drawing/2014/main" id="{8F38592A-7051-C4B4-019A-D6AFEAE0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6585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3CAA8C-4921-E08A-9F30-95554347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706328"/>
            <a:ext cx="9312374" cy="4545578"/>
          </a:xfrm>
        </p:spPr>
        <p:txBody>
          <a:bodyPr/>
          <a:lstStyle/>
          <a:p>
            <a:r>
              <a:rPr lang="da-DK" dirty="0"/>
              <a:t>Kende grundbegrebet elektrisk ladning og vide hvor de findes i naturen</a:t>
            </a:r>
          </a:p>
          <a:p>
            <a:endParaRPr lang="da-DK" dirty="0"/>
          </a:p>
          <a:p>
            <a:r>
              <a:rPr lang="da-DK" dirty="0"/>
              <a:t>Bruge Coulombkraften til kraftberegninger med elektriske ladninger</a:t>
            </a:r>
          </a:p>
          <a:p>
            <a:endParaRPr lang="da-DK" dirty="0"/>
          </a:p>
          <a:p>
            <a:r>
              <a:rPr lang="da-DK" dirty="0"/>
              <a:t>Regne på systemer ved at bruge energibevarelse og elektrisk potentiel energi</a:t>
            </a:r>
          </a:p>
          <a:p>
            <a:endParaRPr lang="da-DK" dirty="0"/>
          </a:p>
          <a:p>
            <a:r>
              <a:rPr lang="da-DK" dirty="0"/>
              <a:t>Tegne, udregne og fortolke elektriske felter fra punktladninger og ladningsfordelinger</a:t>
            </a:r>
          </a:p>
          <a:p>
            <a:endParaRPr lang="da-DK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3997A17-2ADA-8D63-8A11-CE4358E07C3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95556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Regneopgave m. potentiel energi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C5E25-282A-E9F3-C584-334FF5554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027" y="2168460"/>
            <a:ext cx="5988358" cy="2521080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197A5202-8C96-424B-BFFE-BBE6DA7DDC53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66093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Regneopgave m. potentiel energi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2B98F-3765-70B8-82B9-1DCEC3BA7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942" y="3573016"/>
            <a:ext cx="4752528" cy="2676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33D1AB-9F3C-E27B-A670-F5B592D5D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178" y="2734142"/>
            <a:ext cx="4752528" cy="6948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A876E2-5E77-1148-3963-F2C1E70779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4966" y="2183197"/>
            <a:ext cx="3888432" cy="4069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BF42C7-5406-D3F2-8769-BF5C668FAD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185" y="1542859"/>
            <a:ext cx="5661993" cy="597083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B52A0FC0-8F22-0959-B755-6EDD64CF05BE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67670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Elektrisk felt og feltlinjer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A6F773-BAFB-E9C0-F07B-D5D40B5CD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Det elektriske felt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da-DK" dirty="0"/>
                  <a:t> er en vektor og relaterer til den elektriske kraft på en partikel med ladningen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da-DK" dirty="0"/>
                  <a:t> ved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⃗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Det elektriske felt kan symboliseres med elektriske feltlinjer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Elektriske feltlinjer </a:t>
                </a:r>
                <a:r>
                  <a:rPr lang="da-DK" dirty="0">
                    <a:solidFill>
                      <a:schemeClr val="tx2"/>
                    </a:solidFill>
                  </a:rPr>
                  <a:t>går ud fra positive ladninger</a:t>
                </a:r>
                <a:r>
                  <a:rPr lang="da-DK" dirty="0"/>
                  <a:t> og </a:t>
                </a:r>
                <a:r>
                  <a:rPr lang="da-DK" dirty="0">
                    <a:solidFill>
                      <a:schemeClr val="accent2"/>
                    </a:solidFill>
                  </a:rPr>
                  <a:t>går ind i negative ladninger</a:t>
                </a:r>
                <a:r>
                  <a:rPr lang="da-DK" dirty="0"/>
                  <a:t> og viser derved retningen en </a:t>
                </a:r>
                <a:endParaRPr lang="da-DK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da-DK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da-DK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A6F773-BAFB-E9C0-F07B-D5D40B5CD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505" t="-938" b="-107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Electric Field Lines - Definition, Properties, Attraction &amp; Repulsion">
            <a:extLst>
              <a:ext uri="{FF2B5EF4-FFF2-40B4-BE49-F238E27FC236}">
                <a16:creationId xmlns:a16="http://schemas.microsoft.com/office/drawing/2014/main" id="{1781AAB5-306D-F7A5-84E6-5756B6310D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1"/>
          <a:stretch/>
        </p:blipFill>
        <p:spPr bwMode="auto">
          <a:xfrm>
            <a:off x="3766617" y="3406574"/>
            <a:ext cx="5328592" cy="212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0399A869-D0CF-0654-21B6-B16EB9F5EF73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30005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Elektrisk felt fra punktladning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A792E-FFEF-69EC-B9BA-E6F0F49639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157" y="2990827"/>
            <a:ext cx="7760099" cy="876345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F885356-6C4C-97BA-96EB-205108893F32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48236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Elektrisk felt fra punktladning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9CC108-7327-75DB-8170-7A57E1737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631" y="1628800"/>
            <a:ext cx="7779150" cy="2629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0AFBED-ABF1-9894-7A67-857009A4F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5631" y="4368017"/>
            <a:ext cx="8839654" cy="2063856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18364DF-5606-FF44-AFA8-D2A677E3DA5D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36308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Hvilke af cirklerne er negative ladninger?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7A5A51-D4BC-4618-AFA5-D7E6F5E681A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82E562-3000-4002-BCB1-CC18832E16F3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AC53FEDA-3EB2-47A2-80FA-04A00566BE75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9372BF-A411-4CA3-9884-A9FA7C06062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C1FA0-25E2-4C36-9F2C-4CAC865612F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AFA5D-5637-4E89-9190-0AAED03CD2D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E9667E-44BC-D389-3DDF-9A5C8246B788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133600" y="1790700"/>
            <a:ext cx="7912100" cy="44196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7ACAD0F6-9124-42C1-883E-4DBF9577D34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1D2ED171-D833-182F-00E7-1A0049DA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283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Hvilke af cirklerne er negative ladninger?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A519ED-64A5-404F-B233-2E8C1200EC4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6AF252-BE93-43CF-974F-45EEDE9DE624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8A30C2FD-4594-4848-BF35-9FAA5FEC9315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45ABEB-0125-4753-A551-B1D44C64786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04AAC-C359-4CC9-937C-8167C1E2953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B0F54-151D-45C5-B1BE-60A94BFFEA6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2F37B-EB98-9E3F-1874-3D39F9A58776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133600" y="1790700"/>
            <a:ext cx="7912100" cy="44196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790AC57-664D-4FAB-9D8A-DCFF72B465F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070600" y="3124200"/>
            <a:ext cx="596900" cy="584200"/>
          </a:xfrm>
          <a:prstGeom prst="ellipse">
            <a:avLst/>
          </a:prstGeom>
          <a:solidFill>
            <a:srgbClr val="79238E">
              <a:alpha val="25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1000"/>
              <a:alpha val="2000"/>
              <a:alpha val="3000"/>
              <a:alpha val="4000"/>
              <a:alpha val="5000"/>
              <a:alpha val="6000"/>
              <a:alpha val="7000"/>
              <a:alpha val="8000"/>
              <a:alpha val="9000"/>
              <a:alpha val="10000"/>
              <a:alpha val="11000"/>
              <a:alpha val="12000"/>
              <a:alpha val="13000"/>
              <a:alpha val="14000"/>
              <a:alpha val="15000"/>
              <a:alpha val="16000"/>
              <a:alpha val="17000"/>
              <a:alpha val="18000"/>
              <a:alpha val="19000"/>
              <a:alpha val="20000"/>
              <a:alpha val="21000"/>
              <a:alpha val="22000"/>
              <a:alpha val="23000"/>
              <a:alpha val="24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25400" cap="flat" cmpd="sng" algn="ctr">
            <a:solidFill>
              <a:srgbClr val="FFFFFF">
                <a:alpha val="10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"/>
                <a:alpha val="8000"/>
                <a:alpha val="12000"/>
                <a:alpha val="16000"/>
                <a:alpha val="20000"/>
                <a:alpha val="24000"/>
                <a:alpha val="28000"/>
                <a:alpha val="32000"/>
                <a:alpha val="36000"/>
                <a:alpha val="40000"/>
                <a:alpha val="44000"/>
                <a:alpha val="48000"/>
                <a:alpha val="52000"/>
                <a:alpha val="56000"/>
                <a:alpha val="60000"/>
                <a:alpha val="64000"/>
                <a:alpha val="68000"/>
                <a:alpha val="72000"/>
                <a:alpha val="76000"/>
                <a:alpha val="80000"/>
                <a:alpha val="84000"/>
                <a:alpha val="88000"/>
                <a:alpha val="92000"/>
                <a:alpha val="96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3389F5-552C-44B7-95F3-EDBE021209F0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451600" y="4724400"/>
            <a:ext cx="673100" cy="635000"/>
          </a:xfrm>
          <a:prstGeom prst="ellipse">
            <a:avLst/>
          </a:prstGeom>
          <a:solidFill>
            <a:srgbClr val="79238E">
              <a:alpha val="25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1000"/>
              <a:alpha val="2000"/>
              <a:alpha val="3000"/>
              <a:alpha val="4000"/>
              <a:alpha val="5000"/>
              <a:alpha val="6000"/>
              <a:alpha val="7000"/>
              <a:alpha val="8000"/>
              <a:alpha val="9000"/>
              <a:alpha val="10000"/>
              <a:alpha val="11000"/>
              <a:alpha val="12000"/>
              <a:alpha val="13000"/>
              <a:alpha val="14000"/>
              <a:alpha val="15000"/>
              <a:alpha val="16000"/>
              <a:alpha val="17000"/>
              <a:alpha val="18000"/>
              <a:alpha val="19000"/>
              <a:alpha val="20000"/>
              <a:alpha val="21000"/>
              <a:alpha val="22000"/>
              <a:alpha val="23000"/>
              <a:alpha val="24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25400" cap="flat" cmpd="sng" algn="ctr">
            <a:solidFill>
              <a:srgbClr val="FFFFFF">
                <a:alpha val="10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"/>
                <a:alpha val="8000"/>
                <a:alpha val="12000"/>
                <a:alpha val="16000"/>
                <a:alpha val="20000"/>
                <a:alpha val="24000"/>
                <a:alpha val="28000"/>
                <a:alpha val="32000"/>
                <a:alpha val="36000"/>
                <a:alpha val="40000"/>
                <a:alpha val="44000"/>
                <a:alpha val="48000"/>
                <a:alpha val="52000"/>
                <a:alpha val="56000"/>
                <a:alpha val="60000"/>
                <a:alpha val="64000"/>
                <a:alpha val="68000"/>
                <a:alpha val="72000"/>
                <a:alpha val="76000"/>
                <a:alpha val="80000"/>
                <a:alpha val="84000"/>
                <a:alpha val="88000"/>
                <a:alpha val="92000"/>
                <a:alpha val="96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217AEF-A573-46C5-A580-AEC930FD3802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40000"/>
              <a:alpha val="4000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4000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40000"/>
                <a:alpha val="4000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6" name="Date Placeholder 6">
            <a:extLst>
              <a:ext uri="{FF2B5EF4-FFF2-40B4-BE49-F238E27FC236}">
                <a16:creationId xmlns:a16="http://schemas.microsoft.com/office/drawing/2014/main" id="{B58D86C6-7548-955C-2B00-F7995728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3074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Elektriske felter fra ladningsfordelinger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A6F773-BAFB-E9C0-F07B-D5D40B5CD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Det elektriske felt fra flere punktladninger er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acc>
                        <m:accPr>
                          <m:chr m:val="̂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Det elektriske felt fra 1-, 2- og 3-dimensionelle ladningsfordelinger er givet ved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r>
                  <a:rPr lang="da-DK" dirty="0"/>
                  <a:t>1D: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limLoc m:val="undOvr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4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inje</m:t>
                        </m:r>
                      </m:sub>
                      <m:sup/>
                      <m:e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𝑑𝑙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nary>
                  </m:oMath>
                </a14:m>
                <a:r>
                  <a:rPr lang="da-DK" dirty="0"/>
                  <a:t> 		hvor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2D: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limLoc m:val="undOvr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overflade</m:t>
                        </m:r>
                      </m:sub>
                      <m:sup/>
                      <m:e>
                        <m:f>
                          <m:f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nary>
                  </m:oMath>
                </a14:m>
                <a:r>
                  <a:rPr lang="da-DK" dirty="0"/>
                  <a:t> 	hvor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r>
                  <a:rPr lang="da-DK" dirty="0"/>
                  <a:t>3D: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nary>
                      <m:naryPr>
                        <m:limLoc m:val="undOvr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volumen</m:t>
                        </m:r>
                      </m:sub>
                      <m:sup/>
                      <m:e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nary>
                  </m:oMath>
                </a14:m>
                <a:r>
                  <a:rPr lang="da-DK" dirty="0"/>
                  <a:t> 	hvor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a-DK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A6F773-BAFB-E9C0-F07B-D5D40B5CD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505" t="-1743" b="-1715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84B12B9-95B7-5AA9-C632-84E9F89D900D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05065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Regneopgave med elektrisk felt fra ladningsfordeling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A6F773-BAFB-E9C0-F07B-D5D40B5CD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4726" y="1706328"/>
                <a:ext cx="6048672" cy="45455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Hvad er det elektriske felt i afstanden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a-DK" dirty="0"/>
                  <a:t> fra et uendeligt plan med ladningstætheden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da-DK" dirty="0"/>
                  <a:t>?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overflade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a-DK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𝑑𝑟𝑑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da-DK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a-DK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acc>
                        <m:accPr>
                          <m:chr m:val="̂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da-DK" b="0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A6F773-BAFB-E9C0-F07B-D5D40B5CD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726" y="1706328"/>
                <a:ext cx="6048672" cy="4545578"/>
              </a:xfrm>
              <a:blipFill>
                <a:blip r:embed="rId5"/>
                <a:stretch>
                  <a:fillRect l="-2319" t="-1743" r="-31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46F631C-8C49-4D94-0DEF-B447900B0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1825" y="1112092"/>
            <a:ext cx="3590925" cy="2867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2AB247-E617-4B78-2083-E42531388CA3}"/>
                  </a:ext>
                </a:extLst>
              </p:cNvPr>
              <p:cNvSpPr txBox="1"/>
              <p:nvPr/>
            </p:nvSpPr>
            <p:spPr>
              <a:xfrm>
                <a:off x="9409065" y="4268411"/>
                <a:ext cx="2013243" cy="24622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2AB247-E617-4B78-2083-E42531388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065" y="4268411"/>
                <a:ext cx="2013243" cy="246221"/>
              </a:xfrm>
              <a:prstGeom prst="rect">
                <a:avLst/>
              </a:prstGeom>
              <a:blipFill>
                <a:blip r:embed="rId7"/>
                <a:stretch>
                  <a:fillRect l="-1194" r="-597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B81844-6AA6-6ED9-F3A7-65A16B8957A0}"/>
                  </a:ext>
                </a:extLst>
              </p:cNvPr>
              <p:cNvSpPr txBox="1"/>
              <p:nvPr/>
            </p:nvSpPr>
            <p:spPr>
              <a:xfrm>
                <a:off x="7319342" y="5000763"/>
                <a:ext cx="6097772" cy="400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func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B81844-6AA6-6ED9-F3A7-65A16B895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342" y="5000763"/>
                <a:ext cx="6097772" cy="400174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E5E7DFF2-13FB-B9D4-1F57-8C7B4C87FBE9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855691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3CAA8C-4921-E08A-9F30-955543474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706328"/>
            <a:ext cx="9312374" cy="4545578"/>
          </a:xfrm>
        </p:spPr>
        <p:txBody>
          <a:bodyPr/>
          <a:lstStyle/>
          <a:p>
            <a:r>
              <a:rPr lang="da-DK" dirty="0"/>
              <a:t>Kende grundbegrebet elektrisk ladning og vide hvor de findes i naturen</a:t>
            </a:r>
          </a:p>
          <a:p>
            <a:endParaRPr lang="da-DK" dirty="0"/>
          </a:p>
          <a:p>
            <a:r>
              <a:rPr lang="da-DK" dirty="0"/>
              <a:t>Bruge Coulombkraften til kraftberegninger med elektriske ladninger</a:t>
            </a:r>
          </a:p>
          <a:p>
            <a:endParaRPr lang="da-DK" dirty="0"/>
          </a:p>
          <a:p>
            <a:r>
              <a:rPr lang="da-DK" dirty="0"/>
              <a:t>Regne på systemer ved at bruge energibevarelse og elektrisk potentiel energi</a:t>
            </a:r>
          </a:p>
          <a:p>
            <a:endParaRPr lang="da-DK" dirty="0"/>
          </a:p>
          <a:p>
            <a:r>
              <a:rPr lang="da-DK" dirty="0"/>
              <a:t>Tegne, udregne og fortolke elektriske felter fra punktladninger og ladningsfordelinger</a:t>
            </a:r>
          </a:p>
          <a:p>
            <a:endParaRPr lang="da-DK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AA37043-B8D2-FC30-461C-D0101B148710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012868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latin typeface="+mn-lt"/>
              </a:rPr>
              <a:t>Hvad er lige nu mest uklart?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1690B2-5181-4F94-848C-DB4867C28F5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0/0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70DB8A-F013-4F15-8424-7B626451206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294A67E1-423B-4A5C-88E8-97E97A3F49B2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8F4ED7-8FA0-4090-B3BE-1DC350291C2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920131-9CCD-4714-9E43-4DA87BF4DF42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B5FE49-3D0A-4B94-883E-928E6912FBE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7EA62-22AC-4888-AE45-2AE8D36F846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D9529-BF3C-4924-BA98-0F40A21C108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Hvad er en elektrisk ladning?</a:t>
            </a:r>
            <a:endParaRPr lang="da-DK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CFE1D-D756-4A01-A517-D6DCB217EAE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37642C-A52A-4860-B933-FAA216E98DA4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0AEF1E-1B43-4238-AD19-5A0239B9C6EE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F7658-B4B6-4D32-B053-F03A85E890C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Coulombkraften </a:t>
            </a:r>
            <a:endParaRPr lang="da-DK" dirty="0" err="1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89816-AEE8-437E-864A-708C7868D2A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1E78C3-1264-427E-988E-99103F003BED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E8E1C0-067B-417E-83C9-177647A30F88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F9BD9-E126-4B77-A77D-E7D2D9CA803A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Elektrisk potentiel energi </a:t>
            </a:r>
            <a:endParaRPr lang="da-DK" dirty="0" err="1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F2C4A8-82FB-4618-8D84-AF478CF987BA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DA8B559-6DFD-45A5-84BE-401A525CE294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CA8454-2105-4B10-92E3-F8534AA6939D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4F28A4-C408-44CA-8F34-8374199A326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Elektriske felter og feltlinjer</a:t>
            </a:r>
            <a:endParaRPr lang="da-DK" dirty="0" err="1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608927-9DF5-4445-B402-F8481F7860F2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51F193-BDCF-4E49-A300-03752725B46B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8CB5656-B2E2-4AB0-930D-AEB46F9995AA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76A4DC95-1C0A-6027-978C-AA0F660D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4530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er lige nu mest uklart?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709A77-8E38-4A67-A260-50030CB3C96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0/0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D32709-7D06-421A-98E9-4BDCC00792C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Preparing Results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939DEE7D-BC8E-469D-B64B-BE6A3B1461D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99735D-F76B-4A99-B01D-5A69BC35CC25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7CD9C-E8D2-4FC4-B7C7-865CFBEF96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302DC3-0A98-4D2A-A0E4-8CF23838C59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179-270-284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F393B-8010-4CC7-8DB3-B52EE44A42A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Hvad er en elektrisk ladning?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A5244-47DB-420C-B89D-209E37E54BC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EBAA2B-FA51-4A86-9B83-22941D861BD5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A1EEB8-92CC-4DFA-A975-618B3E041C64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B65358-FC12-4770-AB42-DC269A36284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Coulombkraften </a:t>
            </a:r>
            <a:endParaRPr lang="da-DK" dirty="0" err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F2DAA-C386-4EB0-A5D8-546BAB28E21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1E9009-FDBB-4305-90DF-09E376B96E30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C9ED058-05FE-47FF-A11A-FCEB63D091F3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730BBB-A487-478E-9C70-7620B47DFC3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Elektrisk potentiel energi </a:t>
            </a:r>
            <a:endParaRPr lang="da-DK" dirty="0" err="1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E3F21D-7FEF-4D36-B001-D920BB581DCA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782F2E-DA05-4179-88B6-F370722FEF94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4A9BEE-1D73-4216-B278-6AFAFB8FC79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1BC27C-C3A2-4EBE-A9C3-E3A066B40A8B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Elektriske felter og feltlinjer</a:t>
            </a:r>
            <a:endParaRPr lang="da-DK" dirty="0" err="1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DA0BCE-B793-41BA-A5E7-53760EA60111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1442D7-C3B5-455F-9ED7-4F4BECC85EE4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8B4802-C613-4B50-91C6-131D9B0E7500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F62F3A-83B1-45BE-9D80-7DA5A04BD74D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40000"/>
              <a:alpha val="4000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4000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40000"/>
                <a:alpha val="4000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4000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3766063A-5527-9AB3-DE88-2C291D5F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 b="0" dirty="0"/>
              <a:t>E25 07</a:t>
            </a:r>
            <a:endParaRPr lang="en-GB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81549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Ligninger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E515E8-48A5-77CF-923C-6B456156F6A5}"/>
              </a:ext>
            </a:extLst>
          </p:cNvPr>
          <p:cNvGrpSpPr/>
          <p:nvPr/>
        </p:nvGrpSpPr>
        <p:grpSpPr>
          <a:xfrm>
            <a:off x="3746123" y="606280"/>
            <a:ext cx="7340977" cy="5645440"/>
            <a:chOff x="3751075" y="260648"/>
            <a:chExt cx="7340977" cy="56454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0DEF49-DB3C-B1F7-2CA0-FD32AF31A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51075" y="260648"/>
              <a:ext cx="5359675" cy="427377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D7D606E-9A62-D00D-4583-E9CFAEBBC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51075" y="4534418"/>
              <a:ext cx="7340977" cy="1371670"/>
            </a:xfrm>
            <a:prstGeom prst="rect">
              <a:avLst/>
            </a:prstGeom>
          </p:spPr>
        </p:pic>
      </p:grp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58344EA-BE75-1FD3-5308-29AE4BFDA5FB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5369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S" val="17927028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SLIDE" val="join_instructions_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.TEXT" val="join_instructions_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.CHECKERBOARD" val="x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0)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0)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0)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0)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0)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0)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0)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0)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0)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0)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0)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0)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0)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0)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0)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0)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0)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0)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)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)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)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)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)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)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)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)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)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)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)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)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)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)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)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)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)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)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)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)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)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)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)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)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)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)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)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)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)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)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)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3)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3)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3)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3)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3)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3)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3)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3)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3)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3)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3)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3)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3)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3)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3)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3)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3)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3)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3)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4)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4)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4)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4)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4)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4)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4)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4)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4)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4)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4)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4)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4)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4)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4)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4)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4)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5)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5)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5)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5)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5)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5)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5)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5)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6)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6)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6)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6)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6)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6)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6)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6)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6)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6)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6)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6)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6)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6)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6)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6)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6)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6)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6)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6)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6)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7)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7)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7)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7)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7)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7)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7)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7)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8)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8)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8)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8)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8)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8)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8)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8)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8)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8)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8)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8)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8)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8)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8)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8)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8)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8)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9)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9)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9)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9)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9)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9)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9)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9)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9)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9)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9)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9)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9)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9)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9)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9)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0)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0)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0)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0)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0)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0)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0)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0)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0)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0)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0)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0)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0)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0)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0)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1)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1)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1)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1)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1)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1)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1)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1)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1)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1)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1)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1)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1)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1)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1)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2)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2)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2)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2)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2)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2)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2)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2)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2)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2)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2)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2)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2)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2)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3)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3)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3)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3)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3)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3)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3)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3)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3)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3)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3)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3)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3)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4)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4)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4)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4)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4)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4)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4)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4)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4)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4)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4)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4)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5)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5)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5)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5)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5)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5)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5)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5)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5)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5)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5)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5)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5)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5)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6)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6)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6)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6)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6)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6)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6)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6)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6)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6)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6)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6)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6)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7)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7)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7)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7)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7)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7)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7)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7)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7)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7)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7)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7)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7)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7)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7)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7)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7)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7)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7)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7)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8)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8)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8)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8)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8)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8)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8)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8)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8)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8)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8)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8)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8)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8)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8)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8)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8)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8)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8)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9)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9)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9)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9)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9)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9)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9)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9)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9)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9)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9)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9)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9)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9)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0)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0)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0)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0)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0)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0)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0)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0)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0)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0)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0)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0)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0)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0)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0)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0)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1)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1)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1)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1)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1)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1)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1)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1)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1)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1)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1)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1)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2)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2)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2)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2)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2)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2)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2)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2)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2)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2)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2)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2)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2)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2)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2)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2)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3)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3)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3)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3)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3)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3)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3)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3)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3)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3)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3)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3)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4)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4)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4)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4)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4)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4)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4)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4)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4)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4)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4)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4)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4)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4)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4)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4)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5)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5)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5)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5)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5)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5)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5)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5)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5)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5)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5)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5)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5)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5)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6)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6)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6)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6)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6)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6)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6)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6)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6)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6)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6)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6)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6)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6)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6)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6)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6)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7)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7)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7)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7)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7)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7)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7)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7)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7)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7)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7)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7)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8)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8)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8)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8)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8)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8)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8)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8)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8)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8)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8)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8)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8)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8)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8)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8)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8)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305020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Hvad afhænger den gravitationelle kraft fra Jorden på dig af?&quot;,&quot;@type&quot;:&quot;MultipleChoiceQuestion&quot;,&quot;choices&quot;:[{&quot;id&quot;:&quot;16106833&quot;,&quot;alias&quot;:null,&quot;text&quot;:&quot;din masse&quot;,&quot;excludeFromResults&quot;:false,&quot;image&quot;:null,&quot;imageAltText&quot;:null,&quot;isCorrectAnswer&quot;:true},{&quot;id&quot;:&quot;16106834&quot;,&quot;alias&quot;:null,&quot;text&quot;:&quot;Jordens afstand til Solens centrum&quot;,&quot;excludeFromResults&quot;:false,&quot;image&quot;:null,&quot;imageAltText&quot;:null,&quot;isCorrectAnswer&quot;:false},{&quot;id&quot;:&quot;16106835&quot;,&quot;alias&quot;:null,&quot;text&quot;:&quot;Jordens masse&quot;,&quot;excludeFromResults&quot;:false,&quot;image&quot;:null,&quot;imageAltText&quot;:null,&quot;isCorrectAnswer&quot;:true},{&quot;id&quot;:&quot;16106836&quot;,&quot;alias&quot;:null,&quot;text&quot;:&quot;din afstand til Jordens centrum&quot;,&quot;excludeFromResults&quot;:false,&quot;image&quot;:null,&quot;imageAltText&quot;:null,&quot;isCorrectAnswer&quot;:true},{&quot;id&quot;:&quot;16106837&quot;,&quot;alias&quot;:null,&quot;text&quot;:&quot;din fart vinkelret på Jordens overflade&quot;,&quot;excludeFromResults&quot;:false,&quot;image&quot;:null,&quot;imageAltText&quot;:null,&quot;isCorrectAnswer&quot;:false},{&quot;id&quot;:&quot;16106838&quot;,&quot;alias&quot;:null,&quot;text&quot;:&quot;din fart parallelt med Jordens overflade&quot;,&quot;excludeFromResults&quot;:false,&quot;image&quot;:null,&quot;imageAltText&quot;:null,&quot;isCorrectAnswer&quot;:false}],&quot;resultFormat&quot;:&quot;%&quot;,&quot;minNumberSelections&quot;:1,&quot;maxNumberSelections&quot;:6,&quot;image&quot;:null}"/>
  <p:tag name="VEVOX.ORIGIN.SESSION.ID" val="656957"/>
  <p:tag name="VEVOX.ORIGIN.QUESTION.ID" val="4305020"/>
  <p:tag name="VEVOX.QUESTIONSLIDEID" val="580#963097554/823618996"/>
  <p:tag name="VEVOX.SLIDEFORMAT.VERSION" val="1.012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afhænger den gravitationelle kraft fra Jorden på dig af?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5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5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5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5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6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6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6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6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305020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Hvad afhænger den gravitationelle kraft fra Jorden på dig af?&quot;,&quot;@type&quot;:&quot;MultipleChoiceQuestion&quot;,&quot;choices&quot;:[{&quot;id&quot;:&quot;16106833&quot;,&quot;alias&quot;:null,&quot;text&quot;:&quot;din masse&quot;,&quot;excludeFromResults&quot;:false,&quot;image&quot;:null,&quot;imageAltText&quot;:null,&quot;isCorrectAnswer&quot;:true},{&quot;id&quot;:&quot;16106834&quot;,&quot;alias&quot;:null,&quot;text&quot;:&quot;Jordens afstand til Solens centrum&quot;,&quot;excludeFromResults&quot;:false,&quot;image&quot;:null,&quot;imageAltText&quot;:null,&quot;isCorrectAnswer&quot;:false},{&quot;id&quot;:&quot;16106835&quot;,&quot;alias&quot;:null,&quot;text&quot;:&quot;Jordens masse&quot;,&quot;excludeFromResults&quot;:false,&quot;image&quot;:null,&quot;imageAltText&quot;:null,&quot;isCorrectAnswer&quot;:true},{&quot;id&quot;:&quot;16106836&quot;,&quot;alias&quot;:null,&quot;text&quot;:&quot;din afstand til Jordens centrum&quot;,&quot;excludeFromResults&quot;:false,&quot;image&quot;:null,&quot;imageAltText&quot;:null,&quot;isCorrectAnswer&quot;:true},{&quot;id&quot;:&quot;16106837&quot;,&quot;alias&quot;:null,&quot;text&quot;:&quot;din fart vinkelret på Jordens overflade&quot;,&quot;excludeFromResults&quot;:false,&quot;image&quot;:null,&quot;imageAltText&quot;:null,&quot;isCorrectAnswer&quot;:false},{&quot;id&quot;:&quot;16106838&quot;,&quot;alias&quot;:null,&quot;text&quot;:&quot;din fart parallelt med Jordens overflade&quot;,&quot;excludeFromResults&quot;:false,&quot;image&quot;:null,&quot;imageAltText&quot;:null,&quot;isCorrectAnswer&quot;:false}],&quot;resultFormat&quot;:&quot;%&quot;,&quot;minNumberSelections&quot;:1,&quot;maxNumberSelections&quot;:6,&quot;image&quot;:null}"/>
  <p:tag name="VEVOX.QUESTIONSLIDEID" val="580#963097554/823618996"/>
  <p:tag name="VEVOX.SLIDEFORMAT.VERSION" val="1.012"/>
  <p:tag name="VEVOX.HASRESULTS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afhænger den gravitationelle kraft fra Jorden på dig af?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5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5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5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5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6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6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6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6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317185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@type&quot;:&quot;ClickMapQuestion&quot;,&quot;text&quot;:&quot;Hvilken retning peger de(n) virkende kræft(er) på partiklen med ladning q_2&quot;,&quot;correctAnswers&quot;:[{&quot;x&quot;:0.3621,&quot;y&quot;:0.7231,&quot;xRadius&quot;:0.0945,&quot;yRadius&quot;:0.0837},{&quot;x&quot;:0.4609,&quot;y&quot;:0.5601,&quot;xRadius&quot;:0.0654,&quot;yRadius&quot;:0.1322}],&quot;image&quot;:&quot;28334ced-bc2f-4433-bbeb-32bb400faf7e&quot;,&quot;maxNumberSelections&quot;:1,&quot;options&quot;:[]}"/>
  <p:tag name="VEVOX.ORIGIN.SESSION.ID" val="656957"/>
  <p:tag name="VEVOX.ORIGIN.QUESTION.ID" val="4317185"/>
  <p:tag name="VEVOX.QUESTIONSLIDEID" val="588#2664119037/1005145459"/>
  <p:tag name="VEVOX.SLIDEFORMAT.VERSION" val="1.012"/>
  <p:tag name="VEVOX.DEBUG.GIFTCARDINSERT" val=" Load attempt 1: image fetched. Load succesfull. load seems succesful. trying to insert. starting insert attempt 1: Insert seems succesful.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ilken retning peger de(n) virkende kræft(er) på partiklen med ladning q_2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I-IMAGE" val="POI-IMAG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317185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@type&quot;:&quot;ClickMapQuestion&quot;,&quot;text&quot;:&quot;Hvilken retning peger de(n) virkende kræft(er) på partiklen med ladning q_2&quot;,&quot;correctAnswers&quot;:[{&quot;x&quot;:0.3621,&quot;y&quot;:0.7231,&quot;xRadius&quot;:0.0945,&quot;yRadius&quot;:0.0837},{&quot;x&quot;:0.4609,&quot;y&quot;:0.5601,&quot;xRadius&quot;:0.0654,&quot;yRadius&quot;:0.1322}],&quot;image&quot;:&quot;28334ced-bc2f-4433-bbeb-32bb400faf7e&quot;,&quot;maxNumberSelections&quot;:1,&quot;options&quot;:[]}"/>
  <p:tag name="VEVOX.QUESTIONSLIDEID" val="588#2664119037/1005145459"/>
  <p:tag name="VEVOX.SLIDEFORMAT.VERSION" val="1.012"/>
  <p:tag name="VEVOX.HASRESULTS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ilken retning peger de(n) virkende kræft(er) på partiklen med ladning q_2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I-IMAGE" val="POI-IMAG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RRECTANSWERAREA" val="AREA0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RRECTANSWERAREA" val="AREA1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317149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Hvad er fortegnet på den elektriske potentielle energi?&quot;,&quot;@type&quot;:&quot;MultipleChoiceQuestion&quot;,&quot;choices&quot;:[{&quot;id&quot;:&quot;16147905&quot;,&quot;alias&quot;:null,&quot;text&quot;:&quot;-1&quot;,&quot;excludeFromResults&quot;:false,&quot;image&quot;:null,&quot;imageAltText&quot;:null,&quot;isCorrectAnswer&quot;:false},{&quot;id&quot;:&quot;16147906&quot;,&quot;alias&quot;:null,&quot;text&quot;:&quot;+1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ORIGIN.SESSION.ID" val="656957"/>
  <p:tag name="VEVOX.ORIGIN.QUESTION.ID" val="4317149"/>
  <p:tag name="VEVOX.QUESTIONSLIDEID" val="590#1959640110/715445096"/>
  <p:tag name="VEVOX.SLIDEFORMAT.VERSION" val="1.012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er fortegnet på den elektriske potentielle energi?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317149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Hvad er fortegnet på den elektriske potentielle energi?&quot;,&quot;@type&quot;:&quot;MultipleChoiceQuestion&quot;,&quot;choices&quot;:[{&quot;id&quot;:&quot;16147905&quot;,&quot;alias&quot;:null,&quot;text&quot;:&quot;-1&quot;,&quot;excludeFromResults&quot;:false,&quot;image&quot;:null,&quot;imageAltText&quot;:null,&quot;isCorrectAnswer&quot;:false},{&quot;id&quot;:&quot;16147906&quot;,&quot;alias&quot;:null,&quot;text&quot;:&quot;+1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QUESTIONSLIDEID" val="590#1959640110/715445096"/>
  <p:tag name="VEVOX.SLIDEFORMAT.VERSION" val="1.012"/>
  <p:tag name="VEVOX.HASRESULTS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er fortegnet på den elektriske potentielle energi?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317110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Gravitatationel og elektrisk kraft - hvad er sandt? &quot;,&quot;@type&quot;:&quot;MultipleChoiceQuestion&quot;,&quot;choices&quot;:[{&quot;id&quot;:&quot;16147781&quot;,&quot;alias&quot;:null,&quot;text&quot;:&quot;Den elektriske kraft er typisk meget stærkere end tyngdekraften&quot;,&quot;excludeFromResults&quot;:false,&quot;image&quot;:null,&quot;imageAltText&quot;:null,&quot;isCorrectAnswer&quot;:true},{&quot;id&quot;:&quot;16147782&quot;,&quot;alias&quot;:null,&quot;text&quot;:&quot;Både tyngdekraften og den elektriske kraft kan være tiltrækkende og frastødende&quot;,&quot;excludeFromResults&quot;:false,&quot;image&quot;:null,&quot;imageAltText&quot;:null,&quot;isCorrectAnswer&quot;:false},{&quot;id&quot;:&quot;16147783&quot;,&quot;alias&quot;:null,&quot;text&quot;:&quot;Den elektriske kraft afhænger af objekters ladning på samme måde som tyngdekraften afhænger af objekters masse&quot;,&quot;excludeFromResults&quot;:false,&quot;image&quot;:null,&quot;imageAltText&quot;:null,&quot;isCorrectAnswer&quot;:true},{&quot;id&quot;:&quot;16147784&quot;,&quot;alias&quot;:null,&quot;text&quot;:&quot;Både den elektriske kraft og tyngdekraften er omvendt proportional med kvadratet på afstanden&quot;,&quot;excludeFromResults&quot;:false,&quot;image&quot;:null,&quot;imageAltText&quot;:null,&quot;isCorrectAnswer&quot;:true}],&quot;resultFormat&quot;:&quot;%&quot;,&quot;minNumberSelections&quot;:1,&quot;maxNumberSelections&quot;:4,&quot;image&quot;:null}"/>
  <p:tag name="VEVOX.ORIGIN.SESSION.ID" val="656957"/>
  <p:tag name="VEVOX.ORIGIN.QUESTION.ID" val="4317110"/>
  <p:tag name="VEVOX.QUESTIONSLIDEID" val="583#2225252970/336256823"/>
  <p:tag name="VEVOX.SLIDEFORMAT.VERSION" val="1.012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Gravitatationel og elektrisk kraft - hvad er sandt? 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317110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Gravitatationel og elektrisk kraft - hvad er sandt? &quot;,&quot;@type&quot;:&quot;MultipleChoiceQuestion&quot;,&quot;choices&quot;:[{&quot;id&quot;:&quot;16147781&quot;,&quot;alias&quot;:null,&quot;text&quot;:&quot;Den elektriske kraft er typisk meget stærkere end tyngdekraften&quot;,&quot;excludeFromResults&quot;:false,&quot;image&quot;:null,&quot;imageAltText&quot;:null,&quot;isCorrectAnswer&quot;:true},{&quot;id&quot;:&quot;16147782&quot;,&quot;alias&quot;:null,&quot;text&quot;:&quot;Både tyngdekraften og den elektriske kraft kan være tiltrækkende og frastødende&quot;,&quot;excludeFromResults&quot;:false,&quot;image&quot;:null,&quot;imageAltText&quot;:null,&quot;isCorrectAnswer&quot;:false},{&quot;id&quot;:&quot;16147783&quot;,&quot;alias&quot;:null,&quot;text&quot;:&quot;Den elektriske kraft afhænger af objekters ladning på samme måde som tyngdekraften afhænger af objekters masse&quot;,&quot;excludeFromResults&quot;:false,&quot;image&quot;:null,&quot;imageAltText&quot;:null,&quot;isCorrectAnswer&quot;:true},{&quot;id&quot;:&quot;16147784&quot;,&quot;alias&quot;:null,&quot;text&quot;:&quot;Både den elektriske kraft og tyngdekraften er omvendt proportional med kvadratet på afstanden&quot;,&quot;excludeFromResults&quot;:false,&quot;image&quot;:null,&quot;imageAltText&quot;:null,&quot;isCorrectAnswer&quot;:true}],&quot;resultFormat&quot;:&quot;%&quot;,&quot;minNumberSelections&quot;:1,&quot;maxNumberSelections&quot;:4,&quot;image&quot;:null}"/>
  <p:tag name="VEVOX.QUESTIONSLIDEID" val="583#2225252970/336256823"/>
  <p:tag name="VEVOX.SLIDEFORMAT.VERSION" val="1.012"/>
  <p:tag name="VEVOX.HASRESULTS" val="tru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317206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@type&quot;:&quot;ClickMapQuestion&quot;,&quot;text&quot;:&quot;Hvilke af cirklerne er negative ladninger?&quot;,&quot;correctAnswers&quot;:[{&quot;x&quot;:0.5362,&quot;y&quot;:0.3706,&quot;xRadius&quot;:0.0382,&quot;yRadius&quot;:0.0661},{&quot;x&quot;:0.5904,&quot;y&quot;:0.7385,&quot;xRadius&quot;:0.0431,&quot;yRadius&quot;:0.0727}],&quot;image&quot;:&quot;eff9449d-45d2-4fb8-966d-26fd6f1d97db&quot;,&quot;maxNumberSelections&quot;:1,&quot;options&quot;:[]}"/>
  <p:tag name="VEVOX.ORIGIN.SESSION.ID" val="656957"/>
  <p:tag name="VEVOX.ORIGIN.QUESTION.ID" val="4317206"/>
  <p:tag name="VEVOX.QUESTIONSLIDEID" val="585#395283673/154873049"/>
  <p:tag name="VEVOX.SLIDEFORMAT.VERSION" val="1.012"/>
  <p:tag name="VEVOX.DEBUG.GIFTCARDINSERT" val=" Load attempt 1: image fetched. Load succesfull. load seems succesful. trying to insert. starting insert attempt 1: Insert seems succesful.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ilke af cirklerne er negative ladninger?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I-IMAGE" val="POI-IMAG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317206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@type&quot;:&quot;ClickMapQuestion&quot;,&quot;text&quot;:&quot;Hvilke af cirklerne er negative ladninger?&quot;,&quot;correctAnswers&quot;:[{&quot;x&quot;:0.5362,&quot;y&quot;:0.3706,&quot;xRadius&quot;:0.0382,&quot;yRadius&quot;:0.0661},{&quot;x&quot;:0.5904,&quot;y&quot;:0.7385,&quot;xRadius&quot;:0.0431,&quot;yRadius&quot;:0.0727}],&quot;image&quot;:&quot;eff9449d-45d2-4fb8-966d-26fd6f1d97db&quot;,&quot;maxNumberSelections&quot;:1,&quot;options&quot;:[]}"/>
  <p:tag name="VEVOX.QUESTIONSLIDEID" val="585#395283673/154873049"/>
  <p:tag name="VEVOX.SLIDEFORMAT.VERSION" val="1.012"/>
  <p:tag name="VEVOX.HASRESULTS" val="tru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ilke af cirklerne er negative ladninger?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I-IMAGE" val="POI-IMAG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RRECTANSWERAREA" val="AREA0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RRECTANSWERAREA" val="AREA1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317223&quot;,&quot;questionSettings&quot;:{&quot;automaticpolltimer.enabled&quot;:&quot;true&quot;,&quot;automaticpolltimer.seconds&quot;:&quot;9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Hvad er lige nu mest uklart?&quot;,&quot;@type&quot;:&quot;MultipleChoiceQuestion&quot;,&quot;choices&quot;:[{&quot;id&quot;:&quot;16148150&quot;,&quot;alias&quot;:null,&quot;text&quot;:&quot;Hvad er en elektrisk ladning?&quot;,&quot;excludeFromResults&quot;:false,&quot;image&quot;:null,&quot;imageAltText&quot;:null,&quot;isCorrectAnswer&quot;:false},{&quot;id&quot;:&quot;16148151&quot;,&quot;alias&quot;:null,&quot;text&quot;:&quot;Coulombkraften &quot;,&quot;excludeFromResults&quot;:false,&quot;image&quot;:null,&quot;imageAltText&quot;:null,&quot;isCorrectAnswer&quot;:false},{&quot;id&quot;:&quot;16148152&quot;,&quot;alias&quot;:null,&quot;text&quot;:&quot;Elektrisk potentiel energi &quot;,&quot;excludeFromResults&quot;:false,&quot;image&quot;:null,&quot;imageAltText&quot;:null,&quot;isCorrectAnswer&quot;:false},{&quot;id&quot;:&quot;16148153&quot;,&quot;alias&quot;:null,&quot;text&quot;:&quot;Elektriske felter og feltlinjer&quot;,&quot;excludeFromResults&quot;:false,&quot;image&quot;:null,&quot;imageAltText&quot;:null,&quot;isCorrectAnswer&quot;:false}],&quot;resultFormat&quot;:&quot;%&quot;,&quot;minNumberSelections&quot;:1,&quot;maxNumberSelections&quot;:4,&quot;image&quot;:null}"/>
  <p:tag name="VEVOX.ORIGIN.SESSION.ID" val="656957"/>
  <p:tag name="VEVOX.ORIGIN.QUESTION.ID" val="4317223"/>
  <p:tag name="VEVOX.QUESTIONSLIDEID" val="592#2724530192/318661602"/>
  <p:tag name="VEVOX.SLIDEFORMAT.VERSION" val="1.012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317223&quot;,&quot;questionSettings&quot;:{&quot;automaticpolltimer.enabled&quot;:&quot;true&quot;,&quot;automaticpolltimer.seconds&quot;:&quot;9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&quot;&quot;,&quot;text&quot;:&quot;Hvad er lige nu mest uklart?&quot;,&quot;@type&quot;:&quot;MultipleChoiceQuestion&quot;,&quot;choices&quot;:[{&quot;id&quot;:&quot;16148150&quot;,&quot;alias&quot;:null,&quot;text&quot;:&quot;Hvad er en elektrisk ladning?&quot;,&quot;excludeFromResults&quot;:false,&quot;image&quot;:null,&quot;imageAltText&quot;:null,&quot;isCorrectAnswer&quot;:false},{&quot;id&quot;:&quot;16148151&quot;,&quot;alias&quot;:null,&quot;text&quot;:&quot;Coulombkraften &quot;,&quot;excludeFromResults&quot;:false,&quot;image&quot;:null,&quot;imageAltText&quot;:null,&quot;isCorrectAnswer&quot;:false},{&quot;id&quot;:&quot;16148152&quot;,&quot;alias&quot;:null,&quot;text&quot;:&quot;Elektrisk potentiel energi &quot;,&quot;excludeFromResults&quot;:false,&quot;image&quot;:null,&quot;imageAltText&quot;:null,&quot;isCorrectAnswer&quot;:false},{&quot;id&quot;:&quot;16148153&quot;,&quot;alias&quot;:null,&quot;text&quot;:&quot;Elektriske felter og feltlinjer&quot;,&quot;excludeFromResults&quot;:false,&quot;image&quot;:null,&quot;imageAltText&quot;:null,&quot;isCorrectAnswer&quot;:false}],&quot;resultFormat&quot;:&quot;%&quot;,&quot;minNumberSelections&quot;:1,&quot;maxNumberSelections&quot;:4,&quot;image&quot;:null}"/>
  <p:tag name="VEVOX.QUESTIONSLIDEID" val="592#2724530192/318661602"/>
  <p:tag name="VEVOX.SLIDEFORMAT.VERSION" val="1.012"/>
  <p:tag name="VEVOX.HASRESULTS" val="tru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er lige nu mest uklart?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9525" cap="flat" cmpd="sng" algn="ctr">
          <a:solidFill>
            <a:schemeClr val="bg2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Purple.potx" id="{88716A68-633E-4D70-A4D2-2D3AA1AE5AE0}" vid="{02BDD6D5-4002-448F-B391-F9FF711AEBB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6A8696-BED7-4849-91E3-4A79F26EAD7F}">
  <we:reference id="wa200004709" version="1.1.0.2" store="da-DK" storeType="OMEX"/>
  <we:alternateReferences>
    <we:reference id="wa200004709" version="1.1.0.2" store="wa200004709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item1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2.xml><?xml version="1.0" encoding="utf-8"?>
<TemplafyTemplateConfiguration><![CDATA[{"elementsMetadata":[],"transformationConfigurations":[{"language":"{{DocumentLanguage}}","disableUpdates":false,"type":"proofingLanguage"}],"templateName":"DTU Template 16_9 - Purple","templateDescription":"","enableDocumentContentUpdater":true,"version":"1.2"}]]></TemplafyTemplateConfiguratio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elementsMetadata":[],"documentContentValidatorConfiguration":{"enableDocumentContentValidator":false,"documentContentValidatorVersion":0},"slideId":"636957682264057965","enableDocumentContentUpdater":true,"version":"1.2"}]]></TemplafySlideTemplateConfiguration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2264213454","enableDocumentContentUpdater":true,"version":"1.2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4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6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4.xml><?xml version="1.0" encoding="utf-8"?>
<TemplafySlideFormConfiguration><![CDATA[{"formFields":[],"formDataEntries":[]}]]></TemplafySlideFormConfiguration>
</file>

<file path=customXml/item3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69ED2CA6-29BB-4407-9012-18ED2ECCD16E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7F5750AA-C6B9-4663-B6E6-4EC48824AB7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5483110-4746-407F-A75B-5A22B2B637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3DDA3FCE-722B-427B-BDA5-3BF57CCC492F}">
  <ds:schemaRefs>
    <ds:schemaRef ds:uri="http://www.w3.org/XML/1998/namespace"/>
    <ds:schemaRef ds:uri="683dcda1-f8c3-442f-ae64-e236c052732d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715bde23-c48d-41ea-a697-dffaa8fbae8d"/>
    <ds:schemaRef ds:uri="http://schemas.microsoft.com/office/2006/metadata/properties"/>
    <ds:schemaRef ds:uri="http://purl.org/dc/terms/"/>
  </ds:schemaRefs>
</ds:datastoreItem>
</file>

<file path=customXml/itemProps6.xml><?xml version="1.0" encoding="utf-8"?>
<ds:datastoreItem xmlns:ds="http://schemas.openxmlformats.org/officeDocument/2006/customXml" ds:itemID="{A24B75EB-8202-4907-9D1E-5F9CF0C29483}">
  <ds:schemaRefs/>
</ds:datastoreItem>
</file>

<file path=customXml/itemProps7.xml><?xml version="1.0" encoding="utf-8"?>
<ds:datastoreItem xmlns:ds="http://schemas.openxmlformats.org/officeDocument/2006/customXml" ds:itemID="{ECA1DA60-FB17-4EB5-97F4-62F99A1A733D}">
  <ds:schemaRefs/>
</ds:datastoreItem>
</file>

<file path=customXml/itemProps8.xml><?xml version="1.0" encoding="utf-8"?>
<ds:datastoreItem xmlns:ds="http://schemas.openxmlformats.org/officeDocument/2006/customXml" ds:itemID="{B30A78E7-315B-4170-8116-72928D1FEAD9}">
  <ds:schemaRefs/>
</ds:datastoreItem>
</file>

<file path=customXml/itemProps9.xml><?xml version="1.0" encoding="utf-8"?>
<ds:datastoreItem xmlns:ds="http://schemas.openxmlformats.org/officeDocument/2006/customXml" ds:itemID="{E618FA3B-8A67-40AE-8AE5-229504AB69D3}">
  <ds:schemaRefs/>
</ds:datastoreItem>
</file>

<file path=customXml/itemProps10.xml><?xml version="1.0" encoding="utf-8"?>
<ds:datastoreItem xmlns:ds="http://schemas.openxmlformats.org/officeDocument/2006/customXml" ds:itemID="{46195A23-70CA-44E4-9880-318A00F024DD}">
  <ds:schemaRefs/>
</ds:datastoreItem>
</file>

<file path=customXml/itemProps11.xml><?xml version="1.0" encoding="utf-8"?>
<ds:datastoreItem xmlns:ds="http://schemas.openxmlformats.org/officeDocument/2006/customXml" ds:itemID="{741A2756-D75B-48D1-A372-02C9F9B05DA2}">
  <ds:schemaRefs/>
</ds:datastoreItem>
</file>

<file path=customXml/itemProps12.xml><?xml version="1.0" encoding="utf-8"?>
<ds:datastoreItem xmlns:ds="http://schemas.openxmlformats.org/officeDocument/2006/customXml" ds:itemID="{A7531436-84C4-410F-9B5A-CF15E06FCD84}">
  <ds:schemaRefs/>
</ds:datastoreItem>
</file>

<file path=customXml/itemProps13.xml><?xml version="1.0" encoding="utf-8"?>
<ds:datastoreItem xmlns:ds="http://schemas.openxmlformats.org/officeDocument/2006/customXml" ds:itemID="{65D771AA-394E-4128-8359-8C567784029E}">
  <ds:schemaRefs/>
</ds:datastoreItem>
</file>

<file path=customXml/itemProps14.xml><?xml version="1.0" encoding="utf-8"?>
<ds:datastoreItem xmlns:ds="http://schemas.openxmlformats.org/officeDocument/2006/customXml" ds:itemID="{F1CAE928-6F6A-4095-A1C4-76F481A3F24D}">
  <ds:schemaRefs/>
</ds:datastoreItem>
</file>

<file path=customXml/itemProps15.xml><?xml version="1.0" encoding="utf-8"?>
<ds:datastoreItem xmlns:ds="http://schemas.openxmlformats.org/officeDocument/2006/customXml" ds:itemID="{E7C79710-9273-47B7-A38C-789BDCC78A6B}">
  <ds:schemaRefs/>
</ds:datastoreItem>
</file>

<file path=customXml/itemProps16.xml><?xml version="1.0" encoding="utf-8"?>
<ds:datastoreItem xmlns:ds="http://schemas.openxmlformats.org/officeDocument/2006/customXml" ds:itemID="{88B9CFC3-E3F0-47E1-A26F-AC504C2346D9}">
  <ds:schemaRefs/>
</ds:datastoreItem>
</file>

<file path=customXml/itemProps17.xml><?xml version="1.0" encoding="utf-8"?>
<ds:datastoreItem xmlns:ds="http://schemas.openxmlformats.org/officeDocument/2006/customXml" ds:itemID="{3634CA00-0061-457C-81A5-901002CDEA13}">
  <ds:schemaRefs/>
</ds:datastoreItem>
</file>

<file path=customXml/itemProps18.xml><?xml version="1.0" encoding="utf-8"?>
<ds:datastoreItem xmlns:ds="http://schemas.openxmlformats.org/officeDocument/2006/customXml" ds:itemID="{3208051C-C169-4E40-AB8A-34A22F3DA928}">
  <ds:schemaRefs/>
</ds:datastoreItem>
</file>

<file path=customXml/itemProps19.xml><?xml version="1.0" encoding="utf-8"?>
<ds:datastoreItem xmlns:ds="http://schemas.openxmlformats.org/officeDocument/2006/customXml" ds:itemID="{4A1CCB07-67DE-4772-8A92-8A9CF96864F1}">
  <ds:schemaRefs/>
</ds:datastoreItem>
</file>

<file path=customXml/itemProps20.xml><?xml version="1.0" encoding="utf-8"?>
<ds:datastoreItem xmlns:ds="http://schemas.openxmlformats.org/officeDocument/2006/customXml" ds:itemID="{197CCF9E-A11D-4B48-B8C6-8A584AC654FE}">
  <ds:schemaRefs/>
</ds:datastoreItem>
</file>

<file path=customXml/itemProps21.xml><?xml version="1.0" encoding="utf-8"?>
<ds:datastoreItem xmlns:ds="http://schemas.openxmlformats.org/officeDocument/2006/customXml" ds:itemID="{A2C413EE-7756-4501-BFFE-2349F92EBEC6}">
  <ds:schemaRefs/>
</ds:datastoreItem>
</file>

<file path=customXml/itemProps22.xml><?xml version="1.0" encoding="utf-8"?>
<ds:datastoreItem xmlns:ds="http://schemas.openxmlformats.org/officeDocument/2006/customXml" ds:itemID="{5EBDF20A-AD96-445F-B322-DF049628B0C1}">
  <ds:schemaRefs/>
</ds:datastoreItem>
</file>

<file path=customXml/itemProps23.xml><?xml version="1.0" encoding="utf-8"?>
<ds:datastoreItem xmlns:ds="http://schemas.openxmlformats.org/officeDocument/2006/customXml" ds:itemID="{539ED4DB-7432-4E4F-9AC5-AF909DCC9B6A}">
  <ds:schemaRefs/>
</ds:datastoreItem>
</file>

<file path=customXml/itemProps24.xml><?xml version="1.0" encoding="utf-8"?>
<ds:datastoreItem xmlns:ds="http://schemas.openxmlformats.org/officeDocument/2006/customXml" ds:itemID="{5CCEA911-CECA-4085-8D50-9B90C51DF398}">
  <ds:schemaRefs/>
</ds:datastoreItem>
</file>

<file path=customXml/itemProps25.xml><?xml version="1.0" encoding="utf-8"?>
<ds:datastoreItem xmlns:ds="http://schemas.openxmlformats.org/officeDocument/2006/customXml" ds:itemID="{0B1DC4B1-4B48-4C47-8B20-A309E80CA9F8}">
  <ds:schemaRefs/>
</ds:datastoreItem>
</file>

<file path=customXml/itemProps26.xml><?xml version="1.0" encoding="utf-8"?>
<ds:datastoreItem xmlns:ds="http://schemas.openxmlformats.org/officeDocument/2006/customXml" ds:itemID="{83560085-1259-4BCE-AD17-CFD621465BB5}">
  <ds:schemaRefs/>
</ds:datastoreItem>
</file>

<file path=customXml/itemProps27.xml><?xml version="1.0" encoding="utf-8"?>
<ds:datastoreItem xmlns:ds="http://schemas.openxmlformats.org/officeDocument/2006/customXml" ds:itemID="{55508D15-AAFF-40FB-9D25-4097BB8EBB32}">
  <ds:schemaRefs/>
</ds:datastoreItem>
</file>

<file path=customXml/itemProps28.xml><?xml version="1.0" encoding="utf-8"?>
<ds:datastoreItem xmlns:ds="http://schemas.openxmlformats.org/officeDocument/2006/customXml" ds:itemID="{FF333DEF-B675-4080-B390-BB4F75647196}">
  <ds:schemaRefs/>
</ds:datastoreItem>
</file>

<file path=customXml/itemProps29.xml><?xml version="1.0" encoding="utf-8"?>
<ds:datastoreItem xmlns:ds="http://schemas.openxmlformats.org/officeDocument/2006/customXml" ds:itemID="{31E35458-8A9E-46D3-980C-052AB3FC1664}">
  <ds:schemaRefs/>
</ds:datastoreItem>
</file>

<file path=customXml/itemProps30.xml><?xml version="1.0" encoding="utf-8"?>
<ds:datastoreItem xmlns:ds="http://schemas.openxmlformats.org/officeDocument/2006/customXml" ds:itemID="{759FA964-09E8-4F40-9EA0-BA8C44E4686B}">
  <ds:schemaRefs/>
</ds:datastoreItem>
</file>

<file path=customXml/itemProps31.xml><?xml version="1.0" encoding="utf-8"?>
<ds:datastoreItem xmlns:ds="http://schemas.openxmlformats.org/officeDocument/2006/customXml" ds:itemID="{36058246-CA9B-4517-B4A2-18D5AD2B7BA7}">
  <ds:schemaRefs/>
</ds:datastoreItem>
</file>

<file path=customXml/itemProps32.xml><?xml version="1.0" encoding="utf-8"?>
<ds:datastoreItem xmlns:ds="http://schemas.openxmlformats.org/officeDocument/2006/customXml" ds:itemID="{D879609E-FF86-4D36-BA1E-D420CB616FBA}">
  <ds:schemaRefs/>
</ds:datastoreItem>
</file>

<file path=customXml/itemProps33.xml><?xml version="1.0" encoding="utf-8"?>
<ds:datastoreItem xmlns:ds="http://schemas.openxmlformats.org/officeDocument/2006/customXml" ds:itemID="{8F54EED7-E1F0-4A9C-970A-6572374C367A}">
  <ds:schemaRefs/>
</ds:datastoreItem>
</file>

<file path=customXml/itemProps34.xml><?xml version="1.0" encoding="utf-8"?>
<ds:datastoreItem xmlns:ds="http://schemas.openxmlformats.org/officeDocument/2006/customXml" ds:itemID="{2E27A5F4-8C3C-4C59-BA5D-4D58DBAF5371}">
  <ds:schemaRefs/>
</ds:datastoreItem>
</file>

<file path=customXml/itemProps35.xml><?xml version="1.0" encoding="utf-8"?>
<ds:datastoreItem xmlns:ds="http://schemas.openxmlformats.org/officeDocument/2006/customXml" ds:itemID="{1AE25297-ADCA-450A-B328-FA131AB2B676}">
  <ds:schemaRefs/>
</ds:datastoreItem>
</file>

<file path=customXml/itemProps36.xml><?xml version="1.0" encoding="utf-8"?>
<ds:datastoreItem xmlns:ds="http://schemas.openxmlformats.org/officeDocument/2006/customXml" ds:itemID="{50E59BA0-712C-4A2C-82F8-199A23A2AB6B}">
  <ds:schemaRefs/>
</ds:datastoreItem>
</file>

<file path=customXml/itemProps37.xml><?xml version="1.0" encoding="utf-8"?>
<ds:datastoreItem xmlns:ds="http://schemas.openxmlformats.org/officeDocument/2006/customXml" ds:itemID="{7DF1C973-1C88-4B1D-92EC-B45723F480F3}">
  <ds:schemaRefs/>
</ds:datastoreItem>
</file>

<file path=customXml/itemProps38.xml><?xml version="1.0" encoding="utf-8"?>
<ds:datastoreItem xmlns:ds="http://schemas.openxmlformats.org/officeDocument/2006/customXml" ds:itemID="{5D034885-78CC-450B-A364-B1FFE1F9E65F}">
  <ds:schemaRefs/>
</ds:datastoreItem>
</file>

<file path=customXml/itemProps39.xml><?xml version="1.0" encoding="utf-8"?>
<ds:datastoreItem xmlns:ds="http://schemas.openxmlformats.org/officeDocument/2006/customXml" ds:itemID="{B0D49C88-1E15-4140-85BC-E0C9200B07E6}">
  <ds:schemaRefs/>
</ds:datastoreItem>
</file>

<file path=customXml/itemProps40.xml><?xml version="1.0" encoding="utf-8"?>
<ds:datastoreItem xmlns:ds="http://schemas.openxmlformats.org/officeDocument/2006/customXml" ds:itemID="{CA0E24DD-6EDB-42D8-94F0-1F760AB61AD7}">
  <ds:schemaRefs/>
</ds:datastoreItem>
</file>

<file path=customXml/itemProps41.xml><?xml version="1.0" encoding="utf-8"?>
<ds:datastoreItem xmlns:ds="http://schemas.openxmlformats.org/officeDocument/2006/customXml" ds:itemID="{41B771D3-8594-4252-AE7C-04BDAD183089}">
  <ds:schemaRefs/>
</ds:datastoreItem>
</file>

<file path=customXml/itemProps42.xml><?xml version="1.0" encoding="utf-8"?>
<ds:datastoreItem xmlns:ds="http://schemas.openxmlformats.org/officeDocument/2006/customXml" ds:itemID="{8885DE26-8BCE-42B4-8549-9A1982C95C9F}">
  <ds:schemaRefs/>
</ds:datastoreItem>
</file>

<file path=customXml/itemProps43.xml><?xml version="1.0" encoding="utf-8"?>
<ds:datastoreItem xmlns:ds="http://schemas.openxmlformats.org/officeDocument/2006/customXml" ds:itemID="{F201ADEB-5876-46F4-8F9C-B52295BA222D}">
  <ds:schemaRefs/>
</ds:datastoreItem>
</file>

<file path=customXml/itemProps44.xml><?xml version="1.0" encoding="utf-8"?>
<ds:datastoreItem xmlns:ds="http://schemas.openxmlformats.org/officeDocument/2006/customXml" ds:itemID="{974B2E85-2264-4621-A75A-13408D830165}">
  <ds:schemaRefs/>
</ds:datastoreItem>
</file>

<file path=customXml/itemProps45.xml><?xml version="1.0" encoding="utf-8"?>
<ds:datastoreItem xmlns:ds="http://schemas.openxmlformats.org/officeDocument/2006/customXml" ds:itemID="{648B1B10-BD88-4E51-8809-3A609FAD2C3F}">
  <ds:schemaRefs/>
</ds:datastoreItem>
</file>

<file path=customXml/itemProps46.xml><?xml version="1.0" encoding="utf-8"?>
<ds:datastoreItem xmlns:ds="http://schemas.openxmlformats.org/officeDocument/2006/customXml" ds:itemID="{00D4FF82-702E-49CC-A82B-CE358EE0C540}">
  <ds:schemaRefs/>
</ds:datastoreItem>
</file>

<file path=customXml/itemProps47.xml><?xml version="1.0" encoding="utf-8"?>
<ds:datastoreItem xmlns:ds="http://schemas.openxmlformats.org/officeDocument/2006/customXml" ds:itemID="{16EB704C-FCC8-44AB-BDEE-321DC2081D1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01__temperatur_varme__10060_2024__alec</Template>
  <TotalTime>2651</TotalTime>
  <Words>1526</Words>
  <Application>Microsoft Office PowerPoint</Application>
  <PresentationFormat>Custom</PresentationFormat>
  <Paragraphs>382</Paragraphs>
  <Slides>34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Cambria Math</vt:lpstr>
      <vt:lpstr>Verdana</vt:lpstr>
      <vt:lpstr>Blank</vt:lpstr>
      <vt:lpstr>PowerPoint Presentation</vt:lpstr>
      <vt:lpstr>Elektriske Ladninger og Felter</vt:lpstr>
      <vt:lpstr>Join the Vevox session</vt:lpstr>
      <vt:lpstr>Hvad afhænger den gravitationelle kraft fra Jorden på dig af?</vt:lpstr>
      <vt:lpstr>Hvad afhænger den gravitationelle kraft fra Jorden på dig af?</vt:lpstr>
      <vt:lpstr>Hvad lærte jeg sidst?</vt:lpstr>
      <vt:lpstr>Hvad skal jeg lære i dag?</vt:lpstr>
      <vt:lpstr>Elektrisk ladning</vt:lpstr>
      <vt:lpstr>Coulombs lov</vt:lpstr>
      <vt:lpstr>Coulombs lov</vt:lpstr>
      <vt:lpstr>Hvilken retning peger de(n) virkende kræft(er) på partiklen med ladning q_2</vt:lpstr>
      <vt:lpstr>Hvilken retning peger de(n) virkende kræft(er) på partiklen med ladning q_2</vt:lpstr>
      <vt:lpstr>Coulombs lov</vt:lpstr>
      <vt:lpstr>Gravitation og elektrostatik</vt:lpstr>
      <vt:lpstr>Hvad er fortegnet på den elektriske potentielle energi?</vt:lpstr>
      <vt:lpstr>Hvad er fortegnet på den elektriske potentielle energi?</vt:lpstr>
      <vt:lpstr>Elektrisk potentiel energi</vt:lpstr>
      <vt:lpstr>Gravitation og elektrostatik</vt:lpstr>
      <vt:lpstr>Gravitatationel og elektrisk kraft - hvad er sandt? </vt:lpstr>
      <vt:lpstr>Gravitatationel og elektrisk kraft - hvad er sandt? </vt:lpstr>
      <vt:lpstr>Hvad skal jeg lære i dag?</vt:lpstr>
      <vt:lpstr>Regneopgave m. potentiel energi</vt:lpstr>
      <vt:lpstr>Regneopgave m. potentiel energi</vt:lpstr>
      <vt:lpstr>Elektrisk felt og feltlinjer</vt:lpstr>
      <vt:lpstr>Elektrisk felt fra punktladning</vt:lpstr>
      <vt:lpstr>Elektrisk felt fra punktladning</vt:lpstr>
      <vt:lpstr>Hvilke af cirklerne er negative ladninger?</vt:lpstr>
      <vt:lpstr>Hvilke af cirklerne er negative ladninger?</vt:lpstr>
      <vt:lpstr>Elektriske felter fra ladningsfordelinger</vt:lpstr>
      <vt:lpstr>Regneopgave med elektrisk felt fra ladningsfordeling</vt:lpstr>
      <vt:lpstr>Hvad skal jeg lære i dag?</vt:lpstr>
      <vt:lpstr>Hvad er lige nu mest uklart?</vt:lpstr>
      <vt:lpstr>Hvad er lige nu mest uklart?</vt:lpstr>
      <vt:lpstr>Ligninger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Simon Thrysøe</dc:creator>
  <cp:lastModifiedBy>Alexander Simon Thrysøe</cp:lastModifiedBy>
  <cp:revision>26</cp:revision>
  <dcterms:created xsi:type="dcterms:W3CDTF">2024-08-12T09:15:35Z</dcterms:created>
  <dcterms:modified xsi:type="dcterms:W3CDTF">2025-10-17T21:00:02Z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2019-06-10T12:57:05.6036816Z</vt:lpwstr>
  </property>
  <property fmtid="{D5CDD505-2E9C-101B-9397-08002B2CF9AE}" pid="4" name="ContentTypeId">
    <vt:lpwstr>0x0101009ADA1FD2B40FDA458284BB6FCA763489</vt:lpwstr>
  </property>
</Properties>
</file>