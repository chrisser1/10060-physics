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54"/>
  </p:sldMasterIdLst>
  <p:notesMasterIdLst>
    <p:notesMasterId r:id="rId95"/>
  </p:notesMasterIdLst>
  <p:handoutMasterIdLst>
    <p:handoutMasterId r:id="rId96"/>
  </p:handoutMasterIdLst>
  <p:sldIdLst>
    <p:sldId id="256" r:id="rId55"/>
    <p:sldId id="260" r:id="rId56"/>
    <p:sldId id="291" r:id="rId57"/>
    <p:sldId id="261" r:id="rId58"/>
    <p:sldId id="275" r:id="rId59"/>
    <p:sldId id="263" r:id="rId60"/>
    <p:sldId id="292" r:id="rId61"/>
    <p:sldId id="293" r:id="rId62"/>
    <p:sldId id="265" r:id="rId63"/>
    <p:sldId id="266" r:id="rId64"/>
    <p:sldId id="257" r:id="rId65"/>
    <p:sldId id="294" r:id="rId66"/>
    <p:sldId id="267" r:id="rId67"/>
    <p:sldId id="272" r:id="rId68"/>
    <p:sldId id="270" r:id="rId69"/>
    <p:sldId id="269" r:id="rId70"/>
    <p:sldId id="271" r:id="rId71"/>
    <p:sldId id="273" r:id="rId72"/>
    <p:sldId id="274" r:id="rId73"/>
    <p:sldId id="288" r:id="rId74"/>
    <p:sldId id="277" r:id="rId75"/>
    <p:sldId id="279" r:id="rId76"/>
    <p:sldId id="295" r:id="rId77"/>
    <p:sldId id="296" r:id="rId78"/>
    <p:sldId id="280" r:id="rId79"/>
    <p:sldId id="282" r:id="rId80"/>
    <p:sldId id="281" r:id="rId81"/>
    <p:sldId id="284" r:id="rId82"/>
    <p:sldId id="285" r:id="rId83"/>
    <p:sldId id="297" r:id="rId84"/>
    <p:sldId id="298" r:id="rId85"/>
    <p:sldId id="286" r:id="rId86"/>
    <p:sldId id="287" r:id="rId87"/>
    <p:sldId id="299" r:id="rId88"/>
    <p:sldId id="300" r:id="rId89"/>
    <p:sldId id="302" r:id="rId90"/>
    <p:sldId id="303" r:id="rId91"/>
    <p:sldId id="590" r:id="rId92"/>
    <p:sldId id="591" r:id="rId93"/>
    <p:sldId id="573" r:id="rId94"/>
  </p:sldIdLst>
  <p:sldSz cx="12190413" cy="6858000"/>
  <p:notesSz cx="6858000" cy="9144000"/>
  <p:custDataLst>
    <p:tags r:id="rId97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2351"/>
    <a:srgbClr val="0B0C0E"/>
    <a:srgbClr val="79238E"/>
    <a:srgbClr val="008737"/>
    <a:srgbClr val="F7BCB3"/>
    <a:srgbClr val="FC7634"/>
    <a:srgbClr val="F6D04D"/>
    <a:srgbClr val="171748"/>
    <a:srgbClr val="1FD082"/>
    <a:srgbClr val="2F3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3BC06-7843-4080-A69E-39F8CF4A4C15}" v="73" dt="2025-11-17T02:56:30.402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054" autoAdjust="0"/>
    <p:restoredTop sz="80627" autoAdjust="0"/>
  </p:normalViewPr>
  <p:slideViewPr>
    <p:cSldViewPr showGuides="1">
      <p:cViewPr varScale="1">
        <p:scale>
          <a:sx n="50" d="100"/>
          <a:sy n="50" d="100"/>
        </p:scale>
        <p:origin x="40" y="25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customXml" Target="../customXml/item26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47" Type="http://schemas.openxmlformats.org/officeDocument/2006/relationships/customXml" Target="../customXml/item47.xml"/><Relationship Id="rId63" Type="http://schemas.openxmlformats.org/officeDocument/2006/relationships/slide" Target="slides/slide9.xml"/><Relationship Id="rId68" Type="http://schemas.openxmlformats.org/officeDocument/2006/relationships/slide" Target="slides/slide14.xml"/><Relationship Id="rId84" Type="http://schemas.openxmlformats.org/officeDocument/2006/relationships/slide" Target="slides/slide30.xml"/><Relationship Id="rId89" Type="http://schemas.openxmlformats.org/officeDocument/2006/relationships/slide" Target="slides/slide35.xml"/><Relationship Id="rId16" Type="http://schemas.openxmlformats.org/officeDocument/2006/relationships/customXml" Target="../customXml/item16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37" Type="http://schemas.openxmlformats.org/officeDocument/2006/relationships/customXml" Target="../customXml/item37.xml"/><Relationship Id="rId53" Type="http://schemas.openxmlformats.org/officeDocument/2006/relationships/customXml" Target="../customXml/item53.xml"/><Relationship Id="rId58" Type="http://schemas.openxmlformats.org/officeDocument/2006/relationships/slide" Target="slides/slide4.xml"/><Relationship Id="rId74" Type="http://schemas.openxmlformats.org/officeDocument/2006/relationships/slide" Target="slides/slide20.xml"/><Relationship Id="rId79" Type="http://schemas.openxmlformats.org/officeDocument/2006/relationships/slide" Target="slides/slide25.xml"/><Relationship Id="rId102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90" Type="http://schemas.openxmlformats.org/officeDocument/2006/relationships/slide" Target="slides/slide36.xml"/><Relationship Id="rId95" Type="http://schemas.openxmlformats.org/officeDocument/2006/relationships/notesMaster" Target="notesMasters/notesMaster1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64" Type="http://schemas.openxmlformats.org/officeDocument/2006/relationships/slide" Target="slides/slide10.xml"/><Relationship Id="rId69" Type="http://schemas.openxmlformats.org/officeDocument/2006/relationships/slide" Target="slides/slide15.xml"/><Relationship Id="rId80" Type="http://schemas.openxmlformats.org/officeDocument/2006/relationships/slide" Target="slides/slide26.xml"/><Relationship Id="rId85" Type="http://schemas.openxmlformats.org/officeDocument/2006/relationships/slide" Target="slides/slide31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46" Type="http://schemas.openxmlformats.org/officeDocument/2006/relationships/customXml" Target="../customXml/item46.xml"/><Relationship Id="rId59" Type="http://schemas.openxmlformats.org/officeDocument/2006/relationships/slide" Target="slides/slide5.xml"/><Relationship Id="rId67" Type="http://schemas.openxmlformats.org/officeDocument/2006/relationships/slide" Target="slides/slide13.xml"/><Relationship Id="rId103" Type="http://schemas.microsoft.com/office/2015/10/relationships/revisionInfo" Target="revisionInfo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54" Type="http://schemas.openxmlformats.org/officeDocument/2006/relationships/slideMaster" Target="slideMasters/slideMaster1.xml"/><Relationship Id="rId62" Type="http://schemas.openxmlformats.org/officeDocument/2006/relationships/slide" Target="slides/slide8.xml"/><Relationship Id="rId70" Type="http://schemas.openxmlformats.org/officeDocument/2006/relationships/slide" Target="slides/slide16.xml"/><Relationship Id="rId75" Type="http://schemas.openxmlformats.org/officeDocument/2006/relationships/slide" Target="slides/slide21.xml"/><Relationship Id="rId83" Type="http://schemas.openxmlformats.org/officeDocument/2006/relationships/slide" Target="slides/slide29.xml"/><Relationship Id="rId88" Type="http://schemas.openxmlformats.org/officeDocument/2006/relationships/slide" Target="slides/slide34.xml"/><Relationship Id="rId91" Type="http://schemas.openxmlformats.org/officeDocument/2006/relationships/slide" Target="slides/slide37.xml"/><Relationship Id="rId96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36" Type="http://schemas.openxmlformats.org/officeDocument/2006/relationships/customXml" Target="../customXml/item36.xml"/><Relationship Id="rId49" Type="http://schemas.openxmlformats.org/officeDocument/2006/relationships/customXml" Target="../customXml/item49.xml"/><Relationship Id="rId57" Type="http://schemas.openxmlformats.org/officeDocument/2006/relationships/slide" Target="slides/slide3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44" Type="http://schemas.openxmlformats.org/officeDocument/2006/relationships/customXml" Target="../customXml/item44.xml"/><Relationship Id="rId52" Type="http://schemas.openxmlformats.org/officeDocument/2006/relationships/customXml" Target="../customXml/item52.xml"/><Relationship Id="rId60" Type="http://schemas.openxmlformats.org/officeDocument/2006/relationships/slide" Target="slides/slide6.xml"/><Relationship Id="rId65" Type="http://schemas.openxmlformats.org/officeDocument/2006/relationships/slide" Target="slides/slide11.xml"/><Relationship Id="rId73" Type="http://schemas.openxmlformats.org/officeDocument/2006/relationships/slide" Target="slides/slide19.xml"/><Relationship Id="rId78" Type="http://schemas.openxmlformats.org/officeDocument/2006/relationships/slide" Target="slides/slide24.xml"/><Relationship Id="rId81" Type="http://schemas.openxmlformats.org/officeDocument/2006/relationships/slide" Target="slides/slide27.xml"/><Relationship Id="rId86" Type="http://schemas.openxmlformats.org/officeDocument/2006/relationships/slide" Target="slides/slide32.xml"/><Relationship Id="rId94" Type="http://schemas.openxmlformats.org/officeDocument/2006/relationships/slide" Target="slides/slide40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slide" Target="slides/slide1.xml"/><Relationship Id="rId76" Type="http://schemas.openxmlformats.org/officeDocument/2006/relationships/slide" Target="slides/slide22.xml"/><Relationship Id="rId97" Type="http://schemas.openxmlformats.org/officeDocument/2006/relationships/tags" Target="tags/tag1.xml"/><Relationship Id="rId7" Type="http://schemas.openxmlformats.org/officeDocument/2006/relationships/customXml" Target="../customXml/item7.xml"/><Relationship Id="rId71" Type="http://schemas.openxmlformats.org/officeDocument/2006/relationships/slide" Target="slides/slide17.xml"/><Relationship Id="rId92" Type="http://schemas.openxmlformats.org/officeDocument/2006/relationships/slide" Target="slides/slide38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slide" Target="slides/slide12.xml"/><Relationship Id="rId87" Type="http://schemas.openxmlformats.org/officeDocument/2006/relationships/slide" Target="slides/slide33.xml"/><Relationship Id="rId61" Type="http://schemas.openxmlformats.org/officeDocument/2006/relationships/slide" Target="slides/slide7.xml"/><Relationship Id="rId82" Type="http://schemas.openxmlformats.org/officeDocument/2006/relationships/slide" Target="slides/slide28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slide" Target="slides/slide2.xml"/><Relationship Id="rId77" Type="http://schemas.openxmlformats.org/officeDocument/2006/relationships/slide" Target="slides/slide23.xml"/><Relationship Id="rId100" Type="http://schemas.openxmlformats.org/officeDocument/2006/relationships/theme" Target="theme/theme1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slide" Target="slides/slide18.xml"/><Relationship Id="rId93" Type="http://schemas.openxmlformats.org/officeDocument/2006/relationships/slide" Target="slides/slide39.xml"/><Relationship Id="rId98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Simon Thrysøe" userId="3f9b9528-1df8-4235-9262-8bdb6141b1d9" providerId="ADAL" clId="{210BC3D0-6D33-4731-A59B-369807834DD2}"/>
    <pc:docChg chg="undo custSel addSld modSld">
      <pc:chgData name="Alexander Simon Thrysøe" userId="3f9b9528-1df8-4235-9262-8bdb6141b1d9" providerId="ADAL" clId="{210BC3D0-6D33-4731-A59B-369807834DD2}" dt="2025-11-17T02:56:43.636" v="4379" actId="478"/>
      <pc:docMkLst>
        <pc:docMk/>
      </pc:docMkLst>
      <pc:sldChg chg="addSp modSp mod">
        <pc:chgData name="Alexander Simon Thrysøe" userId="3f9b9528-1df8-4235-9262-8bdb6141b1d9" providerId="ADAL" clId="{210BC3D0-6D33-4731-A59B-369807834DD2}" dt="2025-11-17T02:55:49.783" v="4366"/>
        <pc:sldMkLst>
          <pc:docMk/>
          <pc:sldMk cId="1496449752" sldId="257"/>
        </pc:sldMkLst>
        <pc:spChg chg="mod">
          <ac:chgData name="Alexander Simon Thrysøe" userId="3f9b9528-1df8-4235-9262-8bdb6141b1d9" providerId="ADAL" clId="{210BC3D0-6D33-4731-A59B-369807834DD2}" dt="2025-11-17T02:47:51.038" v="4175"/>
          <ac:spMkLst>
            <pc:docMk/>
            <pc:sldMk cId="1496449752" sldId="257"/>
            <ac:spMk id="6" creationId="{42F845BA-BF5E-42BE-929D-18223F4E3686}"/>
          </ac:spMkLst>
        </pc:spChg>
        <pc:spChg chg="mod">
          <ac:chgData name="Alexander Simon Thrysøe" userId="3f9b9528-1df8-4235-9262-8bdb6141b1d9" providerId="ADAL" clId="{210BC3D0-6D33-4731-A59B-369807834DD2}" dt="2025-11-17T02:47:51.023" v="4173"/>
          <ac:spMkLst>
            <pc:docMk/>
            <pc:sldMk cId="1496449752" sldId="257"/>
            <ac:spMk id="7" creationId="{74B4F817-ACAF-438A-9D3D-CCDB05443203}"/>
          </ac:spMkLst>
        </pc:spChg>
        <pc:spChg chg="mod">
          <ac:chgData name="Alexander Simon Thrysøe" userId="3f9b9528-1df8-4235-9262-8bdb6141b1d9" providerId="ADAL" clId="{210BC3D0-6D33-4731-A59B-369807834DD2}" dt="2025-11-17T02:47:50.272" v="4041"/>
          <ac:spMkLst>
            <pc:docMk/>
            <pc:sldMk cId="1496449752" sldId="257"/>
            <ac:spMk id="10" creationId="{ACC6AC83-5B9E-4F1F-815C-042DDEBE7906}"/>
          </ac:spMkLst>
        </pc:spChg>
        <pc:spChg chg="mod">
          <ac:chgData name="Alexander Simon Thrysøe" userId="3f9b9528-1df8-4235-9262-8bdb6141b1d9" providerId="ADAL" clId="{210BC3D0-6D33-4731-A59B-369807834DD2}" dt="2025-11-17T02:47:50.384" v="4077"/>
          <ac:spMkLst>
            <pc:docMk/>
            <pc:sldMk cId="1496449752" sldId="257"/>
            <ac:spMk id="12" creationId="{D075B7DF-B287-46D3-AECD-EB9AC7EEA8EA}"/>
          </ac:spMkLst>
        </pc:spChg>
        <pc:spChg chg="add mod">
          <ac:chgData name="Alexander Simon Thrysøe" userId="3f9b9528-1df8-4235-9262-8bdb6141b1d9" providerId="ADAL" clId="{210BC3D0-6D33-4731-A59B-369807834DD2}" dt="2025-11-17T02:53:55.933" v="4302"/>
          <ac:spMkLst>
            <pc:docMk/>
            <pc:sldMk cId="1496449752" sldId="257"/>
            <ac:spMk id="13" creationId="{5A98653F-E280-205D-5097-46D966204CDF}"/>
          </ac:spMkLst>
        </pc:spChg>
        <pc:spChg chg="add mod">
          <ac:chgData name="Alexander Simon Thrysøe" userId="3f9b9528-1df8-4235-9262-8bdb6141b1d9" providerId="ADAL" clId="{210BC3D0-6D33-4731-A59B-369807834DD2}" dt="2025-11-17T02:55:49.783" v="4366"/>
          <ac:spMkLst>
            <pc:docMk/>
            <pc:sldMk cId="1496449752" sldId="257"/>
            <ac:spMk id="15" creationId="{8B31BF9B-023F-4675-D689-E4375531D34C}"/>
          </ac:spMkLst>
        </pc:spChg>
        <pc:spChg chg="mod">
          <ac:chgData name="Alexander Simon Thrysøe" userId="3f9b9528-1df8-4235-9262-8bdb6141b1d9" providerId="ADAL" clId="{210BC3D0-6D33-4731-A59B-369807834DD2}" dt="2025-11-17T02:47:50.894" v="4161"/>
          <ac:spMkLst>
            <pc:docMk/>
            <pc:sldMk cId="1496449752" sldId="257"/>
            <ac:spMk id="21" creationId="{E1509F5E-335E-4649-B185-5DBEA99122BD}"/>
          </ac:spMkLst>
        </pc:spChg>
        <pc:spChg chg="mod">
          <ac:chgData name="Alexander Simon Thrysøe" userId="3f9b9528-1df8-4235-9262-8bdb6141b1d9" providerId="ADAL" clId="{210BC3D0-6D33-4731-A59B-369807834DD2}" dt="2025-11-17T02:47:50.825" v="4157"/>
          <ac:spMkLst>
            <pc:docMk/>
            <pc:sldMk cId="1496449752" sldId="257"/>
            <ac:spMk id="23" creationId="{A3CD3647-69FB-40DE-81D3-765C620256FD}"/>
          </ac:spMkLst>
        </pc:spChg>
        <pc:spChg chg="mod">
          <ac:chgData name="Alexander Simon Thrysøe" userId="3f9b9528-1df8-4235-9262-8bdb6141b1d9" providerId="ADAL" clId="{210BC3D0-6D33-4731-A59B-369807834DD2}" dt="2025-11-17T02:47:50.894" v="4162"/>
          <ac:spMkLst>
            <pc:docMk/>
            <pc:sldMk cId="1496449752" sldId="257"/>
            <ac:spMk id="24" creationId="{569DB017-3BDD-445C-95FB-97E3D98CC0AA}"/>
          </ac:spMkLst>
        </pc:spChg>
        <pc:spChg chg="mod">
          <ac:chgData name="Alexander Simon Thrysøe" userId="3f9b9528-1df8-4235-9262-8bdb6141b1d9" providerId="ADAL" clId="{210BC3D0-6D33-4731-A59B-369807834DD2}" dt="2025-11-17T02:47:50.827" v="4158"/>
          <ac:spMkLst>
            <pc:docMk/>
            <pc:sldMk cId="1496449752" sldId="257"/>
            <ac:spMk id="26" creationId="{CC161B2D-7958-4FF3-A317-2403DAE1AE64}"/>
          </ac:spMkLst>
        </pc:spChg>
        <pc:spChg chg="mod">
          <ac:chgData name="Alexander Simon Thrysøe" userId="3f9b9528-1df8-4235-9262-8bdb6141b1d9" providerId="ADAL" clId="{210BC3D0-6D33-4731-A59B-369807834DD2}" dt="2025-11-17T02:47:50.894" v="4163"/>
          <ac:spMkLst>
            <pc:docMk/>
            <pc:sldMk cId="1496449752" sldId="257"/>
            <ac:spMk id="27" creationId="{507A7BF5-6939-45BE-8BC4-A7A9C390F74D}"/>
          </ac:spMkLst>
        </pc:spChg>
        <pc:spChg chg="mod">
          <ac:chgData name="Alexander Simon Thrysøe" userId="3f9b9528-1df8-4235-9262-8bdb6141b1d9" providerId="ADAL" clId="{210BC3D0-6D33-4731-A59B-369807834DD2}" dt="2025-11-17T02:47:50.827" v="4159"/>
          <ac:spMkLst>
            <pc:docMk/>
            <pc:sldMk cId="1496449752" sldId="257"/>
            <ac:spMk id="29" creationId="{7C1B3BEB-EEFB-42AD-B05F-C1D5CE18DB4C}"/>
          </ac:spMkLst>
        </pc:spChg>
        <pc:spChg chg="mod">
          <ac:chgData name="Alexander Simon Thrysøe" userId="3f9b9528-1df8-4235-9262-8bdb6141b1d9" providerId="ADAL" clId="{210BC3D0-6D33-4731-A59B-369807834DD2}" dt="2025-11-17T02:47:50.894" v="4164"/>
          <ac:spMkLst>
            <pc:docMk/>
            <pc:sldMk cId="1496449752" sldId="257"/>
            <ac:spMk id="30" creationId="{5729A1F6-00C5-4274-AF70-0AB7CD1AFFF3}"/>
          </ac:spMkLst>
        </pc:spChg>
        <pc:spChg chg="mod">
          <ac:chgData name="Alexander Simon Thrysøe" userId="3f9b9528-1df8-4235-9262-8bdb6141b1d9" providerId="ADAL" clId="{210BC3D0-6D33-4731-A59B-369807834DD2}" dt="2025-11-17T02:47:50.829" v="4160"/>
          <ac:spMkLst>
            <pc:docMk/>
            <pc:sldMk cId="1496449752" sldId="257"/>
            <ac:spMk id="32" creationId="{B25A5508-24B7-4243-93A6-73311177E4BF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4:46.294" v="4345" actId="20577"/>
        <pc:sldMkLst>
          <pc:docMk/>
          <pc:sldMk cId="2320714135" sldId="260"/>
        </pc:sldMkLst>
        <pc:spChg chg="add mod">
          <ac:chgData name="Alexander Simon Thrysøe" userId="3f9b9528-1df8-4235-9262-8bdb6141b1d9" providerId="ADAL" clId="{210BC3D0-6D33-4731-A59B-369807834DD2}" dt="2025-11-17T02:54:29.785" v="4317"/>
          <ac:spMkLst>
            <pc:docMk/>
            <pc:sldMk cId="2320714135" sldId="260"/>
            <ac:spMk id="2" creationId="{48C492C0-70A5-B1EF-7C59-DA718CB987CF}"/>
          </ac:spMkLst>
        </pc:spChg>
        <pc:spChg chg="del">
          <ac:chgData name="Alexander Simon Thrysøe" userId="3f9b9528-1df8-4235-9262-8bdb6141b1d9" providerId="ADAL" clId="{210BC3D0-6D33-4731-A59B-369807834DD2}" dt="2025-11-17T02:54:29.431" v="4316" actId="478"/>
          <ac:spMkLst>
            <pc:docMk/>
            <pc:sldMk cId="2320714135" sldId="260"/>
            <ac:spMk id="7" creationId="{B548A341-A64C-20B4-35B5-BE068417B3AB}"/>
          </ac:spMkLst>
        </pc:spChg>
        <pc:spChg chg="mod">
          <ac:chgData name="Alexander Simon Thrysøe" userId="3f9b9528-1df8-4235-9262-8bdb6141b1d9" providerId="ADAL" clId="{210BC3D0-6D33-4731-A59B-369807834DD2}" dt="2025-11-17T02:54:46.294" v="4345" actId="20577"/>
          <ac:spMkLst>
            <pc:docMk/>
            <pc:sldMk cId="2320714135" sldId="260"/>
            <ac:spMk id="8" creationId="{E797B2EC-C3C8-5857-15B1-3DF640A06915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5:21.603" v="4355" actId="121"/>
        <pc:sldMkLst>
          <pc:docMk/>
          <pc:sldMk cId="189355995" sldId="261"/>
        </pc:sldMkLst>
        <pc:spChg chg="add mod">
          <ac:chgData name="Alexander Simon Thrysøe" userId="3f9b9528-1df8-4235-9262-8bdb6141b1d9" providerId="ADAL" clId="{210BC3D0-6D33-4731-A59B-369807834DD2}" dt="2025-11-17T02:54:22.758" v="4314"/>
          <ac:spMkLst>
            <pc:docMk/>
            <pc:sldMk cId="189355995" sldId="261"/>
            <ac:spMk id="2" creationId="{F86AED14-9DAD-EAE7-239E-CF8A9563D796}"/>
          </ac:spMkLst>
        </pc:spChg>
        <pc:spChg chg="add mod">
          <ac:chgData name="Alexander Simon Thrysøe" userId="3f9b9528-1df8-4235-9262-8bdb6141b1d9" providerId="ADAL" clId="{210BC3D0-6D33-4731-A59B-369807834DD2}" dt="2025-11-17T02:55:00.756" v="4350"/>
          <ac:spMkLst>
            <pc:docMk/>
            <pc:sldMk cId="189355995" sldId="261"/>
            <ac:spMk id="3" creationId="{2E56BD1D-E8C5-A466-69B1-50C151D8E541}"/>
          </ac:spMkLst>
        </pc:spChg>
        <pc:spChg chg="del">
          <ac:chgData name="Alexander Simon Thrysøe" userId="3f9b9528-1df8-4235-9262-8bdb6141b1d9" providerId="ADAL" clId="{210BC3D0-6D33-4731-A59B-369807834DD2}" dt="2025-11-17T02:55:02.800" v="4351" actId="478"/>
          <ac:spMkLst>
            <pc:docMk/>
            <pc:sldMk cId="189355995" sldId="261"/>
            <ac:spMk id="4" creationId="{39898EDF-DD39-CC4E-2BED-7F4969CFC48E}"/>
          </ac:spMkLst>
        </pc:spChg>
        <pc:spChg chg="del">
          <ac:chgData name="Alexander Simon Thrysøe" userId="3f9b9528-1df8-4235-9262-8bdb6141b1d9" providerId="ADAL" clId="{210BC3D0-6D33-4731-A59B-369807834DD2}" dt="2025-11-17T02:54:22.453" v="4313" actId="478"/>
          <ac:spMkLst>
            <pc:docMk/>
            <pc:sldMk cId="189355995" sldId="261"/>
            <ac:spMk id="6" creationId="{2C0EA0FE-023B-152B-AACB-E7AB2FC93E1B}"/>
          </ac:spMkLst>
        </pc:spChg>
        <pc:spChg chg="add mod">
          <ac:chgData name="Alexander Simon Thrysøe" userId="3f9b9528-1df8-4235-9262-8bdb6141b1d9" providerId="ADAL" clId="{210BC3D0-6D33-4731-A59B-369807834DD2}" dt="2025-11-17T02:55:07.904" v="4353"/>
          <ac:spMkLst>
            <pc:docMk/>
            <pc:sldMk cId="189355995" sldId="261"/>
            <ac:spMk id="9" creationId="{A84D77B0-0AF8-B214-C2DB-13E95F0CB022}"/>
          </ac:spMkLst>
        </pc:spChg>
        <pc:spChg chg="add mod">
          <ac:chgData name="Alexander Simon Thrysøe" userId="3f9b9528-1df8-4235-9262-8bdb6141b1d9" providerId="ADAL" clId="{210BC3D0-6D33-4731-A59B-369807834DD2}" dt="2025-11-17T02:55:21.603" v="4355" actId="121"/>
          <ac:spMkLst>
            <pc:docMk/>
            <pc:sldMk cId="189355995" sldId="261"/>
            <ac:spMk id="10" creationId="{D60E9394-BC59-14BB-155C-BFCFAAFEB5B0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5:33.475" v="4359"/>
        <pc:sldMkLst>
          <pc:docMk/>
          <pc:sldMk cId="4078810439" sldId="263"/>
        </pc:sldMkLst>
        <pc:spChg chg="add mod">
          <ac:chgData name="Alexander Simon Thrysøe" userId="3f9b9528-1df8-4235-9262-8bdb6141b1d9" providerId="ADAL" clId="{210BC3D0-6D33-4731-A59B-369807834DD2}" dt="2025-11-17T02:54:13.539" v="4310"/>
          <ac:spMkLst>
            <pc:docMk/>
            <pc:sldMk cId="4078810439" sldId="263"/>
            <ac:spMk id="3" creationId="{FF87B425-33D3-0103-399C-2C9A7627D02A}"/>
          </ac:spMkLst>
        </pc:spChg>
        <pc:spChg chg="del">
          <ac:chgData name="Alexander Simon Thrysøe" userId="3f9b9528-1df8-4235-9262-8bdb6141b1d9" providerId="ADAL" clId="{210BC3D0-6D33-4731-A59B-369807834DD2}" dt="2025-11-17T02:55:33.095" v="4358" actId="478"/>
          <ac:spMkLst>
            <pc:docMk/>
            <pc:sldMk cId="4078810439" sldId="263"/>
            <ac:spMk id="4" creationId="{DBDF8177-2F8F-EFFF-1F65-6222E9250839}"/>
          </ac:spMkLst>
        </pc:spChg>
        <pc:spChg chg="del">
          <ac:chgData name="Alexander Simon Thrysøe" userId="3f9b9528-1df8-4235-9262-8bdb6141b1d9" providerId="ADAL" clId="{210BC3D0-6D33-4731-A59B-369807834DD2}" dt="2025-11-17T02:54:13.215" v="4309" actId="478"/>
          <ac:spMkLst>
            <pc:docMk/>
            <pc:sldMk cId="4078810439" sldId="263"/>
            <ac:spMk id="6" creationId="{9F1BAA05-4084-8C6C-3DF7-FC795950D39C}"/>
          </ac:spMkLst>
        </pc:spChg>
        <pc:spChg chg="add mod">
          <ac:chgData name="Alexander Simon Thrysøe" userId="3f9b9528-1df8-4235-9262-8bdb6141b1d9" providerId="ADAL" clId="{210BC3D0-6D33-4731-A59B-369807834DD2}" dt="2025-11-17T02:55:33.475" v="4359"/>
          <ac:spMkLst>
            <pc:docMk/>
            <pc:sldMk cId="4078810439" sldId="263"/>
            <ac:spMk id="9" creationId="{D4BFEAB8-3259-0F7C-E832-0E30FA14BB92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5:42.613" v="4363"/>
        <pc:sldMkLst>
          <pc:docMk/>
          <pc:sldMk cId="3458311629" sldId="265"/>
        </pc:sldMkLst>
        <pc:spChg chg="add mod">
          <ac:chgData name="Alexander Simon Thrysøe" userId="3f9b9528-1df8-4235-9262-8bdb6141b1d9" providerId="ADAL" clId="{210BC3D0-6D33-4731-A59B-369807834DD2}" dt="2025-11-17T02:54:04.360" v="4306"/>
          <ac:spMkLst>
            <pc:docMk/>
            <pc:sldMk cId="3458311629" sldId="265"/>
            <ac:spMk id="2" creationId="{DD2DBFE6-6BD7-CF0A-0FA2-718E2C4D31A7}"/>
          </ac:spMkLst>
        </pc:spChg>
        <pc:spChg chg="add mod">
          <ac:chgData name="Alexander Simon Thrysøe" userId="3f9b9528-1df8-4235-9262-8bdb6141b1d9" providerId="ADAL" clId="{210BC3D0-6D33-4731-A59B-369807834DD2}" dt="2025-11-17T02:55:42.613" v="4363"/>
          <ac:spMkLst>
            <pc:docMk/>
            <pc:sldMk cId="3458311629" sldId="265"/>
            <ac:spMk id="3" creationId="{4C06E8EA-5FBF-6BC7-9BD0-441995172D73}"/>
          </ac:spMkLst>
        </pc:spChg>
        <pc:spChg chg="del">
          <ac:chgData name="Alexander Simon Thrysøe" userId="3f9b9528-1df8-4235-9262-8bdb6141b1d9" providerId="ADAL" clId="{210BC3D0-6D33-4731-A59B-369807834DD2}" dt="2025-11-17T02:55:42.282" v="4362" actId="478"/>
          <ac:spMkLst>
            <pc:docMk/>
            <pc:sldMk cId="3458311629" sldId="265"/>
            <ac:spMk id="4" creationId="{1A95FB56-6978-61C8-1E6E-53334759EB21}"/>
          </ac:spMkLst>
        </pc:spChg>
        <pc:spChg chg="del">
          <ac:chgData name="Alexander Simon Thrysøe" userId="3f9b9528-1df8-4235-9262-8bdb6141b1d9" providerId="ADAL" clId="{210BC3D0-6D33-4731-A59B-369807834DD2}" dt="2025-11-17T02:54:03.941" v="4305" actId="478"/>
          <ac:spMkLst>
            <pc:docMk/>
            <pc:sldMk cId="3458311629" sldId="265"/>
            <ac:spMk id="6" creationId="{878BC637-F549-27CB-EDAB-5DF60BCBFB1A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5:47.626" v="4365"/>
        <pc:sldMkLst>
          <pc:docMk/>
          <pc:sldMk cId="2913989093" sldId="266"/>
        </pc:sldMkLst>
        <pc:spChg chg="add mod">
          <ac:chgData name="Alexander Simon Thrysøe" userId="3f9b9528-1df8-4235-9262-8bdb6141b1d9" providerId="ADAL" clId="{210BC3D0-6D33-4731-A59B-369807834DD2}" dt="2025-11-17T02:53:59.440" v="4304"/>
          <ac:spMkLst>
            <pc:docMk/>
            <pc:sldMk cId="2913989093" sldId="266"/>
            <ac:spMk id="2" creationId="{33B2F901-D2D9-C379-8633-B17501CC503B}"/>
          </ac:spMkLst>
        </pc:spChg>
        <pc:spChg chg="add mod">
          <ac:chgData name="Alexander Simon Thrysøe" userId="3f9b9528-1df8-4235-9262-8bdb6141b1d9" providerId="ADAL" clId="{210BC3D0-6D33-4731-A59B-369807834DD2}" dt="2025-11-17T02:55:47.626" v="4365"/>
          <ac:spMkLst>
            <pc:docMk/>
            <pc:sldMk cId="2913989093" sldId="266"/>
            <ac:spMk id="3" creationId="{52A98C6A-A37E-9040-9AFC-B1ACCF7DBED2}"/>
          </ac:spMkLst>
        </pc:spChg>
        <pc:spChg chg="del">
          <ac:chgData name="Alexander Simon Thrysøe" userId="3f9b9528-1df8-4235-9262-8bdb6141b1d9" providerId="ADAL" clId="{210BC3D0-6D33-4731-A59B-369807834DD2}" dt="2025-11-17T02:55:47.312" v="4364" actId="478"/>
          <ac:spMkLst>
            <pc:docMk/>
            <pc:sldMk cId="2913989093" sldId="266"/>
            <ac:spMk id="4" creationId="{2DF10AD5-1149-CCEA-BF58-15CD8D467C6D}"/>
          </ac:spMkLst>
        </pc:spChg>
        <pc:spChg chg="del">
          <ac:chgData name="Alexander Simon Thrysøe" userId="3f9b9528-1df8-4235-9262-8bdb6141b1d9" providerId="ADAL" clId="{210BC3D0-6D33-4731-A59B-369807834DD2}" dt="2025-11-17T02:53:59.135" v="4303" actId="478"/>
          <ac:spMkLst>
            <pc:docMk/>
            <pc:sldMk cId="2913989093" sldId="266"/>
            <ac:spMk id="6" creationId="{021EA355-08A1-8D0D-FC0C-F251DB2002A3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50.758" v="4300"/>
        <pc:sldMkLst>
          <pc:docMk/>
          <pc:sldMk cId="4174976536" sldId="267"/>
        </pc:sldMkLst>
        <pc:spChg chg="add mod">
          <ac:chgData name="Alexander Simon Thrysøe" userId="3f9b9528-1df8-4235-9262-8bdb6141b1d9" providerId="ADAL" clId="{210BC3D0-6D33-4731-A59B-369807834DD2}" dt="2025-11-17T02:53:50.758" v="4300"/>
          <ac:spMkLst>
            <pc:docMk/>
            <pc:sldMk cId="4174976536" sldId="267"/>
            <ac:spMk id="2" creationId="{F89A22E2-1910-B7FE-D3B3-5319F6518E9F}"/>
          </ac:spMkLst>
        </pc:spChg>
        <pc:spChg chg="del">
          <ac:chgData name="Alexander Simon Thrysøe" userId="3f9b9528-1df8-4235-9262-8bdb6141b1d9" providerId="ADAL" clId="{210BC3D0-6D33-4731-A59B-369807834DD2}" dt="2025-11-17T02:53:50.424" v="4299" actId="478"/>
          <ac:spMkLst>
            <pc:docMk/>
            <pc:sldMk cId="4174976536" sldId="267"/>
            <ac:spMk id="6" creationId="{CA18C96C-16EF-C3D2-01AB-561760DF06B7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37.059" v="4294"/>
        <pc:sldMkLst>
          <pc:docMk/>
          <pc:sldMk cId="2952829227" sldId="269"/>
        </pc:sldMkLst>
        <pc:spChg chg="add mod">
          <ac:chgData name="Alexander Simon Thrysøe" userId="3f9b9528-1df8-4235-9262-8bdb6141b1d9" providerId="ADAL" clId="{210BC3D0-6D33-4731-A59B-369807834DD2}" dt="2025-11-17T02:53:37.059" v="4294"/>
          <ac:spMkLst>
            <pc:docMk/>
            <pc:sldMk cId="2952829227" sldId="269"/>
            <ac:spMk id="2" creationId="{DE4AB390-D54F-7332-E6E9-577835C11101}"/>
          </ac:spMkLst>
        </pc:spChg>
        <pc:spChg chg="del">
          <ac:chgData name="Alexander Simon Thrysøe" userId="3f9b9528-1df8-4235-9262-8bdb6141b1d9" providerId="ADAL" clId="{210BC3D0-6D33-4731-A59B-369807834DD2}" dt="2025-11-17T02:53:36.674" v="4293" actId="478"/>
          <ac:spMkLst>
            <pc:docMk/>
            <pc:sldMk cId="2952829227" sldId="269"/>
            <ac:spMk id="6" creationId="{5F9EC77A-FD3B-023C-1E77-47D5CFDC5446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40.324" v="4296"/>
        <pc:sldMkLst>
          <pc:docMk/>
          <pc:sldMk cId="3951770011" sldId="270"/>
        </pc:sldMkLst>
        <pc:spChg chg="add mod">
          <ac:chgData name="Alexander Simon Thrysøe" userId="3f9b9528-1df8-4235-9262-8bdb6141b1d9" providerId="ADAL" clId="{210BC3D0-6D33-4731-A59B-369807834DD2}" dt="2025-11-17T02:53:40.324" v="4296"/>
          <ac:spMkLst>
            <pc:docMk/>
            <pc:sldMk cId="3951770011" sldId="270"/>
            <ac:spMk id="2" creationId="{A91F9F83-97AA-0BBE-6938-077ECB4BC916}"/>
          </ac:spMkLst>
        </pc:spChg>
        <pc:spChg chg="del">
          <ac:chgData name="Alexander Simon Thrysøe" userId="3f9b9528-1df8-4235-9262-8bdb6141b1d9" providerId="ADAL" clId="{210BC3D0-6D33-4731-A59B-369807834DD2}" dt="2025-11-17T02:53:40.020" v="4295" actId="478"/>
          <ac:spMkLst>
            <pc:docMk/>
            <pc:sldMk cId="3951770011" sldId="270"/>
            <ac:spMk id="6" creationId="{A25E7C94-1EF5-6F94-CAB1-157E225BC967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32.824" v="4292"/>
        <pc:sldMkLst>
          <pc:docMk/>
          <pc:sldMk cId="3960398665" sldId="271"/>
        </pc:sldMkLst>
        <pc:spChg chg="add mod">
          <ac:chgData name="Alexander Simon Thrysøe" userId="3f9b9528-1df8-4235-9262-8bdb6141b1d9" providerId="ADAL" clId="{210BC3D0-6D33-4731-A59B-369807834DD2}" dt="2025-11-17T02:53:32.824" v="4292"/>
          <ac:spMkLst>
            <pc:docMk/>
            <pc:sldMk cId="3960398665" sldId="271"/>
            <ac:spMk id="3" creationId="{0579C891-AA91-4586-E124-CF7871A4CD5F}"/>
          </ac:spMkLst>
        </pc:spChg>
        <pc:spChg chg="del">
          <ac:chgData name="Alexander Simon Thrysøe" userId="3f9b9528-1df8-4235-9262-8bdb6141b1d9" providerId="ADAL" clId="{210BC3D0-6D33-4731-A59B-369807834DD2}" dt="2025-11-17T02:53:32.458" v="4291" actId="478"/>
          <ac:spMkLst>
            <pc:docMk/>
            <pc:sldMk cId="3960398665" sldId="271"/>
            <ac:spMk id="6" creationId="{363E7117-440C-FC05-13E3-95787C4FD8E6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47.231" v="4298"/>
        <pc:sldMkLst>
          <pc:docMk/>
          <pc:sldMk cId="1783219487" sldId="272"/>
        </pc:sldMkLst>
        <pc:spChg chg="add mod">
          <ac:chgData name="Alexander Simon Thrysøe" userId="3f9b9528-1df8-4235-9262-8bdb6141b1d9" providerId="ADAL" clId="{210BC3D0-6D33-4731-A59B-369807834DD2}" dt="2025-11-17T02:53:47.231" v="4298"/>
          <ac:spMkLst>
            <pc:docMk/>
            <pc:sldMk cId="1783219487" sldId="272"/>
            <ac:spMk id="2" creationId="{48F261D0-8A4F-8BBB-A284-639F2F9185ED}"/>
          </ac:spMkLst>
        </pc:spChg>
        <pc:spChg chg="del">
          <ac:chgData name="Alexander Simon Thrysøe" userId="3f9b9528-1df8-4235-9262-8bdb6141b1d9" providerId="ADAL" clId="{210BC3D0-6D33-4731-A59B-369807834DD2}" dt="2025-11-17T02:53:46.931" v="4297" actId="478"/>
          <ac:spMkLst>
            <pc:docMk/>
            <pc:sldMk cId="1783219487" sldId="272"/>
            <ac:spMk id="6" creationId="{EAAB8BB4-AB9B-1D2D-E131-9675D626B161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28.861" v="4290"/>
        <pc:sldMkLst>
          <pc:docMk/>
          <pc:sldMk cId="3509979628" sldId="273"/>
        </pc:sldMkLst>
        <pc:spChg chg="add mod">
          <ac:chgData name="Alexander Simon Thrysøe" userId="3f9b9528-1df8-4235-9262-8bdb6141b1d9" providerId="ADAL" clId="{210BC3D0-6D33-4731-A59B-369807834DD2}" dt="2025-11-17T02:53:28.861" v="4290"/>
          <ac:spMkLst>
            <pc:docMk/>
            <pc:sldMk cId="3509979628" sldId="273"/>
            <ac:spMk id="2" creationId="{2BB4F31E-07BF-3E09-85D5-A53183D2666A}"/>
          </ac:spMkLst>
        </pc:spChg>
        <pc:spChg chg="del">
          <ac:chgData name="Alexander Simon Thrysøe" userId="3f9b9528-1df8-4235-9262-8bdb6141b1d9" providerId="ADAL" clId="{210BC3D0-6D33-4731-A59B-369807834DD2}" dt="2025-11-17T02:53:28.522" v="4289" actId="478"/>
          <ac:spMkLst>
            <pc:docMk/>
            <pc:sldMk cId="3509979628" sldId="273"/>
            <ac:spMk id="6" creationId="{8FF737E1-540F-EF39-2867-4BBB2B40DCCC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25.650" v="4288"/>
        <pc:sldMkLst>
          <pc:docMk/>
          <pc:sldMk cId="3940835958" sldId="274"/>
        </pc:sldMkLst>
        <pc:spChg chg="add mod">
          <ac:chgData name="Alexander Simon Thrysøe" userId="3f9b9528-1df8-4235-9262-8bdb6141b1d9" providerId="ADAL" clId="{210BC3D0-6D33-4731-A59B-369807834DD2}" dt="2025-11-17T02:53:25.650" v="4288"/>
          <ac:spMkLst>
            <pc:docMk/>
            <pc:sldMk cId="3940835958" sldId="274"/>
            <ac:spMk id="2" creationId="{F1DEF317-72ED-9F0A-D7FF-1AC5431BA0AF}"/>
          </ac:spMkLst>
        </pc:spChg>
        <pc:spChg chg="del">
          <ac:chgData name="Alexander Simon Thrysøe" userId="3f9b9528-1df8-4235-9262-8bdb6141b1d9" providerId="ADAL" clId="{210BC3D0-6D33-4731-A59B-369807834DD2}" dt="2025-11-17T02:53:25.285" v="4287" actId="478"/>
          <ac:spMkLst>
            <pc:docMk/>
            <pc:sldMk cId="3940835958" sldId="274"/>
            <ac:spMk id="6" creationId="{F2B44AC1-A06D-C64A-4A7A-B0D709DA8B3E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5:29.256" v="4357"/>
        <pc:sldMkLst>
          <pc:docMk/>
          <pc:sldMk cId="1782247726" sldId="275"/>
        </pc:sldMkLst>
        <pc:spChg chg="add mod">
          <ac:chgData name="Alexander Simon Thrysøe" userId="3f9b9528-1df8-4235-9262-8bdb6141b1d9" providerId="ADAL" clId="{210BC3D0-6D33-4731-A59B-369807834DD2}" dt="2025-11-17T02:54:19.094" v="4312"/>
          <ac:spMkLst>
            <pc:docMk/>
            <pc:sldMk cId="1782247726" sldId="275"/>
            <ac:spMk id="2" creationId="{FC76EA43-6223-BFD1-8CA5-4048E2232440}"/>
          </ac:spMkLst>
        </pc:spChg>
        <pc:spChg chg="add mod">
          <ac:chgData name="Alexander Simon Thrysøe" userId="3f9b9528-1df8-4235-9262-8bdb6141b1d9" providerId="ADAL" clId="{210BC3D0-6D33-4731-A59B-369807834DD2}" dt="2025-11-17T02:55:29.256" v="4357"/>
          <ac:spMkLst>
            <pc:docMk/>
            <pc:sldMk cId="1782247726" sldId="275"/>
            <ac:spMk id="3" creationId="{76111428-8D7B-CB69-9A70-A2786BDD09F4}"/>
          </ac:spMkLst>
        </pc:spChg>
        <pc:spChg chg="del">
          <ac:chgData name="Alexander Simon Thrysøe" userId="3f9b9528-1df8-4235-9262-8bdb6141b1d9" providerId="ADAL" clId="{210BC3D0-6D33-4731-A59B-369807834DD2}" dt="2025-11-17T02:55:28.982" v="4356" actId="478"/>
          <ac:spMkLst>
            <pc:docMk/>
            <pc:sldMk cId="1782247726" sldId="275"/>
            <ac:spMk id="4" creationId="{C3B6FD34-E6EA-AD77-6E17-83A45C0BAED7}"/>
          </ac:spMkLst>
        </pc:spChg>
        <pc:spChg chg="del">
          <ac:chgData name="Alexander Simon Thrysøe" userId="3f9b9528-1df8-4235-9262-8bdb6141b1d9" providerId="ADAL" clId="{210BC3D0-6D33-4731-A59B-369807834DD2}" dt="2025-11-17T02:54:18.775" v="4311" actId="478"/>
          <ac:spMkLst>
            <pc:docMk/>
            <pc:sldMk cId="1782247726" sldId="275"/>
            <ac:spMk id="6" creationId="{A84E8F98-324C-2747-DE36-EE8F06E833E0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17.622" v="4284"/>
        <pc:sldMkLst>
          <pc:docMk/>
          <pc:sldMk cId="3108721838" sldId="277"/>
        </pc:sldMkLst>
        <pc:spChg chg="add mod">
          <ac:chgData name="Alexander Simon Thrysøe" userId="3f9b9528-1df8-4235-9262-8bdb6141b1d9" providerId="ADAL" clId="{210BC3D0-6D33-4731-A59B-369807834DD2}" dt="2025-11-17T02:53:17.622" v="4284"/>
          <ac:spMkLst>
            <pc:docMk/>
            <pc:sldMk cId="3108721838" sldId="277"/>
            <ac:spMk id="2" creationId="{C108C068-C964-7C5B-67A0-D2B229D9940C}"/>
          </ac:spMkLst>
        </pc:spChg>
        <pc:spChg chg="del">
          <ac:chgData name="Alexander Simon Thrysøe" userId="3f9b9528-1df8-4235-9262-8bdb6141b1d9" providerId="ADAL" clId="{210BC3D0-6D33-4731-A59B-369807834DD2}" dt="2025-11-17T02:53:17.317" v="4283" actId="478"/>
          <ac:spMkLst>
            <pc:docMk/>
            <pc:sldMk cId="3108721838" sldId="277"/>
            <ac:spMk id="6" creationId="{A2FE2676-3059-36A4-D712-AA4790937504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13.453" v="4282"/>
        <pc:sldMkLst>
          <pc:docMk/>
          <pc:sldMk cId="3915240652" sldId="279"/>
        </pc:sldMkLst>
        <pc:spChg chg="add mod">
          <ac:chgData name="Alexander Simon Thrysøe" userId="3f9b9528-1df8-4235-9262-8bdb6141b1d9" providerId="ADAL" clId="{210BC3D0-6D33-4731-A59B-369807834DD2}" dt="2025-11-17T02:53:13.453" v="4282"/>
          <ac:spMkLst>
            <pc:docMk/>
            <pc:sldMk cId="3915240652" sldId="279"/>
            <ac:spMk id="2" creationId="{6A2555A9-7E22-DC6E-6D8E-CE0C333671C2}"/>
          </ac:spMkLst>
        </pc:spChg>
        <pc:spChg chg="del">
          <ac:chgData name="Alexander Simon Thrysøe" userId="3f9b9528-1df8-4235-9262-8bdb6141b1d9" providerId="ADAL" clId="{210BC3D0-6D33-4731-A59B-369807834DD2}" dt="2025-11-17T02:53:13.169" v="4281" actId="478"/>
          <ac:spMkLst>
            <pc:docMk/>
            <pc:sldMk cId="3915240652" sldId="279"/>
            <ac:spMk id="6" creationId="{E8C8F797-B60F-3DC1-2238-96DCFE75302F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05.254" v="4278"/>
        <pc:sldMkLst>
          <pc:docMk/>
          <pc:sldMk cId="3743997652" sldId="280"/>
        </pc:sldMkLst>
        <pc:spChg chg="add mod">
          <ac:chgData name="Alexander Simon Thrysøe" userId="3f9b9528-1df8-4235-9262-8bdb6141b1d9" providerId="ADAL" clId="{210BC3D0-6D33-4731-A59B-369807834DD2}" dt="2025-11-17T02:53:05.254" v="4278"/>
          <ac:spMkLst>
            <pc:docMk/>
            <pc:sldMk cId="3743997652" sldId="280"/>
            <ac:spMk id="2" creationId="{A332EB87-9726-C191-0E23-F0E9678489A4}"/>
          </ac:spMkLst>
        </pc:spChg>
        <pc:spChg chg="del">
          <ac:chgData name="Alexander Simon Thrysøe" userId="3f9b9528-1df8-4235-9262-8bdb6141b1d9" providerId="ADAL" clId="{210BC3D0-6D33-4731-A59B-369807834DD2}" dt="2025-11-17T02:53:04.840" v="4277" actId="478"/>
          <ac:spMkLst>
            <pc:docMk/>
            <pc:sldMk cId="3743997652" sldId="280"/>
            <ac:spMk id="6" creationId="{BB13F16D-487D-BBFF-B9DD-F349CD8625C6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2:56.219" v="4274"/>
        <pc:sldMkLst>
          <pc:docMk/>
          <pc:sldMk cId="664745926" sldId="281"/>
        </pc:sldMkLst>
        <pc:spChg chg="add mod">
          <ac:chgData name="Alexander Simon Thrysøe" userId="3f9b9528-1df8-4235-9262-8bdb6141b1d9" providerId="ADAL" clId="{210BC3D0-6D33-4731-A59B-369807834DD2}" dt="2025-11-17T02:52:56.219" v="4274"/>
          <ac:spMkLst>
            <pc:docMk/>
            <pc:sldMk cId="664745926" sldId="281"/>
            <ac:spMk id="2" creationId="{B5C9414B-BDD3-C14E-6DB6-504CF9E219BE}"/>
          </ac:spMkLst>
        </pc:spChg>
        <pc:spChg chg="del">
          <ac:chgData name="Alexander Simon Thrysøe" userId="3f9b9528-1df8-4235-9262-8bdb6141b1d9" providerId="ADAL" clId="{210BC3D0-6D33-4731-A59B-369807834DD2}" dt="2025-11-17T02:52:55.933" v="4273" actId="478"/>
          <ac:spMkLst>
            <pc:docMk/>
            <pc:sldMk cId="664745926" sldId="281"/>
            <ac:spMk id="6" creationId="{C63675D7-7BE1-AF2F-6EB2-DEB4C47F7A4F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00.506" v="4276"/>
        <pc:sldMkLst>
          <pc:docMk/>
          <pc:sldMk cId="173501803" sldId="282"/>
        </pc:sldMkLst>
        <pc:spChg chg="add mod">
          <ac:chgData name="Alexander Simon Thrysøe" userId="3f9b9528-1df8-4235-9262-8bdb6141b1d9" providerId="ADAL" clId="{210BC3D0-6D33-4731-A59B-369807834DD2}" dt="2025-11-17T02:53:00.506" v="4276"/>
          <ac:spMkLst>
            <pc:docMk/>
            <pc:sldMk cId="173501803" sldId="282"/>
            <ac:spMk id="2" creationId="{48C41526-CF43-76B4-68DA-9803289A5CE2}"/>
          </ac:spMkLst>
        </pc:spChg>
        <pc:spChg chg="del">
          <ac:chgData name="Alexander Simon Thrysøe" userId="3f9b9528-1df8-4235-9262-8bdb6141b1d9" providerId="ADAL" clId="{210BC3D0-6D33-4731-A59B-369807834DD2}" dt="2025-11-17T02:53:00.217" v="4275" actId="478"/>
          <ac:spMkLst>
            <pc:docMk/>
            <pc:sldMk cId="173501803" sldId="282"/>
            <ac:spMk id="6" creationId="{6815C935-D84E-EFF9-53C1-3FF2783D16DD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2:51.577" v="4272"/>
        <pc:sldMkLst>
          <pc:docMk/>
          <pc:sldMk cId="1346550385" sldId="284"/>
        </pc:sldMkLst>
        <pc:spChg chg="add mod">
          <ac:chgData name="Alexander Simon Thrysøe" userId="3f9b9528-1df8-4235-9262-8bdb6141b1d9" providerId="ADAL" clId="{210BC3D0-6D33-4731-A59B-369807834DD2}" dt="2025-11-17T02:52:51.577" v="4272"/>
          <ac:spMkLst>
            <pc:docMk/>
            <pc:sldMk cId="1346550385" sldId="284"/>
            <ac:spMk id="2" creationId="{300001CA-F686-13F5-DC91-EFF2C4C18766}"/>
          </ac:spMkLst>
        </pc:spChg>
        <pc:spChg chg="del">
          <ac:chgData name="Alexander Simon Thrysøe" userId="3f9b9528-1df8-4235-9262-8bdb6141b1d9" providerId="ADAL" clId="{210BC3D0-6D33-4731-A59B-369807834DD2}" dt="2025-11-17T02:52:51.267" v="4271" actId="478"/>
          <ac:spMkLst>
            <pc:docMk/>
            <pc:sldMk cId="1346550385" sldId="284"/>
            <ac:spMk id="6" creationId="{4C916CF1-CC75-5BC5-9806-0E9B04AD0383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2:48.270" v="4270"/>
        <pc:sldMkLst>
          <pc:docMk/>
          <pc:sldMk cId="2872689329" sldId="285"/>
        </pc:sldMkLst>
        <pc:spChg chg="add mod">
          <ac:chgData name="Alexander Simon Thrysøe" userId="3f9b9528-1df8-4235-9262-8bdb6141b1d9" providerId="ADAL" clId="{210BC3D0-6D33-4731-A59B-369807834DD2}" dt="2025-11-17T02:52:48.270" v="4270"/>
          <ac:spMkLst>
            <pc:docMk/>
            <pc:sldMk cId="2872689329" sldId="285"/>
            <ac:spMk id="3" creationId="{E28C59FA-56F8-B6F9-D746-1A3DCE7A6757}"/>
          </ac:spMkLst>
        </pc:spChg>
        <pc:spChg chg="del">
          <ac:chgData name="Alexander Simon Thrysøe" userId="3f9b9528-1df8-4235-9262-8bdb6141b1d9" providerId="ADAL" clId="{210BC3D0-6D33-4731-A59B-369807834DD2}" dt="2025-11-17T02:52:47.914" v="4269" actId="478"/>
          <ac:spMkLst>
            <pc:docMk/>
            <pc:sldMk cId="2872689329" sldId="285"/>
            <ac:spMk id="6" creationId="{A0822463-A436-A11A-0FBA-03B8CE437CC0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2:38.425" v="4266"/>
        <pc:sldMkLst>
          <pc:docMk/>
          <pc:sldMk cId="2558936652" sldId="286"/>
        </pc:sldMkLst>
        <pc:spChg chg="add mod">
          <ac:chgData name="Alexander Simon Thrysøe" userId="3f9b9528-1df8-4235-9262-8bdb6141b1d9" providerId="ADAL" clId="{210BC3D0-6D33-4731-A59B-369807834DD2}" dt="2025-11-17T02:52:38.425" v="4266"/>
          <ac:spMkLst>
            <pc:docMk/>
            <pc:sldMk cId="2558936652" sldId="286"/>
            <ac:spMk id="2" creationId="{DA8D4E0C-E388-7BD5-F76B-2383A7B74A7A}"/>
          </ac:spMkLst>
        </pc:spChg>
        <pc:spChg chg="del">
          <ac:chgData name="Alexander Simon Thrysøe" userId="3f9b9528-1df8-4235-9262-8bdb6141b1d9" providerId="ADAL" clId="{210BC3D0-6D33-4731-A59B-369807834DD2}" dt="2025-11-17T02:52:38.120" v="4265" actId="478"/>
          <ac:spMkLst>
            <pc:docMk/>
            <pc:sldMk cId="2558936652" sldId="286"/>
            <ac:spMk id="6" creationId="{FDB6F094-9732-F40F-3318-E62D16C48335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6:15.416" v="4373"/>
        <pc:sldMkLst>
          <pc:docMk/>
          <pc:sldMk cId="4089588423" sldId="287"/>
        </pc:sldMkLst>
        <pc:spChg chg="add mod">
          <ac:chgData name="Alexander Simon Thrysøe" userId="3f9b9528-1df8-4235-9262-8bdb6141b1d9" providerId="ADAL" clId="{210BC3D0-6D33-4731-A59B-369807834DD2}" dt="2025-11-17T02:52:34.504" v="4264"/>
          <ac:spMkLst>
            <pc:docMk/>
            <pc:sldMk cId="4089588423" sldId="287"/>
            <ac:spMk id="2" creationId="{629195CB-5CF1-FA94-9778-96A6A1B1ADBA}"/>
          </ac:spMkLst>
        </pc:spChg>
        <pc:spChg chg="add mod">
          <ac:chgData name="Alexander Simon Thrysøe" userId="3f9b9528-1df8-4235-9262-8bdb6141b1d9" providerId="ADAL" clId="{210BC3D0-6D33-4731-A59B-369807834DD2}" dt="2025-11-17T02:56:15.416" v="4373"/>
          <ac:spMkLst>
            <pc:docMk/>
            <pc:sldMk cId="4089588423" sldId="287"/>
            <ac:spMk id="3" creationId="{64CAB374-6A78-CC29-44D3-4892764BB07A}"/>
          </ac:spMkLst>
        </pc:spChg>
        <pc:spChg chg="del">
          <ac:chgData name="Alexander Simon Thrysøe" userId="3f9b9528-1df8-4235-9262-8bdb6141b1d9" providerId="ADAL" clId="{210BC3D0-6D33-4731-A59B-369807834DD2}" dt="2025-11-17T02:52:34.201" v="4263" actId="478"/>
          <ac:spMkLst>
            <pc:docMk/>
            <pc:sldMk cId="4089588423" sldId="287"/>
            <ac:spMk id="6" creationId="{0E792D8B-1F20-CB35-3479-8CFB6817BDC4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3:21.770" v="4286"/>
        <pc:sldMkLst>
          <pc:docMk/>
          <pc:sldMk cId="1277508310" sldId="288"/>
        </pc:sldMkLst>
        <pc:spChg chg="add mod">
          <ac:chgData name="Alexander Simon Thrysøe" userId="3f9b9528-1df8-4235-9262-8bdb6141b1d9" providerId="ADAL" clId="{210BC3D0-6D33-4731-A59B-369807834DD2}" dt="2025-11-17T02:53:21.770" v="4286"/>
          <ac:spMkLst>
            <pc:docMk/>
            <pc:sldMk cId="1277508310" sldId="288"/>
            <ac:spMk id="2" creationId="{34533E7F-07E8-339D-CAE2-926E4E42E328}"/>
          </ac:spMkLst>
        </pc:spChg>
        <pc:spChg chg="del">
          <ac:chgData name="Alexander Simon Thrysøe" userId="3f9b9528-1df8-4235-9262-8bdb6141b1d9" providerId="ADAL" clId="{210BC3D0-6D33-4731-A59B-369807834DD2}" dt="2025-11-17T02:53:21.397" v="4285" actId="478"/>
          <ac:spMkLst>
            <pc:docMk/>
            <pc:sldMk cId="1277508310" sldId="288"/>
            <ac:spMk id="6" creationId="{00B64790-826D-D58C-A632-80B9F195E524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4:58.556" v="4348"/>
        <pc:sldMkLst>
          <pc:docMk/>
          <pc:sldMk cId="1635377456" sldId="291"/>
        </pc:sldMkLst>
        <pc:spChg chg="mod">
          <ac:chgData name="Alexander Simon Thrysøe" userId="3f9b9528-1df8-4235-9262-8bdb6141b1d9" providerId="ADAL" clId="{210BC3D0-6D33-4731-A59B-369807834DD2}" dt="2025-11-17T02:47:45.762" v="70"/>
          <ac:spMkLst>
            <pc:docMk/>
            <pc:sldMk cId="1635377456" sldId="291"/>
            <ac:spMk id="4" creationId="{159B99CF-2318-447B-86E7-A534766C2254}"/>
          </ac:spMkLst>
        </pc:spChg>
        <pc:spChg chg="del">
          <ac:chgData name="Alexander Simon Thrysøe" userId="3f9b9528-1df8-4235-9262-8bdb6141b1d9" providerId="ADAL" clId="{210BC3D0-6D33-4731-A59B-369807834DD2}" dt="2025-11-17T02:47:45.873" v="81"/>
          <ac:spMkLst>
            <pc:docMk/>
            <pc:sldMk cId="1635377456" sldId="291"/>
            <ac:spMk id="6" creationId="{67A6290A-CA00-4F5D-81EA-038B2D8242F3}"/>
          </ac:spMkLst>
        </pc:spChg>
        <pc:spChg chg="del">
          <ac:chgData name="Alexander Simon Thrysøe" userId="3f9b9528-1df8-4235-9262-8bdb6141b1d9" providerId="ADAL" clId="{210BC3D0-6D33-4731-A59B-369807834DD2}" dt="2025-11-17T02:47:45.873" v="82"/>
          <ac:spMkLst>
            <pc:docMk/>
            <pc:sldMk cId="1635377456" sldId="291"/>
            <ac:spMk id="7" creationId="{74F17AA3-140A-4CD5-9B72-0479314BD79A}"/>
          </ac:spMkLst>
        </pc:spChg>
        <pc:spChg chg="del">
          <ac:chgData name="Alexander Simon Thrysøe" userId="3f9b9528-1df8-4235-9262-8bdb6141b1d9" providerId="ADAL" clId="{210BC3D0-6D33-4731-A59B-369807834DD2}" dt="2025-11-17T02:47:45.873" v="83"/>
          <ac:spMkLst>
            <pc:docMk/>
            <pc:sldMk cId="1635377456" sldId="291"/>
            <ac:spMk id="8" creationId="{A0912654-051D-42B4-B17C-95D35153D291}"/>
          </ac:spMkLst>
        </pc:spChg>
        <pc:spChg chg="del">
          <ac:chgData name="Alexander Simon Thrysøe" userId="3f9b9528-1df8-4235-9262-8bdb6141b1d9" providerId="ADAL" clId="{210BC3D0-6D33-4731-A59B-369807834DD2}" dt="2025-11-17T02:47:45.873" v="84"/>
          <ac:spMkLst>
            <pc:docMk/>
            <pc:sldMk cId="1635377456" sldId="291"/>
            <ac:spMk id="9" creationId="{D89C5380-D79E-4573-AD59-FEF483EF18BC}"/>
          </ac:spMkLst>
        </pc:spChg>
        <pc:spChg chg="del">
          <ac:chgData name="Alexander Simon Thrysøe" userId="3f9b9528-1df8-4235-9262-8bdb6141b1d9" providerId="ADAL" clId="{210BC3D0-6D33-4731-A59B-369807834DD2}" dt="2025-11-17T02:47:45.888" v="85"/>
          <ac:spMkLst>
            <pc:docMk/>
            <pc:sldMk cId="1635377456" sldId="291"/>
            <ac:spMk id="10" creationId="{986DFE4C-057D-4FCD-BA48-81DBA2F57F2D}"/>
          </ac:spMkLst>
        </pc:spChg>
        <pc:spChg chg="del">
          <ac:chgData name="Alexander Simon Thrysøe" userId="3f9b9528-1df8-4235-9262-8bdb6141b1d9" providerId="ADAL" clId="{210BC3D0-6D33-4731-A59B-369807834DD2}" dt="2025-11-17T02:47:45.889" v="86"/>
          <ac:spMkLst>
            <pc:docMk/>
            <pc:sldMk cId="1635377456" sldId="291"/>
            <ac:spMk id="11" creationId="{5463A55C-636D-41F7-87AC-68EECBA1B364}"/>
          </ac:spMkLst>
        </pc:spChg>
        <pc:spChg chg="del">
          <ac:chgData name="Alexander Simon Thrysøe" userId="3f9b9528-1df8-4235-9262-8bdb6141b1d9" providerId="ADAL" clId="{210BC3D0-6D33-4731-A59B-369807834DD2}" dt="2025-11-17T02:47:45.890" v="87"/>
          <ac:spMkLst>
            <pc:docMk/>
            <pc:sldMk cId="1635377456" sldId="291"/>
            <ac:spMk id="12" creationId="{0E2E339E-F338-47C5-A065-E116C458DF52}"/>
          </ac:spMkLst>
        </pc:spChg>
        <pc:spChg chg="del">
          <ac:chgData name="Alexander Simon Thrysøe" userId="3f9b9528-1df8-4235-9262-8bdb6141b1d9" providerId="ADAL" clId="{210BC3D0-6D33-4731-A59B-369807834DD2}" dt="2025-11-17T02:47:45.890" v="88"/>
          <ac:spMkLst>
            <pc:docMk/>
            <pc:sldMk cId="1635377456" sldId="291"/>
            <ac:spMk id="13" creationId="{7A62B848-5D80-458E-8755-2C2531B019CE}"/>
          </ac:spMkLst>
        </pc:spChg>
        <pc:spChg chg="del">
          <ac:chgData name="Alexander Simon Thrysøe" userId="3f9b9528-1df8-4235-9262-8bdb6141b1d9" providerId="ADAL" clId="{210BC3D0-6D33-4731-A59B-369807834DD2}" dt="2025-11-17T02:47:45.890" v="89"/>
          <ac:spMkLst>
            <pc:docMk/>
            <pc:sldMk cId="1635377456" sldId="291"/>
            <ac:spMk id="14" creationId="{8768DC5A-7229-44A2-B415-4468A10B9EFD}"/>
          </ac:spMkLst>
        </pc:spChg>
        <pc:spChg chg="del">
          <ac:chgData name="Alexander Simon Thrysøe" userId="3f9b9528-1df8-4235-9262-8bdb6141b1d9" providerId="ADAL" clId="{210BC3D0-6D33-4731-A59B-369807834DD2}" dt="2025-11-17T02:47:45.890" v="90"/>
          <ac:spMkLst>
            <pc:docMk/>
            <pc:sldMk cId="1635377456" sldId="291"/>
            <ac:spMk id="15" creationId="{8F1DFCD4-B3A0-4457-AA82-EBFA5684B4D6}"/>
          </ac:spMkLst>
        </pc:spChg>
        <pc:spChg chg="del">
          <ac:chgData name="Alexander Simon Thrysøe" userId="3f9b9528-1df8-4235-9262-8bdb6141b1d9" providerId="ADAL" clId="{210BC3D0-6D33-4731-A59B-369807834DD2}" dt="2025-11-17T02:47:45.890" v="91"/>
          <ac:spMkLst>
            <pc:docMk/>
            <pc:sldMk cId="1635377456" sldId="291"/>
            <ac:spMk id="16" creationId="{8415BEE7-A089-4EA2-A07B-242F51CA3C92}"/>
          </ac:spMkLst>
        </pc:spChg>
        <pc:spChg chg="del">
          <ac:chgData name="Alexander Simon Thrysøe" userId="3f9b9528-1df8-4235-9262-8bdb6141b1d9" providerId="ADAL" clId="{210BC3D0-6D33-4731-A59B-369807834DD2}" dt="2025-11-17T02:47:45.890" v="92"/>
          <ac:spMkLst>
            <pc:docMk/>
            <pc:sldMk cId="1635377456" sldId="291"/>
            <ac:spMk id="17" creationId="{A806616B-D684-4141-B321-9B1F549F8EAD}"/>
          </ac:spMkLst>
        </pc:spChg>
        <pc:spChg chg="del">
          <ac:chgData name="Alexander Simon Thrysøe" userId="3f9b9528-1df8-4235-9262-8bdb6141b1d9" providerId="ADAL" clId="{210BC3D0-6D33-4731-A59B-369807834DD2}" dt="2025-11-17T02:47:45.890" v="93"/>
          <ac:spMkLst>
            <pc:docMk/>
            <pc:sldMk cId="1635377456" sldId="291"/>
            <ac:spMk id="18" creationId="{EF2F08A2-407B-4819-97E4-AA9D8F7DD8E8}"/>
          </ac:spMkLst>
        </pc:spChg>
        <pc:spChg chg="del">
          <ac:chgData name="Alexander Simon Thrysøe" userId="3f9b9528-1df8-4235-9262-8bdb6141b1d9" providerId="ADAL" clId="{210BC3D0-6D33-4731-A59B-369807834DD2}" dt="2025-11-17T02:47:45.890" v="94"/>
          <ac:spMkLst>
            <pc:docMk/>
            <pc:sldMk cId="1635377456" sldId="291"/>
            <ac:spMk id="19" creationId="{8C28A753-CB3C-43A6-BF11-36F42892CF47}"/>
          </ac:spMkLst>
        </pc:spChg>
        <pc:spChg chg="del">
          <ac:chgData name="Alexander Simon Thrysøe" userId="3f9b9528-1df8-4235-9262-8bdb6141b1d9" providerId="ADAL" clId="{210BC3D0-6D33-4731-A59B-369807834DD2}" dt="2025-11-17T02:47:45.890" v="95"/>
          <ac:spMkLst>
            <pc:docMk/>
            <pc:sldMk cId="1635377456" sldId="291"/>
            <ac:spMk id="20" creationId="{A0766B30-65AD-421C-96F6-FEA11ABC58CD}"/>
          </ac:spMkLst>
        </pc:spChg>
        <pc:spChg chg="del">
          <ac:chgData name="Alexander Simon Thrysøe" userId="3f9b9528-1df8-4235-9262-8bdb6141b1d9" providerId="ADAL" clId="{210BC3D0-6D33-4731-A59B-369807834DD2}" dt="2025-11-17T02:47:45.890" v="96"/>
          <ac:spMkLst>
            <pc:docMk/>
            <pc:sldMk cId="1635377456" sldId="291"/>
            <ac:spMk id="21" creationId="{945FEE58-48CC-43FD-8A46-0372901B8AF4}"/>
          </ac:spMkLst>
        </pc:spChg>
        <pc:spChg chg="del">
          <ac:chgData name="Alexander Simon Thrysøe" userId="3f9b9528-1df8-4235-9262-8bdb6141b1d9" providerId="ADAL" clId="{210BC3D0-6D33-4731-A59B-369807834DD2}" dt="2025-11-17T02:47:45.890" v="97"/>
          <ac:spMkLst>
            <pc:docMk/>
            <pc:sldMk cId="1635377456" sldId="291"/>
            <ac:spMk id="22" creationId="{E7A340A5-400A-4CA2-83F6-DB97050ED24D}"/>
          </ac:spMkLst>
        </pc:spChg>
        <pc:spChg chg="del">
          <ac:chgData name="Alexander Simon Thrysøe" userId="3f9b9528-1df8-4235-9262-8bdb6141b1d9" providerId="ADAL" clId="{210BC3D0-6D33-4731-A59B-369807834DD2}" dt="2025-11-17T02:47:45.890" v="98"/>
          <ac:spMkLst>
            <pc:docMk/>
            <pc:sldMk cId="1635377456" sldId="291"/>
            <ac:spMk id="23" creationId="{DBAC7767-1287-43FD-BED0-8CE5F5736A6F}"/>
          </ac:spMkLst>
        </pc:spChg>
        <pc:spChg chg="del">
          <ac:chgData name="Alexander Simon Thrysøe" userId="3f9b9528-1df8-4235-9262-8bdb6141b1d9" providerId="ADAL" clId="{210BC3D0-6D33-4731-A59B-369807834DD2}" dt="2025-11-17T02:47:45.890" v="99"/>
          <ac:spMkLst>
            <pc:docMk/>
            <pc:sldMk cId="1635377456" sldId="291"/>
            <ac:spMk id="24" creationId="{B53993C9-26F8-48A4-8FB0-B5A6AF3C88DE}"/>
          </ac:spMkLst>
        </pc:spChg>
        <pc:spChg chg="del">
          <ac:chgData name="Alexander Simon Thrysøe" userId="3f9b9528-1df8-4235-9262-8bdb6141b1d9" providerId="ADAL" clId="{210BC3D0-6D33-4731-A59B-369807834DD2}" dt="2025-11-17T02:47:45.890" v="100"/>
          <ac:spMkLst>
            <pc:docMk/>
            <pc:sldMk cId="1635377456" sldId="291"/>
            <ac:spMk id="25" creationId="{7945BF5B-F7E1-4513-8941-95F5CBD78737}"/>
          </ac:spMkLst>
        </pc:spChg>
        <pc:spChg chg="del">
          <ac:chgData name="Alexander Simon Thrysøe" userId="3f9b9528-1df8-4235-9262-8bdb6141b1d9" providerId="ADAL" clId="{210BC3D0-6D33-4731-A59B-369807834DD2}" dt="2025-11-17T02:47:45.890" v="101"/>
          <ac:spMkLst>
            <pc:docMk/>
            <pc:sldMk cId="1635377456" sldId="291"/>
            <ac:spMk id="26" creationId="{7474D92D-CACE-4440-916C-62CAF3307CEA}"/>
          </ac:spMkLst>
        </pc:spChg>
        <pc:spChg chg="del">
          <ac:chgData name="Alexander Simon Thrysøe" userId="3f9b9528-1df8-4235-9262-8bdb6141b1d9" providerId="ADAL" clId="{210BC3D0-6D33-4731-A59B-369807834DD2}" dt="2025-11-17T02:47:45.890" v="102"/>
          <ac:spMkLst>
            <pc:docMk/>
            <pc:sldMk cId="1635377456" sldId="291"/>
            <ac:spMk id="27" creationId="{FB2CAE72-0420-45CD-81A5-30A57E23CAF0}"/>
          </ac:spMkLst>
        </pc:spChg>
        <pc:spChg chg="del">
          <ac:chgData name="Alexander Simon Thrysøe" userId="3f9b9528-1df8-4235-9262-8bdb6141b1d9" providerId="ADAL" clId="{210BC3D0-6D33-4731-A59B-369807834DD2}" dt="2025-11-17T02:47:45.890" v="103"/>
          <ac:spMkLst>
            <pc:docMk/>
            <pc:sldMk cId="1635377456" sldId="291"/>
            <ac:spMk id="28" creationId="{6F36303E-F35E-4788-AF5B-64EF2C7C8C22}"/>
          </ac:spMkLst>
        </pc:spChg>
        <pc:spChg chg="del">
          <ac:chgData name="Alexander Simon Thrysøe" userId="3f9b9528-1df8-4235-9262-8bdb6141b1d9" providerId="ADAL" clId="{210BC3D0-6D33-4731-A59B-369807834DD2}" dt="2025-11-17T02:47:45.890" v="104"/>
          <ac:spMkLst>
            <pc:docMk/>
            <pc:sldMk cId="1635377456" sldId="291"/>
            <ac:spMk id="29" creationId="{DE3A0EB6-E326-4EB6-A2EC-1DD62CB04643}"/>
          </ac:spMkLst>
        </pc:spChg>
        <pc:spChg chg="del">
          <ac:chgData name="Alexander Simon Thrysøe" userId="3f9b9528-1df8-4235-9262-8bdb6141b1d9" providerId="ADAL" clId="{210BC3D0-6D33-4731-A59B-369807834DD2}" dt="2025-11-17T02:47:45.890" v="105"/>
          <ac:spMkLst>
            <pc:docMk/>
            <pc:sldMk cId="1635377456" sldId="291"/>
            <ac:spMk id="30" creationId="{EAB32BAF-DBB9-4DC3-A2CF-F4FEC1A7DBDD}"/>
          </ac:spMkLst>
        </pc:spChg>
        <pc:spChg chg="del">
          <ac:chgData name="Alexander Simon Thrysøe" userId="3f9b9528-1df8-4235-9262-8bdb6141b1d9" providerId="ADAL" clId="{210BC3D0-6D33-4731-A59B-369807834DD2}" dt="2025-11-17T02:47:45.890" v="106"/>
          <ac:spMkLst>
            <pc:docMk/>
            <pc:sldMk cId="1635377456" sldId="291"/>
            <ac:spMk id="31" creationId="{D518857A-D844-4A08-A52E-3051DF52F3E3}"/>
          </ac:spMkLst>
        </pc:spChg>
        <pc:spChg chg="del">
          <ac:chgData name="Alexander Simon Thrysøe" userId="3f9b9528-1df8-4235-9262-8bdb6141b1d9" providerId="ADAL" clId="{210BC3D0-6D33-4731-A59B-369807834DD2}" dt="2025-11-17T02:47:45.904" v="107"/>
          <ac:spMkLst>
            <pc:docMk/>
            <pc:sldMk cId="1635377456" sldId="291"/>
            <ac:spMk id="32" creationId="{504A9EAA-32FD-4C30-92BD-F038C44108A1}"/>
          </ac:spMkLst>
        </pc:spChg>
        <pc:spChg chg="del">
          <ac:chgData name="Alexander Simon Thrysøe" userId="3f9b9528-1df8-4235-9262-8bdb6141b1d9" providerId="ADAL" clId="{210BC3D0-6D33-4731-A59B-369807834DD2}" dt="2025-11-17T02:47:45.906" v="108"/>
          <ac:spMkLst>
            <pc:docMk/>
            <pc:sldMk cId="1635377456" sldId="291"/>
            <ac:spMk id="33" creationId="{1D4C5E95-04B4-40E1-8F1E-E2B8A0A6707D}"/>
          </ac:spMkLst>
        </pc:spChg>
        <pc:spChg chg="del">
          <ac:chgData name="Alexander Simon Thrysøe" userId="3f9b9528-1df8-4235-9262-8bdb6141b1d9" providerId="ADAL" clId="{210BC3D0-6D33-4731-A59B-369807834DD2}" dt="2025-11-17T02:47:45.906" v="109"/>
          <ac:spMkLst>
            <pc:docMk/>
            <pc:sldMk cId="1635377456" sldId="291"/>
            <ac:spMk id="34" creationId="{DF391757-EF20-4FE2-8EF9-8FB745E97A06}"/>
          </ac:spMkLst>
        </pc:spChg>
        <pc:spChg chg="del">
          <ac:chgData name="Alexander Simon Thrysøe" userId="3f9b9528-1df8-4235-9262-8bdb6141b1d9" providerId="ADAL" clId="{210BC3D0-6D33-4731-A59B-369807834DD2}" dt="2025-11-17T02:47:45.906" v="110"/>
          <ac:spMkLst>
            <pc:docMk/>
            <pc:sldMk cId="1635377456" sldId="291"/>
            <ac:spMk id="35" creationId="{2D0D37CB-529E-4B66-A448-651E68A5A508}"/>
          </ac:spMkLst>
        </pc:spChg>
        <pc:spChg chg="del">
          <ac:chgData name="Alexander Simon Thrysøe" userId="3f9b9528-1df8-4235-9262-8bdb6141b1d9" providerId="ADAL" clId="{210BC3D0-6D33-4731-A59B-369807834DD2}" dt="2025-11-17T02:47:45.906" v="111"/>
          <ac:spMkLst>
            <pc:docMk/>
            <pc:sldMk cId="1635377456" sldId="291"/>
            <ac:spMk id="36" creationId="{FC7E989D-DCDA-48CE-AF8F-4ECCBA14AF60}"/>
          </ac:spMkLst>
        </pc:spChg>
        <pc:spChg chg="del">
          <ac:chgData name="Alexander Simon Thrysøe" userId="3f9b9528-1df8-4235-9262-8bdb6141b1d9" providerId="ADAL" clId="{210BC3D0-6D33-4731-A59B-369807834DD2}" dt="2025-11-17T02:47:45.906" v="112"/>
          <ac:spMkLst>
            <pc:docMk/>
            <pc:sldMk cId="1635377456" sldId="291"/>
            <ac:spMk id="37" creationId="{48C9B80A-DD96-4EEB-8115-2C793BEFE134}"/>
          </ac:spMkLst>
        </pc:spChg>
        <pc:spChg chg="del">
          <ac:chgData name="Alexander Simon Thrysøe" userId="3f9b9528-1df8-4235-9262-8bdb6141b1d9" providerId="ADAL" clId="{210BC3D0-6D33-4731-A59B-369807834DD2}" dt="2025-11-17T02:47:45.906" v="113"/>
          <ac:spMkLst>
            <pc:docMk/>
            <pc:sldMk cId="1635377456" sldId="291"/>
            <ac:spMk id="38" creationId="{A294900E-F7FF-4E52-96CC-59CE351CB133}"/>
          </ac:spMkLst>
        </pc:spChg>
        <pc:spChg chg="del">
          <ac:chgData name="Alexander Simon Thrysøe" userId="3f9b9528-1df8-4235-9262-8bdb6141b1d9" providerId="ADAL" clId="{210BC3D0-6D33-4731-A59B-369807834DD2}" dt="2025-11-17T02:47:45.906" v="114"/>
          <ac:spMkLst>
            <pc:docMk/>
            <pc:sldMk cId="1635377456" sldId="291"/>
            <ac:spMk id="39" creationId="{5F95A824-E2C4-4054-AB3B-E3DFC0EB4733}"/>
          </ac:spMkLst>
        </pc:spChg>
        <pc:spChg chg="del">
          <ac:chgData name="Alexander Simon Thrysøe" userId="3f9b9528-1df8-4235-9262-8bdb6141b1d9" providerId="ADAL" clId="{210BC3D0-6D33-4731-A59B-369807834DD2}" dt="2025-11-17T02:47:45.906" v="115"/>
          <ac:spMkLst>
            <pc:docMk/>
            <pc:sldMk cId="1635377456" sldId="291"/>
            <ac:spMk id="40" creationId="{B1A7C080-B213-4157-8347-AE66FD30FDF7}"/>
          </ac:spMkLst>
        </pc:spChg>
        <pc:spChg chg="del">
          <ac:chgData name="Alexander Simon Thrysøe" userId="3f9b9528-1df8-4235-9262-8bdb6141b1d9" providerId="ADAL" clId="{210BC3D0-6D33-4731-A59B-369807834DD2}" dt="2025-11-17T02:47:45.906" v="116"/>
          <ac:spMkLst>
            <pc:docMk/>
            <pc:sldMk cId="1635377456" sldId="291"/>
            <ac:spMk id="41" creationId="{26579EE9-DC4D-4CA4-95A2-381624639AF0}"/>
          </ac:spMkLst>
        </pc:spChg>
        <pc:spChg chg="del">
          <ac:chgData name="Alexander Simon Thrysøe" userId="3f9b9528-1df8-4235-9262-8bdb6141b1d9" providerId="ADAL" clId="{210BC3D0-6D33-4731-A59B-369807834DD2}" dt="2025-11-17T02:47:45.906" v="117"/>
          <ac:spMkLst>
            <pc:docMk/>
            <pc:sldMk cId="1635377456" sldId="291"/>
            <ac:spMk id="42" creationId="{A7627078-909B-49E3-888A-107A98B18067}"/>
          </ac:spMkLst>
        </pc:spChg>
        <pc:spChg chg="del">
          <ac:chgData name="Alexander Simon Thrysøe" userId="3f9b9528-1df8-4235-9262-8bdb6141b1d9" providerId="ADAL" clId="{210BC3D0-6D33-4731-A59B-369807834DD2}" dt="2025-11-17T02:47:45.906" v="118"/>
          <ac:spMkLst>
            <pc:docMk/>
            <pc:sldMk cId="1635377456" sldId="291"/>
            <ac:spMk id="43" creationId="{4918054A-3375-4736-A45E-061A7BB7B212}"/>
          </ac:spMkLst>
        </pc:spChg>
        <pc:spChg chg="del">
          <ac:chgData name="Alexander Simon Thrysøe" userId="3f9b9528-1df8-4235-9262-8bdb6141b1d9" providerId="ADAL" clId="{210BC3D0-6D33-4731-A59B-369807834DD2}" dt="2025-11-17T02:47:45.906" v="119"/>
          <ac:spMkLst>
            <pc:docMk/>
            <pc:sldMk cId="1635377456" sldId="291"/>
            <ac:spMk id="44" creationId="{DA957212-A7C1-4AEF-8C4F-149106053888}"/>
          </ac:spMkLst>
        </pc:spChg>
        <pc:spChg chg="del">
          <ac:chgData name="Alexander Simon Thrysøe" userId="3f9b9528-1df8-4235-9262-8bdb6141b1d9" providerId="ADAL" clId="{210BC3D0-6D33-4731-A59B-369807834DD2}" dt="2025-11-17T02:47:45.906" v="120"/>
          <ac:spMkLst>
            <pc:docMk/>
            <pc:sldMk cId="1635377456" sldId="291"/>
            <ac:spMk id="45" creationId="{45985A7D-BFB5-4DB6-B8F0-D78DAC8BD33F}"/>
          </ac:spMkLst>
        </pc:spChg>
        <pc:spChg chg="del">
          <ac:chgData name="Alexander Simon Thrysøe" userId="3f9b9528-1df8-4235-9262-8bdb6141b1d9" providerId="ADAL" clId="{210BC3D0-6D33-4731-A59B-369807834DD2}" dt="2025-11-17T02:47:45.906" v="121"/>
          <ac:spMkLst>
            <pc:docMk/>
            <pc:sldMk cId="1635377456" sldId="291"/>
            <ac:spMk id="46" creationId="{238BF3C9-FB28-47CB-9390-90672708911D}"/>
          </ac:spMkLst>
        </pc:spChg>
        <pc:spChg chg="del">
          <ac:chgData name="Alexander Simon Thrysøe" userId="3f9b9528-1df8-4235-9262-8bdb6141b1d9" providerId="ADAL" clId="{210BC3D0-6D33-4731-A59B-369807834DD2}" dt="2025-11-17T02:47:45.906" v="122"/>
          <ac:spMkLst>
            <pc:docMk/>
            <pc:sldMk cId="1635377456" sldId="291"/>
            <ac:spMk id="47" creationId="{4D13C2EE-BBA5-4CF2-B5B2-673450BE6D68}"/>
          </ac:spMkLst>
        </pc:spChg>
        <pc:spChg chg="del">
          <ac:chgData name="Alexander Simon Thrysøe" userId="3f9b9528-1df8-4235-9262-8bdb6141b1d9" providerId="ADAL" clId="{210BC3D0-6D33-4731-A59B-369807834DD2}" dt="2025-11-17T02:47:45.906" v="123"/>
          <ac:spMkLst>
            <pc:docMk/>
            <pc:sldMk cId="1635377456" sldId="291"/>
            <ac:spMk id="48" creationId="{2D87281F-3F2A-4694-B13C-D295A2B21A02}"/>
          </ac:spMkLst>
        </pc:spChg>
        <pc:spChg chg="del">
          <ac:chgData name="Alexander Simon Thrysøe" userId="3f9b9528-1df8-4235-9262-8bdb6141b1d9" providerId="ADAL" clId="{210BC3D0-6D33-4731-A59B-369807834DD2}" dt="2025-11-17T02:47:45.906" v="124"/>
          <ac:spMkLst>
            <pc:docMk/>
            <pc:sldMk cId="1635377456" sldId="291"/>
            <ac:spMk id="49" creationId="{D591F3B7-95E4-40E3-8669-785B795911F5}"/>
          </ac:spMkLst>
        </pc:spChg>
        <pc:spChg chg="del">
          <ac:chgData name="Alexander Simon Thrysøe" userId="3f9b9528-1df8-4235-9262-8bdb6141b1d9" providerId="ADAL" clId="{210BC3D0-6D33-4731-A59B-369807834DD2}" dt="2025-11-17T02:47:45.906" v="125"/>
          <ac:spMkLst>
            <pc:docMk/>
            <pc:sldMk cId="1635377456" sldId="291"/>
            <ac:spMk id="50" creationId="{DF97B16D-E34D-449C-9DA9-ACD1D0764B1C}"/>
          </ac:spMkLst>
        </pc:spChg>
        <pc:spChg chg="del">
          <ac:chgData name="Alexander Simon Thrysøe" userId="3f9b9528-1df8-4235-9262-8bdb6141b1d9" providerId="ADAL" clId="{210BC3D0-6D33-4731-A59B-369807834DD2}" dt="2025-11-17T02:47:45.906" v="126"/>
          <ac:spMkLst>
            <pc:docMk/>
            <pc:sldMk cId="1635377456" sldId="291"/>
            <ac:spMk id="51" creationId="{9885FE16-840D-45D0-BB3A-196A97A42BD7}"/>
          </ac:spMkLst>
        </pc:spChg>
        <pc:spChg chg="del">
          <ac:chgData name="Alexander Simon Thrysøe" userId="3f9b9528-1df8-4235-9262-8bdb6141b1d9" providerId="ADAL" clId="{210BC3D0-6D33-4731-A59B-369807834DD2}" dt="2025-11-17T02:47:45.906" v="127"/>
          <ac:spMkLst>
            <pc:docMk/>
            <pc:sldMk cId="1635377456" sldId="291"/>
            <ac:spMk id="52" creationId="{133548AF-6408-45B8-BC9F-C64A0FC15683}"/>
          </ac:spMkLst>
        </pc:spChg>
        <pc:spChg chg="del">
          <ac:chgData name="Alexander Simon Thrysøe" userId="3f9b9528-1df8-4235-9262-8bdb6141b1d9" providerId="ADAL" clId="{210BC3D0-6D33-4731-A59B-369807834DD2}" dt="2025-11-17T02:47:45.906" v="128"/>
          <ac:spMkLst>
            <pc:docMk/>
            <pc:sldMk cId="1635377456" sldId="291"/>
            <ac:spMk id="53" creationId="{2B0238DD-DEDC-4046-AE0A-53DAD1557D7E}"/>
          </ac:spMkLst>
        </pc:spChg>
        <pc:spChg chg="del">
          <ac:chgData name="Alexander Simon Thrysøe" userId="3f9b9528-1df8-4235-9262-8bdb6141b1d9" providerId="ADAL" clId="{210BC3D0-6D33-4731-A59B-369807834DD2}" dt="2025-11-17T02:47:45.906" v="129"/>
          <ac:spMkLst>
            <pc:docMk/>
            <pc:sldMk cId="1635377456" sldId="291"/>
            <ac:spMk id="54" creationId="{8B2FD94F-91D1-4576-835C-5C10A7EF0FE0}"/>
          </ac:spMkLst>
        </pc:spChg>
        <pc:spChg chg="del">
          <ac:chgData name="Alexander Simon Thrysøe" userId="3f9b9528-1df8-4235-9262-8bdb6141b1d9" providerId="ADAL" clId="{210BC3D0-6D33-4731-A59B-369807834DD2}" dt="2025-11-17T02:47:45.906" v="130"/>
          <ac:spMkLst>
            <pc:docMk/>
            <pc:sldMk cId="1635377456" sldId="291"/>
            <ac:spMk id="55" creationId="{3069666C-33A0-4002-8B16-42FB917BC14E}"/>
          </ac:spMkLst>
        </pc:spChg>
        <pc:spChg chg="del">
          <ac:chgData name="Alexander Simon Thrysøe" userId="3f9b9528-1df8-4235-9262-8bdb6141b1d9" providerId="ADAL" clId="{210BC3D0-6D33-4731-A59B-369807834DD2}" dt="2025-11-17T02:47:45.921" v="131"/>
          <ac:spMkLst>
            <pc:docMk/>
            <pc:sldMk cId="1635377456" sldId="291"/>
            <ac:spMk id="56" creationId="{2C5CBD28-89B9-4077-B3C5-1EDDCFBA65C1}"/>
          </ac:spMkLst>
        </pc:spChg>
        <pc:spChg chg="del">
          <ac:chgData name="Alexander Simon Thrysøe" userId="3f9b9528-1df8-4235-9262-8bdb6141b1d9" providerId="ADAL" clId="{210BC3D0-6D33-4731-A59B-369807834DD2}" dt="2025-11-17T02:47:45.923" v="132"/>
          <ac:spMkLst>
            <pc:docMk/>
            <pc:sldMk cId="1635377456" sldId="291"/>
            <ac:spMk id="57" creationId="{AA0AACDC-1B12-44A0-B62E-89B041707BF3}"/>
          </ac:spMkLst>
        </pc:spChg>
        <pc:spChg chg="del">
          <ac:chgData name="Alexander Simon Thrysøe" userId="3f9b9528-1df8-4235-9262-8bdb6141b1d9" providerId="ADAL" clId="{210BC3D0-6D33-4731-A59B-369807834DD2}" dt="2025-11-17T02:47:45.923" v="133"/>
          <ac:spMkLst>
            <pc:docMk/>
            <pc:sldMk cId="1635377456" sldId="291"/>
            <ac:spMk id="58" creationId="{ECB5FA58-17EF-4A1A-90BA-38061694CB73}"/>
          </ac:spMkLst>
        </pc:spChg>
        <pc:spChg chg="del">
          <ac:chgData name="Alexander Simon Thrysøe" userId="3f9b9528-1df8-4235-9262-8bdb6141b1d9" providerId="ADAL" clId="{210BC3D0-6D33-4731-A59B-369807834DD2}" dt="2025-11-17T02:47:45.923" v="134"/>
          <ac:spMkLst>
            <pc:docMk/>
            <pc:sldMk cId="1635377456" sldId="291"/>
            <ac:spMk id="59" creationId="{F7B44B0A-296D-4F44-8374-4A8D5C57A22E}"/>
          </ac:spMkLst>
        </pc:spChg>
        <pc:spChg chg="del">
          <ac:chgData name="Alexander Simon Thrysøe" userId="3f9b9528-1df8-4235-9262-8bdb6141b1d9" providerId="ADAL" clId="{210BC3D0-6D33-4731-A59B-369807834DD2}" dt="2025-11-17T02:47:45.923" v="135"/>
          <ac:spMkLst>
            <pc:docMk/>
            <pc:sldMk cId="1635377456" sldId="291"/>
            <ac:spMk id="60" creationId="{54B01EED-584A-444D-8C17-958245EF0463}"/>
          </ac:spMkLst>
        </pc:spChg>
        <pc:spChg chg="del">
          <ac:chgData name="Alexander Simon Thrysøe" userId="3f9b9528-1df8-4235-9262-8bdb6141b1d9" providerId="ADAL" clId="{210BC3D0-6D33-4731-A59B-369807834DD2}" dt="2025-11-17T02:47:45.923" v="136"/>
          <ac:spMkLst>
            <pc:docMk/>
            <pc:sldMk cId="1635377456" sldId="291"/>
            <ac:spMk id="61" creationId="{8D6971B8-856A-40D3-95DC-6D332355FE73}"/>
          </ac:spMkLst>
        </pc:spChg>
        <pc:spChg chg="del">
          <ac:chgData name="Alexander Simon Thrysøe" userId="3f9b9528-1df8-4235-9262-8bdb6141b1d9" providerId="ADAL" clId="{210BC3D0-6D33-4731-A59B-369807834DD2}" dt="2025-11-17T02:47:45.923" v="137"/>
          <ac:spMkLst>
            <pc:docMk/>
            <pc:sldMk cId="1635377456" sldId="291"/>
            <ac:spMk id="62" creationId="{3624BE55-D621-4D83-AA37-FEF1402CEA80}"/>
          </ac:spMkLst>
        </pc:spChg>
        <pc:spChg chg="del">
          <ac:chgData name="Alexander Simon Thrysøe" userId="3f9b9528-1df8-4235-9262-8bdb6141b1d9" providerId="ADAL" clId="{210BC3D0-6D33-4731-A59B-369807834DD2}" dt="2025-11-17T02:47:45.923" v="138"/>
          <ac:spMkLst>
            <pc:docMk/>
            <pc:sldMk cId="1635377456" sldId="291"/>
            <ac:spMk id="63" creationId="{13A53EC2-B5BD-4E8D-AEDB-A51D68874273}"/>
          </ac:spMkLst>
        </pc:spChg>
        <pc:spChg chg="del">
          <ac:chgData name="Alexander Simon Thrysøe" userId="3f9b9528-1df8-4235-9262-8bdb6141b1d9" providerId="ADAL" clId="{210BC3D0-6D33-4731-A59B-369807834DD2}" dt="2025-11-17T02:47:45.923" v="139"/>
          <ac:spMkLst>
            <pc:docMk/>
            <pc:sldMk cId="1635377456" sldId="291"/>
            <ac:spMk id="1152" creationId="{283605A0-1F97-417E-91D9-1816EC0B4B1B}"/>
          </ac:spMkLst>
        </pc:spChg>
        <pc:spChg chg="del">
          <ac:chgData name="Alexander Simon Thrysøe" userId="3f9b9528-1df8-4235-9262-8bdb6141b1d9" providerId="ADAL" clId="{210BC3D0-6D33-4731-A59B-369807834DD2}" dt="2025-11-17T02:47:45.923" v="140"/>
          <ac:spMkLst>
            <pc:docMk/>
            <pc:sldMk cId="1635377456" sldId="291"/>
            <ac:spMk id="1153" creationId="{97709529-6FA7-4F16-9078-C79966AAB71A}"/>
          </ac:spMkLst>
        </pc:spChg>
        <pc:spChg chg="del">
          <ac:chgData name="Alexander Simon Thrysøe" userId="3f9b9528-1df8-4235-9262-8bdb6141b1d9" providerId="ADAL" clId="{210BC3D0-6D33-4731-A59B-369807834DD2}" dt="2025-11-17T02:47:45.923" v="141"/>
          <ac:spMkLst>
            <pc:docMk/>
            <pc:sldMk cId="1635377456" sldId="291"/>
            <ac:spMk id="1154" creationId="{B128A936-D8A2-4811-A660-F25D0B3429D5}"/>
          </ac:spMkLst>
        </pc:spChg>
        <pc:spChg chg="del">
          <ac:chgData name="Alexander Simon Thrysøe" userId="3f9b9528-1df8-4235-9262-8bdb6141b1d9" providerId="ADAL" clId="{210BC3D0-6D33-4731-A59B-369807834DD2}" dt="2025-11-17T02:47:45.923" v="142"/>
          <ac:spMkLst>
            <pc:docMk/>
            <pc:sldMk cId="1635377456" sldId="291"/>
            <ac:spMk id="1155" creationId="{1A477D3C-3215-42B9-9EE8-C39C2AE95855}"/>
          </ac:spMkLst>
        </pc:spChg>
        <pc:spChg chg="del">
          <ac:chgData name="Alexander Simon Thrysøe" userId="3f9b9528-1df8-4235-9262-8bdb6141b1d9" providerId="ADAL" clId="{210BC3D0-6D33-4731-A59B-369807834DD2}" dt="2025-11-17T02:47:45.923" v="143"/>
          <ac:spMkLst>
            <pc:docMk/>
            <pc:sldMk cId="1635377456" sldId="291"/>
            <ac:spMk id="1156" creationId="{8B69590B-D9BC-40EB-B4B1-C32AF74DDC2E}"/>
          </ac:spMkLst>
        </pc:spChg>
        <pc:spChg chg="del">
          <ac:chgData name="Alexander Simon Thrysøe" userId="3f9b9528-1df8-4235-9262-8bdb6141b1d9" providerId="ADAL" clId="{210BC3D0-6D33-4731-A59B-369807834DD2}" dt="2025-11-17T02:47:45.923" v="144"/>
          <ac:spMkLst>
            <pc:docMk/>
            <pc:sldMk cId="1635377456" sldId="291"/>
            <ac:spMk id="1157" creationId="{EB5E785E-0D72-4B4E-BC7F-7FE01D989005}"/>
          </ac:spMkLst>
        </pc:spChg>
        <pc:spChg chg="del">
          <ac:chgData name="Alexander Simon Thrysøe" userId="3f9b9528-1df8-4235-9262-8bdb6141b1d9" providerId="ADAL" clId="{210BC3D0-6D33-4731-A59B-369807834DD2}" dt="2025-11-17T02:47:45.923" v="145"/>
          <ac:spMkLst>
            <pc:docMk/>
            <pc:sldMk cId="1635377456" sldId="291"/>
            <ac:spMk id="1158" creationId="{A9FC95DA-2AD0-4C0F-9ACD-3FEB3EAF00EB}"/>
          </ac:spMkLst>
        </pc:spChg>
        <pc:spChg chg="del">
          <ac:chgData name="Alexander Simon Thrysøe" userId="3f9b9528-1df8-4235-9262-8bdb6141b1d9" providerId="ADAL" clId="{210BC3D0-6D33-4731-A59B-369807834DD2}" dt="2025-11-17T02:47:45.923" v="146"/>
          <ac:spMkLst>
            <pc:docMk/>
            <pc:sldMk cId="1635377456" sldId="291"/>
            <ac:spMk id="1159" creationId="{81150D24-4177-452B-8CA5-84AA6EA2B71B}"/>
          </ac:spMkLst>
        </pc:spChg>
        <pc:spChg chg="del">
          <ac:chgData name="Alexander Simon Thrysøe" userId="3f9b9528-1df8-4235-9262-8bdb6141b1d9" providerId="ADAL" clId="{210BC3D0-6D33-4731-A59B-369807834DD2}" dt="2025-11-17T02:47:45.923" v="147"/>
          <ac:spMkLst>
            <pc:docMk/>
            <pc:sldMk cId="1635377456" sldId="291"/>
            <ac:spMk id="1160" creationId="{06114778-4FC7-42FA-A52B-C5BB12BD8CAF}"/>
          </ac:spMkLst>
        </pc:spChg>
        <pc:spChg chg="del">
          <ac:chgData name="Alexander Simon Thrysøe" userId="3f9b9528-1df8-4235-9262-8bdb6141b1d9" providerId="ADAL" clId="{210BC3D0-6D33-4731-A59B-369807834DD2}" dt="2025-11-17T02:47:45.923" v="148"/>
          <ac:spMkLst>
            <pc:docMk/>
            <pc:sldMk cId="1635377456" sldId="291"/>
            <ac:spMk id="1161" creationId="{4056395B-E599-4796-8326-5F979424F997}"/>
          </ac:spMkLst>
        </pc:spChg>
        <pc:spChg chg="del">
          <ac:chgData name="Alexander Simon Thrysøe" userId="3f9b9528-1df8-4235-9262-8bdb6141b1d9" providerId="ADAL" clId="{210BC3D0-6D33-4731-A59B-369807834DD2}" dt="2025-11-17T02:47:45.923" v="149"/>
          <ac:spMkLst>
            <pc:docMk/>
            <pc:sldMk cId="1635377456" sldId="291"/>
            <ac:spMk id="1162" creationId="{4B9349B3-BF30-4D83-B79D-0776655540A2}"/>
          </ac:spMkLst>
        </pc:spChg>
        <pc:spChg chg="del">
          <ac:chgData name="Alexander Simon Thrysøe" userId="3f9b9528-1df8-4235-9262-8bdb6141b1d9" providerId="ADAL" clId="{210BC3D0-6D33-4731-A59B-369807834DD2}" dt="2025-11-17T02:47:45.923" v="150"/>
          <ac:spMkLst>
            <pc:docMk/>
            <pc:sldMk cId="1635377456" sldId="291"/>
            <ac:spMk id="1163" creationId="{232525FD-74E4-4FC2-BE54-A30505B33CA5}"/>
          </ac:spMkLst>
        </pc:spChg>
        <pc:spChg chg="del">
          <ac:chgData name="Alexander Simon Thrysøe" userId="3f9b9528-1df8-4235-9262-8bdb6141b1d9" providerId="ADAL" clId="{210BC3D0-6D33-4731-A59B-369807834DD2}" dt="2025-11-17T02:47:45.923" v="151"/>
          <ac:spMkLst>
            <pc:docMk/>
            <pc:sldMk cId="1635377456" sldId="291"/>
            <ac:spMk id="1164" creationId="{CAA5213E-EDFE-4599-BEB4-993062F551BB}"/>
          </ac:spMkLst>
        </pc:spChg>
        <pc:spChg chg="del">
          <ac:chgData name="Alexander Simon Thrysøe" userId="3f9b9528-1df8-4235-9262-8bdb6141b1d9" providerId="ADAL" clId="{210BC3D0-6D33-4731-A59B-369807834DD2}" dt="2025-11-17T02:47:45.923" v="152"/>
          <ac:spMkLst>
            <pc:docMk/>
            <pc:sldMk cId="1635377456" sldId="291"/>
            <ac:spMk id="1165" creationId="{3B3F7B43-D091-4558-A7CB-FFA499FB0045}"/>
          </ac:spMkLst>
        </pc:spChg>
        <pc:spChg chg="del">
          <ac:chgData name="Alexander Simon Thrysøe" userId="3f9b9528-1df8-4235-9262-8bdb6141b1d9" providerId="ADAL" clId="{210BC3D0-6D33-4731-A59B-369807834DD2}" dt="2025-11-17T02:47:45.938" v="153"/>
          <ac:spMkLst>
            <pc:docMk/>
            <pc:sldMk cId="1635377456" sldId="291"/>
            <ac:spMk id="1166" creationId="{4431A30A-1D00-436F-9F8D-26C658C3B8DA}"/>
          </ac:spMkLst>
        </pc:spChg>
        <pc:spChg chg="del">
          <ac:chgData name="Alexander Simon Thrysøe" userId="3f9b9528-1df8-4235-9262-8bdb6141b1d9" providerId="ADAL" clId="{210BC3D0-6D33-4731-A59B-369807834DD2}" dt="2025-11-17T02:47:45.939" v="154"/>
          <ac:spMkLst>
            <pc:docMk/>
            <pc:sldMk cId="1635377456" sldId="291"/>
            <ac:spMk id="1167" creationId="{1F298748-D3F8-476A-AFC1-41D460187CA9}"/>
          </ac:spMkLst>
        </pc:spChg>
        <pc:spChg chg="del">
          <ac:chgData name="Alexander Simon Thrysøe" userId="3f9b9528-1df8-4235-9262-8bdb6141b1d9" providerId="ADAL" clId="{210BC3D0-6D33-4731-A59B-369807834DD2}" dt="2025-11-17T02:47:45.939" v="155"/>
          <ac:spMkLst>
            <pc:docMk/>
            <pc:sldMk cId="1635377456" sldId="291"/>
            <ac:spMk id="1168" creationId="{92CB4BAA-EEA7-4AB4-8DD1-D4CA882EA791}"/>
          </ac:spMkLst>
        </pc:spChg>
        <pc:spChg chg="del">
          <ac:chgData name="Alexander Simon Thrysøe" userId="3f9b9528-1df8-4235-9262-8bdb6141b1d9" providerId="ADAL" clId="{210BC3D0-6D33-4731-A59B-369807834DD2}" dt="2025-11-17T02:47:45.939" v="156"/>
          <ac:spMkLst>
            <pc:docMk/>
            <pc:sldMk cId="1635377456" sldId="291"/>
            <ac:spMk id="1169" creationId="{3285D503-396D-49A5-ACAC-64B586B023C1}"/>
          </ac:spMkLst>
        </pc:spChg>
        <pc:spChg chg="del">
          <ac:chgData name="Alexander Simon Thrysøe" userId="3f9b9528-1df8-4235-9262-8bdb6141b1d9" providerId="ADAL" clId="{210BC3D0-6D33-4731-A59B-369807834DD2}" dt="2025-11-17T02:47:45.939" v="157"/>
          <ac:spMkLst>
            <pc:docMk/>
            <pc:sldMk cId="1635377456" sldId="291"/>
            <ac:spMk id="1170" creationId="{AC3DC318-FA27-449B-9512-66F71B17724E}"/>
          </ac:spMkLst>
        </pc:spChg>
        <pc:spChg chg="del">
          <ac:chgData name="Alexander Simon Thrysøe" userId="3f9b9528-1df8-4235-9262-8bdb6141b1d9" providerId="ADAL" clId="{210BC3D0-6D33-4731-A59B-369807834DD2}" dt="2025-11-17T02:47:45.939" v="158"/>
          <ac:spMkLst>
            <pc:docMk/>
            <pc:sldMk cId="1635377456" sldId="291"/>
            <ac:spMk id="1171" creationId="{13D907A4-54CC-410F-B42A-7FAD0FCECFA9}"/>
          </ac:spMkLst>
        </pc:spChg>
        <pc:spChg chg="del">
          <ac:chgData name="Alexander Simon Thrysøe" userId="3f9b9528-1df8-4235-9262-8bdb6141b1d9" providerId="ADAL" clId="{210BC3D0-6D33-4731-A59B-369807834DD2}" dt="2025-11-17T02:47:45.939" v="159"/>
          <ac:spMkLst>
            <pc:docMk/>
            <pc:sldMk cId="1635377456" sldId="291"/>
            <ac:spMk id="1172" creationId="{C605B38A-3AC6-41BF-A391-A0996D4A4FEE}"/>
          </ac:spMkLst>
        </pc:spChg>
        <pc:spChg chg="del">
          <ac:chgData name="Alexander Simon Thrysøe" userId="3f9b9528-1df8-4235-9262-8bdb6141b1d9" providerId="ADAL" clId="{210BC3D0-6D33-4731-A59B-369807834DD2}" dt="2025-11-17T02:47:45.939" v="160"/>
          <ac:spMkLst>
            <pc:docMk/>
            <pc:sldMk cId="1635377456" sldId="291"/>
            <ac:spMk id="1173" creationId="{918B76CD-3513-45CF-8765-3BCFF22BDA4F}"/>
          </ac:spMkLst>
        </pc:spChg>
        <pc:spChg chg="del">
          <ac:chgData name="Alexander Simon Thrysøe" userId="3f9b9528-1df8-4235-9262-8bdb6141b1d9" providerId="ADAL" clId="{210BC3D0-6D33-4731-A59B-369807834DD2}" dt="2025-11-17T02:47:45.939" v="161"/>
          <ac:spMkLst>
            <pc:docMk/>
            <pc:sldMk cId="1635377456" sldId="291"/>
            <ac:spMk id="1174" creationId="{75D88426-0B07-46FC-A175-D96E989E911F}"/>
          </ac:spMkLst>
        </pc:spChg>
        <pc:spChg chg="del">
          <ac:chgData name="Alexander Simon Thrysøe" userId="3f9b9528-1df8-4235-9262-8bdb6141b1d9" providerId="ADAL" clId="{210BC3D0-6D33-4731-A59B-369807834DD2}" dt="2025-11-17T02:47:45.939" v="162"/>
          <ac:spMkLst>
            <pc:docMk/>
            <pc:sldMk cId="1635377456" sldId="291"/>
            <ac:spMk id="1175" creationId="{FC0752A6-6E5B-467C-BD90-F7050ADF4297}"/>
          </ac:spMkLst>
        </pc:spChg>
        <pc:spChg chg="del">
          <ac:chgData name="Alexander Simon Thrysøe" userId="3f9b9528-1df8-4235-9262-8bdb6141b1d9" providerId="ADAL" clId="{210BC3D0-6D33-4731-A59B-369807834DD2}" dt="2025-11-17T02:47:45.939" v="163"/>
          <ac:spMkLst>
            <pc:docMk/>
            <pc:sldMk cId="1635377456" sldId="291"/>
            <ac:spMk id="1176" creationId="{AD77F9BB-B94B-4DA5-B95A-0C2A4170A75F}"/>
          </ac:spMkLst>
        </pc:spChg>
        <pc:spChg chg="del">
          <ac:chgData name="Alexander Simon Thrysøe" userId="3f9b9528-1df8-4235-9262-8bdb6141b1d9" providerId="ADAL" clId="{210BC3D0-6D33-4731-A59B-369807834DD2}" dt="2025-11-17T02:47:45.939" v="164"/>
          <ac:spMkLst>
            <pc:docMk/>
            <pc:sldMk cId="1635377456" sldId="291"/>
            <ac:spMk id="1177" creationId="{9E660CF7-5305-4123-B6F1-1681F5DCE633}"/>
          </ac:spMkLst>
        </pc:spChg>
        <pc:spChg chg="del">
          <ac:chgData name="Alexander Simon Thrysøe" userId="3f9b9528-1df8-4235-9262-8bdb6141b1d9" providerId="ADAL" clId="{210BC3D0-6D33-4731-A59B-369807834DD2}" dt="2025-11-17T02:47:45.939" v="165"/>
          <ac:spMkLst>
            <pc:docMk/>
            <pc:sldMk cId="1635377456" sldId="291"/>
            <ac:spMk id="1178" creationId="{850CAC8D-2313-479F-ADE0-C4A91ADE135B}"/>
          </ac:spMkLst>
        </pc:spChg>
        <pc:spChg chg="del">
          <ac:chgData name="Alexander Simon Thrysøe" userId="3f9b9528-1df8-4235-9262-8bdb6141b1d9" providerId="ADAL" clId="{210BC3D0-6D33-4731-A59B-369807834DD2}" dt="2025-11-17T02:47:45.939" v="166"/>
          <ac:spMkLst>
            <pc:docMk/>
            <pc:sldMk cId="1635377456" sldId="291"/>
            <ac:spMk id="1179" creationId="{2242D639-8BE2-4E8C-ADC6-E315637B8051}"/>
          </ac:spMkLst>
        </pc:spChg>
        <pc:spChg chg="del">
          <ac:chgData name="Alexander Simon Thrysøe" userId="3f9b9528-1df8-4235-9262-8bdb6141b1d9" providerId="ADAL" clId="{210BC3D0-6D33-4731-A59B-369807834DD2}" dt="2025-11-17T02:47:45.939" v="167"/>
          <ac:spMkLst>
            <pc:docMk/>
            <pc:sldMk cId="1635377456" sldId="291"/>
            <ac:spMk id="1180" creationId="{2330E7F2-8C82-4EA3-994C-37A46F66C766}"/>
          </ac:spMkLst>
        </pc:spChg>
        <pc:spChg chg="del">
          <ac:chgData name="Alexander Simon Thrysøe" userId="3f9b9528-1df8-4235-9262-8bdb6141b1d9" providerId="ADAL" clId="{210BC3D0-6D33-4731-A59B-369807834DD2}" dt="2025-11-17T02:47:45.939" v="168"/>
          <ac:spMkLst>
            <pc:docMk/>
            <pc:sldMk cId="1635377456" sldId="291"/>
            <ac:spMk id="1181" creationId="{81D1A630-2A76-49BA-87F1-F2684A5B3D0D}"/>
          </ac:spMkLst>
        </pc:spChg>
        <pc:spChg chg="del">
          <ac:chgData name="Alexander Simon Thrysøe" userId="3f9b9528-1df8-4235-9262-8bdb6141b1d9" providerId="ADAL" clId="{210BC3D0-6D33-4731-A59B-369807834DD2}" dt="2025-11-17T02:47:45.939" v="169"/>
          <ac:spMkLst>
            <pc:docMk/>
            <pc:sldMk cId="1635377456" sldId="291"/>
            <ac:spMk id="1182" creationId="{534AB734-F376-49CD-9983-727E5BC93315}"/>
          </ac:spMkLst>
        </pc:spChg>
        <pc:spChg chg="del">
          <ac:chgData name="Alexander Simon Thrysøe" userId="3f9b9528-1df8-4235-9262-8bdb6141b1d9" providerId="ADAL" clId="{210BC3D0-6D33-4731-A59B-369807834DD2}" dt="2025-11-17T02:47:45.939" v="170"/>
          <ac:spMkLst>
            <pc:docMk/>
            <pc:sldMk cId="1635377456" sldId="291"/>
            <ac:spMk id="1183" creationId="{F4451AB4-469B-4A5A-BCF7-26DA8D47FE98}"/>
          </ac:spMkLst>
        </pc:spChg>
        <pc:spChg chg="del">
          <ac:chgData name="Alexander Simon Thrysøe" userId="3f9b9528-1df8-4235-9262-8bdb6141b1d9" providerId="ADAL" clId="{210BC3D0-6D33-4731-A59B-369807834DD2}" dt="2025-11-17T02:47:45.939" v="171"/>
          <ac:spMkLst>
            <pc:docMk/>
            <pc:sldMk cId="1635377456" sldId="291"/>
            <ac:spMk id="1184" creationId="{0C0B7D2A-B569-41F8-9956-8B22C9A98041}"/>
          </ac:spMkLst>
        </pc:spChg>
        <pc:spChg chg="del">
          <ac:chgData name="Alexander Simon Thrysøe" userId="3f9b9528-1df8-4235-9262-8bdb6141b1d9" providerId="ADAL" clId="{210BC3D0-6D33-4731-A59B-369807834DD2}" dt="2025-11-17T02:47:45.939" v="172"/>
          <ac:spMkLst>
            <pc:docMk/>
            <pc:sldMk cId="1635377456" sldId="291"/>
            <ac:spMk id="1185" creationId="{420FC03E-12F0-4FDA-8D06-AC3A9612B563}"/>
          </ac:spMkLst>
        </pc:spChg>
        <pc:spChg chg="del">
          <ac:chgData name="Alexander Simon Thrysøe" userId="3f9b9528-1df8-4235-9262-8bdb6141b1d9" providerId="ADAL" clId="{210BC3D0-6D33-4731-A59B-369807834DD2}" dt="2025-11-17T02:47:45.939" v="173"/>
          <ac:spMkLst>
            <pc:docMk/>
            <pc:sldMk cId="1635377456" sldId="291"/>
            <ac:spMk id="1186" creationId="{A0EB1C6B-A67F-4787-A3B6-5E35A51D33E9}"/>
          </ac:spMkLst>
        </pc:spChg>
        <pc:spChg chg="del">
          <ac:chgData name="Alexander Simon Thrysøe" userId="3f9b9528-1df8-4235-9262-8bdb6141b1d9" providerId="ADAL" clId="{210BC3D0-6D33-4731-A59B-369807834DD2}" dt="2025-11-17T02:47:45.939" v="174"/>
          <ac:spMkLst>
            <pc:docMk/>
            <pc:sldMk cId="1635377456" sldId="291"/>
            <ac:spMk id="1187" creationId="{8486E57A-7F9F-4316-BAC9-AF361B71EFB0}"/>
          </ac:spMkLst>
        </pc:spChg>
        <pc:spChg chg="del">
          <ac:chgData name="Alexander Simon Thrysøe" userId="3f9b9528-1df8-4235-9262-8bdb6141b1d9" providerId="ADAL" clId="{210BC3D0-6D33-4731-A59B-369807834DD2}" dt="2025-11-17T02:47:45.939" v="175"/>
          <ac:spMkLst>
            <pc:docMk/>
            <pc:sldMk cId="1635377456" sldId="291"/>
            <ac:spMk id="1188" creationId="{CAD98940-3A97-4674-B1A7-CE38ACA9AD68}"/>
          </ac:spMkLst>
        </pc:spChg>
        <pc:spChg chg="del">
          <ac:chgData name="Alexander Simon Thrysøe" userId="3f9b9528-1df8-4235-9262-8bdb6141b1d9" providerId="ADAL" clId="{210BC3D0-6D33-4731-A59B-369807834DD2}" dt="2025-11-17T02:47:45.939" v="176"/>
          <ac:spMkLst>
            <pc:docMk/>
            <pc:sldMk cId="1635377456" sldId="291"/>
            <ac:spMk id="1189" creationId="{67E45936-FB75-494B-8952-AA44662C3729}"/>
          </ac:spMkLst>
        </pc:spChg>
        <pc:spChg chg="del">
          <ac:chgData name="Alexander Simon Thrysøe" userId="3f9b9528-1df8-4235-9262-8bdb6141b1d9" providerId="ADAL" clId="{210BC3D0-6D33-4731-A59B-369807834DD2}" dt="2025-11-17T02:47:45.955" v="177"/>
          <ac:spMkLst>
            <pc:docMk/>
            <pc:sldMk cId="1635377456" sldId="291"/>
            <ac:spMk id="1190" creationId="{4877B3CD-1D3A-4A53-890F-D289EE4864D2}"/>
          </ac:spMkLst>
        </pc:spChg>
        <pc:spChg chg="del">
          <ac:chgData name="Alexander Simon Thrysøe" userId="3f9b9528-1df8-4235-9262-8bdb6141b1d9" providerId="ADAL" clId="{210BC3D0-6D33-4731-A59B-369807834DD2}" dt="2025-11-17T02:47:45.956" v="178"/>
          <ac:spMkLst>
            <pc:docMk/>
            <pc:sldMk cId="1635377456" sldId="291"/>
            <ac:spMk id="1191" creationId="{F09FE6BA-5004-4804-91F3-6CB387EB7980}"/>
          </ac:spMkLst>
        </pc:spChg>
        <pc:spChg chg="del">
          <ac:chgData name="Alexander Simon Thrysøe" userId="3f9b9528-1df8-4235-9262-8bdb6141b1d9" providerId="ADAL" clId="{210BC3D0-6D33-4731-A59B-369807834DD2}" dt="2025-11-17T02:47:45.957" v="179"/>
          <ac:spMkLst>
            <pc:docMk/>
            <pc:sldMk cId="1635377456" sldId="291"/>
            <ac:spMk id="1192" creationId="{FCDC4515-7FB8-4E1C-88C3-5DE992CCB4B4}"/>
          </ac:spMkLst>
        </pc:spChg>
        <pc:spChg chg="del">
          <ac:chgData name="Alexander Simon Thrysøe" userId="3f9b9528-1df8-4235-9262-8bdb6141b1d9" providerId="ADAL" clId="{210BC3D0-6D33-4731-A59B-369807834DD2}" dt="2025-11-17T02:47:45.959" v="180"/>
          <ac:spMkLst>
            <pc:docMk/>
            <pc:sldMk cId="1635377456" sldId="291"/>
            <ac:spMk id="1193" creationId="{70A2CE27-0087-463A-A41E-1B5E01689ED0}"/>
          </ac:spMkLst>
        </pc:spChg>
        <pc:spChg chg="del">
          <ac:chgData name="Alexander Simon Thrysøe" userId="3f9b9528-1df8-4235-9262-8bdb6141b1d9" providerId="ADAL" clId="{210BC3D0-6D33-4731-A59B-369807834DD2}" dt="2025-11-17T02:47:45.959" v="181"/>
          <ac:spMkLst>
            <pc:docMk/>
            <pc:sldMk cId="1635377456" sldId="291"/>
            <ac:spMk id="1194" creationId="{24CF5CFF-7D8B-4762-A2B2-C5E8F692C4F8}"/>
          </ac:spMkLst>
        </pc:spChg>
        <pc:spChg chg="del">
          <ac:chgData name="Alexander Simon Thrysøe" userId="3f9b9528-1df8-4235-9262-8bdb6141b1d9" providerId="ADAL" clId="{210BC3D0-6D33-4731-A59B-369807834DD2}" dt="2025-11-17T02:47:45.959" v="182"/>
          <ac:spMkLst>
            <pc:docMk/>
            <pc:sldMk cId="1635377456" sldId="291"/>
            <ac:spMk id="1195" creationId="{57185542-DF08-47A1-8FDF-0BFF0B4E680E}"/>
          </ac:spMkLst>
        </pc:spChg>
        <pc:spChg chg="del">
          <ac:chgData name="Alexander Simon Thrysøe" userId="3f9b9528-1df8-4235-9262-8bdb6141b1d9" providerId="ADAL" clId="{210BC3D0-6D33-4731-A59B-369807834DD2}" dt="2025-11-17T02:47:45.959" v="183"/>
          <ac:spMkLst>
            <pc:docMk/>
            <pc:sldMk cId="1635377456" sldId="291"/>
            <ac:spMk id="1196" creationId="{981EE117-28BB-4C3F-A033-AE31A77CE734}"/>
          </ac:spMkLst>
        </pc:spChg>
        <pc:spChg chg="del">
          <ac:chgData name="Alexander Simon Thrysøe" userId="3f9b9528-1df8-4235-9262-8bdb6141b1d9" providerId="ADAL" clId="{210BC3D0-6D33-4731-A59B-369807834DD2}" dt="2025-11-17T02:47:45.959" v="184"/>
          <ac:spMkLst>
            <pc:docMk/>
            <pc:sldMk cId="1635377456" sldId="291"/>
            <ac:spMk id="1197" creationId="{9B5C5027-6D43-4228-97CB-0937B96A723B}"/>
          </ac:spMkLst>
        </pc:spChg>
        <pc:spChg chg="del">
          <ac:chgData name="Alexander Simon Thrysøe" userId="3f9b9528-1df8-4235-9262-8bdb6141b1d9" providerId="ADAL" clId="{210BC3D0-6D33-4731-A59B-369807834DD2}" dt="2025-11-17T02:47:45.959" v="185"/>
          <ac:spMkLst>
            <pc:docMk/>
            <pc:sldMk cId="1635377456" sldId="291"/>
            <ac:spMk id="1198" creationId="{6AF51229-8CA4-4B56-82FA-4E52C3F000C7}"/>
          </ac:spMkLst>
        </pc:spChg>
        <pc:spChg chg="del">
          <ac:chgData name="Alexander Simon Thrysøe" userId="3f9b9528-1df8-4235-9262-8bdb6141b1d9" providerId="ADAL" clId="{210BC3D0-6D33-4731-A59B-369807834DD2}" dt="2025-11-17T02:47:45.959" v="186"/>
          <ac:spMkLst>
            <pc:docMk/>
            <pc:sldMk cId="1635377456" sldId="291"/>
            <ac:spMk id="1199" creationId="{4AC5F553-1C95-41F7-81B9-9C1D5F4EAD0F}"/>
          </ac:spMkLst>
        </pc:spChg>
        <pc:spChg chg="del">
          <ac:chgData name="Alexander Simon Thrysøe" userId="3f9b9528-1df8-4235-9262-8bdb6141b1d9" providerId="ADAL" clId="{210BC3D0-6D33-4731-A59B-369807834DD2}" dt="2025-11-17T02:47:45.959" v="187"/>
          <ac:spMkLst>
            <pc:docMk/>
            <pc:sldMk cId="1635377456" sldId="291"/>
            <ac:spMk id="1200" creationId="{1F69DDFB-1C34-41C0-8D48-ED613A8EADE1}"/>
          </ac:spMkLst>
        </pc:spChg>
        <pc:spChg chg="del">
          <ac:chgData name="Alexander Simon Thrysøe" userId="3f9b9528-1df8-4235-9262-8bdb6141b1d9" providerId="ADAL" clId="{210BC3D0-6D33-4731-A59B-369807834DD2}" dt="2025-11-17T02:47:45.959" v="188"/>
          <ac:spMkLst>
            <pc:docMk/>
            <pc:sldMk cId="1635377456" sldId="291"/>
            <ac:spMk id="1201" creationId="{B1A9E9AC-6CF8-4A77-8ADB-DB056BEB457E}"/>
          </ac:spMkLst>
        </pc:spChg>
        <pc:spChg chg="del">
          <ac:chgData name="Alexander Simon Thrysøe" userId="3f9b9528-1df8-4235-9262-8bdb6141b1d9" providerId="ADAL" clId="{210BC3D0-6D33-4731-A59B-369807834DD2}" dt="2025-11-17T02:47:45.959" v="189"/>
          <ac:spMkLst>
            <pc:docMk/>
            <pc:sldMk cId="1635377456" sldId="291"/>
            <ac:spMk id="1202" creationId="{9AEAE9DF-94AA-48E1-9797-49C786822313}"/>
          </ac:spMkLst>
        </pc:spChg>
        <pc:spChg chg="del">
          <ac:chgData name="Alexander Simon Thrysøe" userId="3f9b9528-1df8-4235-9262-8bdb6141b1d9" providerId="ADAL" clId="{210BC3D0-6D33-4731-A59B-369807834DD2}" dt="2025-11-17T02:47:45.959" v="190"/>
          <ac:spMkLst>
            <pc:docMk/>
            <pc:sldMk cId="1635377456" sldId="291"/>
            <ac:spMk id="1203" creationId="{84455CF9-02D8-45EA-A260-E483C678F704}"/>
          </ac:spMkLst>
        </pc:spChg>
        <pc:spChg chg="del">
          <ac:chgData name="Alexander Simon Thrysøe" userId="3f9b9528-1df8-4235-9262-8bdb6141b1d9" providerId="ADAL" clId="{210BC3D0-6D33-4731-A59B-369807834DD2}" dt="2025-11-17T02:47:45.959" v="191"/>
          <ac:spMkLst>
            <pc:docMk/>
            <pc:sldMk cId="1635377456" sldId="291"/>
            <ac:spMk id="1643" creationId="{4DEB2564-BDBF-473B-A9FC-6630170920F7}"/>
          </ac:spMkLst>
        </pc:spChg>
        <pc:spChg chg="del">
          <ac:chgData name="Alexander Simon Thrysøe" userId="3f9b9528-1df8-4235-9262-8bdb6141b1d9" providerId="ADAL" clId="{210BC3D0-6D33-4731-A59B-369807834DD2}" dt="2025-11-17T02:47:45.959" v="192"/>
          <ac:spMkLst>
            <pc:docMk/>
            <pc:sldMk cId="1635377456" sldId="291"/>
            <ac:spMk id="1644" creationId="{9CCB714E-7F34-4A3C-B345-EA39CFE1F28F}"/>
          </ac:spMkLst>
        </pc:spChg>
        <pc:spChg chg="del">
          <ac:chgData name="Alexander Simon Thrysøe" userId="3f9b9528-1df8-4235-9262-8bdb6141b1d9" providerId="ADAL" clId="{210BC3D0-6D33-4731-A59B-369807834DD2}" dt="2025-11-17T02:47:45.959" v="193"/>
          <ac:spMkLst>
            <pc:docMk/>
            <pc:sldMk cId="1635377456" sldId="291"/>
            <ac:spMk id="1645" creationId="{2A8F0F82-1642-41C8-9159-48B849E82598}"/>
          </ac:spMkLst>
        </pc:spChg>
        <pc:spChg chg="del">
          <ac:chgData name="Alexander Simon Thrysøe" userId="3f9b9528-1df8-4235-9262-8bdb6141b1d9" providerId="ADAL" clId="{210BC3D0-6D33-4731-A59B-369807834DD2}" dt="2025-11-17T02:47:45.959" v="194"/>
          <ac:spMkLst>
            <pc:docMk/>
            <pc:sldMk cId="1635377456" sldId="291"/>
            <ac:spMk id="1646" creationId="{D6696D7E-F6F4-4C32-AAED-BB6CE2E370C3}"/>
          </ac:spMkLst>
        </pc:spChg>
        <pc:spChg chg="del">
          <ac:chgData name="Alexander Simon Thrysøe" userId="3f9b9528-1df8-4235-9262-8bdb6141b1d9" providerId="ADAL" clId="{210BC3D0-6D33-4731-A59B-369807834DD2}" dt="2025-11-17T02:47:45.959" v="195"/>
          <ac:spMkLst>
            <pc:docMk/>
            <pc:sldMk cId="1635377456" sldId="291"/>
            <ac:spMk id="1647" creationId="{707C07C6-D59E-4099-8D68-0216CE60F446}"/>
          </ac:spMkLst>
        </pc:spChg>
        <pc:spChg chg="del">
          <ac:chgData name="Alexander Simon Thrysøe" userId="3f9b9528-1df8-4235-9262-8bdb6141b1d9" providerId="ADAL" clId="{210BC3D0-6D33-4731-A59B-369807834DD2}" dt="2025-11-17T02:47:45.959" v="196"/>
          <ac:spMkLst>
            <pc:docMk/>
            <pc:sldMk cId="1635377456" sldId="291"/>
            <ac:spMk id="1648" creationId="{27B3B787-B3AB-4A89-8380-7B59252CA032}"/>
          </ac:spMkLst>
        </pc:spChg>
        <pc:spChg chg="del">
          <ac:chgData name="Alexander Simon Thrysøe" userId="3f9b9528-1df8-4235-9262-8bdb6141b1d9" providerId="ADAL" clId="{210BC3D0-6D33-4731-A59B-369807834DD2}" dt="2025-11-17T02:47:45.971" v="197"/>
          <ac:spMkLst>
            <pc:docMk/>
            <pc:sldMk cId="1635377456" sldId="291"/>
            <ac:spMk id="1649" creationId="{E19DF517-8097-47D6-BFEF-F78ED631D6DD}"/>
          </ac:spMkLst>
        </pc:spChg>
        <pc:spChg chg="del">
          <ac:chgData name="Alexander Simon Thrysøe" userId="3f9b9528-1df8-4235-9262-8bdb6141b1d9" providerId="ADAL" clId="{210BC3D0-6D33-4731-A59B-369807834DD2}" dt="2025-11-17T02:47:45.972" v="198"/>
          <ac:spMkLst>
            <pc:docMk/>
            <pc:sldMk cId="1635377456" sldId="291"/>
            <ac:spMk id="1650" creationId="{2E888AB4-9E3E-4A74-8DF3-DE8BE49A8120}"/>
          </ac:spMkLst>
        </pc:spChg>
        <pc:spChg chg="del">
          <ac:chgData name="Alexander Simon Thrysøe" userId="3f9b9528-1df8-4235-9262-8bdb6141b1d9" providerId="ADAL" clId="{210BC3D0-6D33-4731-A59B-369807834DD2}" dt="2025-11-17T02:47:45.973" v="199"/>
          <ac:spMkLst>
            <pc:docMk/>
            <pc:sldMk cId="1635377456" sldId="291"/>
            <ac:spMk id="1651" creationId="{E45E52AB-6B36-4E25-AE3E-7DD31CBCED55}"/>
          </ac:spMkLst>
        </pc:spChg>
        <pc:spChg chg="del">
          <ac:chgData name="Alexander Simon Thrysøe" userId="3f9b9528-1df8-4235-9262-8bdb6141b1d9" providerId="ADAL" clId="{210BC3D0-6D33-4731-A59B-369807834DD2}" dt="2025-11-17T02:47:45.973" v="200"/>
          <ac:spMkLst>
            <pc:docMk/>
            <pc:sldMk cId="1635377456" sldId="291"/>
            <ac:spMk id="1652" creationId="{CBF8CC41-8C47-4DA0-921B-DAFDAF681488}"/>
          </ac:spMkLst>
        </pc:spChg>
        <pc:spChg chg="del">
          <ac:chgData name="Alexander Simon Thrysøe" userId="3f9b9528-1df8-4235-9262-8bdb6141b1d9" providerId="ADAL" clId="{210BC3D0-6D33-4731-A59B-369807834DD2}" dt="2025-11-17T02:47:45.973" v="201"/>
          <ac:spMkLst>
            <pc:docMk/>
            <pc:sldMk cId="1635377456" sldId="291"/>
            <ac:spMk id="1653" creationId="{A93436A4-394D-4715-8BF9-9D596D3B01E1}"/>
          </ac:spMkLst>
        </pc:spChg>
        <pc:spChg chg="del">
          <ac:chgData name="Alexander Simon Thrysøe" userId="3f9b9528-1df8-4235-9262-8bdb6141b1d9" providerId="ADAL" clId="{210BC3D0-6D33-4731-A59B-369807834DD2}" dt="2025-11-17T02:47:45.973" v="202"/>
          <ac:spMkLst>
            <pc:docMk/>
            <pc:sldMk cId="1635377456" sldId="291"/>
            <ac:spMk id="1654" creationId="{6C8CC882-75C6-48D7-94E3-84A5A7163704}"/>
          </ac:spMkLst>
        </pc:spChg>
        <pc:spChg chg="del">
          <ac:chgData name="Alexander Simon Thrysøe" userId="3f9b9528-1df8-4235-9262-8bdb6141b1d9" providerId="ADAL" clId="{210BC3D0-6D33-4731-A59B-369807834DD2}" dt="2025-11-17T02:47:45.973" v="203"/>
          <ac:spMkLst>
            <pc:docMk/>
            <pc:sldMk cId="1635377456" sldId="291"/>
            <ac:spMk id="1655" creationId="{D621922C-2469-4CED-8C12-6524B4B5D012}"/>
          </ac:spMkLst>
        </pc:spChg>
        <pc:spChg chg="del">
          <ac:chgData name="Alexander Simon Thrysøe" userId="3f9b9528-1df8-4235-9262-8bdb6141b1d9" providerId="ADAL" clId="{210BC3D0-6D33-4731-A59B-369807834DD2}" dt="2025-11-17T02:47:45.973" v="204"/>
          <ac:spMkLst>
            <pc:docMk/>
            <pc:sldMk cId="1635377456" sldId="291"/>
            <ac:spMk id="1656" creationId="{FDE803B3-670F-4419-8A06-9DD0AA798F56}"/>
          </ac:spMkLst>
        </pc:spChg>
        <pc:spChg chg="del">
          <ac:chgData name="Alexander Simon Thrysøe" userId="3f9b9528-1df8-4235-9262-8bdb6141b1d9" providerId="ADAL" clId="{210BC3D0-6D33-4731-A59B-369807834DD2}" dt="2025-11-17T02:47:45.973" v="205"/>
          <ac:spMkLst>
            <pc:docMk/>
            <pc:sldMk cId="1635377456" sldId="291"/>
            <ac:spMk id="1657" creationId="{0E023CCB-4A9F-4B64-8B0C-042951FBC4C4}"/>
          </ac:spMkLst>
        </pc:spChg>
        <pc:spChg chg="del">
          <ac:chgData name="Alexander Simon Thrysøe" userId="3f9b9528-1df8-4235-9262-8bdb6141b1d9" providerId="ADAL" clId="{210BC3D0-6D33-4731-A59B-369807834DD2}" dt="2025-11-17T02:47:45.973" v="206"/>
          <ac:spMkLst>
            <pc:docMk/>
            <pc:sldMk cId="1635377456" sldId="291"/>
            <ac:spMk id="1658" creationId="{B23975FA-B1BC-44FE-9D26-B11C3D466C65}"/>
          </ac:spMkLst>
        </pc:spChg>
        <pc:spChg chg="del">
          <ac:chgData name="Alexander Simon Thrysøe" userId="3f9b9528-1df8-4235-9262-8bdb6141b1d9" providerId="ADAL" clId="{210BC3D0-6D33-4731-A59B-369807834DD2}" dt="2025-11-17T02:47:45.973" v="207"/>
          <ac:spMkLst>
            <pc:docMk/>
            <pc:sldMk cId="1635377456" sldId="291"/>
            <ac:spMk id="1659" creationId="{306B65A7-E703-4678-A3EF-0DFB76915FD5}"/>
          </ac:spMkLst>
        </pc:spChg>
        <pc:spChg chg="del">
          <ac:chgData name="Alexander Simon Thrysøe" userId="3f9b9528-1df8-4235-9262-8bdb6141b1d9" providerId="ADAL" clId="{210BC3D0-6D33-4731-A59B-369807834DD2}" dt="2025-11-17T02:47:45.973" v="208"/>
          <ac:spMkLst>
            <pc:docMk/>
            <pc:sldMk cId="1635377456" sldId="291"/>
            <ac:spMk id="1660" creationId="{90CEF19A-C981-4871-B5CE-5ED323284757}"/>
          </ac:spMkLst>
        </pc:spChg>
        <pc:spChg chg="del">
          <ac:chgData name="Alexander Simon Thrysøe" userId="3f9b9528-1df8-4235-9262-8bdb6141b1d9" providerId="ADAL" clId="{210BC3D0-6D33-4731-A59B-369807834DD2}" dt="2025-11-17T02:47:45.973" v="209"/>
          <ac:spMkLst>
            <pc:docMk/>
            <pc:sldMk cId="1635377456" sldId="291"/>
            <ac:spMk id="1661" creationId="{F7427746-4AC0-4D7E-8636-F9596E5D1F37}"/>
          </ac:spMkLst>
        </pc:spChg>
        <pc:spChg chg="del">
          <ac:chgData name="Alexander Simon Thrysøe" userId="3f9b9528-1df8-4235-9262-8bdb6141b1d9" providerId="ADAL" clId="{210BC3D0-6D33-4731-A59B-369807834DD2}" dt="2025-11-17T02:47:45.973" v="210"/>
          <ac:spMkLst>
            <pc:docMk/>
            <pc:sldMk cId="1635377456" sldId="291"/>
            <ac:spMk id="1662" creationId="{124E4165-DA31-4A49-9A25-218AA0F0A32E}"/>
          </ac:spMkLst>
        </pc:spChg>
        <pc:spChg chg="del">
          <ac:chgData name="Alexander Simon Thrysøe" userId="3f9b9528-1df8-4235-9262-8bdb6141b1d9" providerId="ADAL" clId="{210BC3D0-6D33-4731-A59B-369807834DD2}" dt="2025-11-17T02:47:45.973" v="211"/>
          <ac:spMkLst>
            <pc:docMk/>
            <pc:sldMk cId="1635377456" sldId="291"/>
            <ac:spMk id="1663" creationId="{8496C7E0-7368-49C6-A2D0-6F2BC7BB69FB}"/>
          </ac:spMkLst>
        </pc:spChg>
        <pc:spChg chg="del">
          <ac:chgData name="Alexander Simon Thrysøe" userId="3f9b9528-1df8-4235-9262-8bdb6141b1d9" providerId="ADAL" clId="{210BC3D0-6D33-4731-A59B-369807834DD2}" dt="2025-11-17T02:47:45.973" v="212"/>
          <ac:spMkLst>
            <pc:docMk/>
            <pc:sldMk cId="1635377456" sldId="291"/>
            <ac:spMk id="1664" creationId="{87FB56C3-416D-45BB-BCB7-37B2FFE373C3}"/>
          </ac:spMkLst>
        </pc:spChg>
        <pc:spChg chg="del">
          <ac:chgData name="Alexander Simon Thrysøe" userId="3f9b9528-1df8-4235-9262-8bdb6141b1d9" providerId="ADAL" clId="{210BC3D0-6D33-4731-A59B-369807834DD2}" dt="2025-11-17T02:47:45.973" v="213"/>
          <ac:spMkLst>
            <pc:docMk/>
            <pc:sldMk cId="1635377456" sldId="291"/>
            <ac:spMk id="1665" creationId="{64A5C8BA-67B4-4CAF-B571-19DD3DCB47C3}"/>
          </ac:spMkLst>
        </pc:spChg>
        <pc:spChg chg="del">
          <ac:chgData name="Alexander Simon Thrysøe" userId="3f9b9528-1df8-4235-9262-8bdb6141b1d9" providerId="ADAL" clId="{210BC3D0-6D33-4731-A59B-369807834DD2}" dt="2025-11-17T02:47:45.973" v="214"/>
          <ac:spMkLst>
            <pc:docMk/>
            <pc:sldMk cId="1635377456" sldId="291"/>
            <ac:spMk id="1666" creationId="{CE4100F5-8B90-48DC-8CA7-CBF0F69E0224}"/>
          </ac:spMkLst>
        </pc:spChg>
        <pc:spChg chg="del">
          <ac:chgData name="Alexander Simon Thrysøe" userId="3f9b9528-1df8-4235-9262-8bdb6141b1d9" providerId="ADAL" clId="{210BC3D0-6D33-4731-A59B-369807834DD2}" dt="2025-11-17T02:47:45.973" v="215"/>
          <ac:spMkLst>
            <pc:docMk/>
            <pc:sldMk cId="1635377456" sldId="291"/>
            <ac:spMk id="1667" creationId="{707D8469-20C4-4FDB-BFD8-5DA9D543574F}"/>
          </ac:spMkLst>
        </pc:spChg>
        <pc:spChg chg="del">
          <ac:chgData name="Alexander Simon Thrysøe" userId="3f9b9528-1df8-4235-9262-8bdb6141b1d9" providerId="ADAL" clId="{210BC3D0-6D33-4731-A59B-369807834DD2}" dt="2025-11-17T02:47:45.973" v="216"/>
          <ac:spMkLst>
            <pc:docMk/>
            <pc:sldMk cId="1635377456" sldId="291"/>
            <ac:spMk id="1668" creationId="{01D4E98A-AE3D-4146-807E-5EB2F7AF9A2B}"/>
          </ac:spMkLst>
        </pc:spChg>
        <pc:spChg chg="del">
          <ac:chgData name="Alexander Simon Thrysøe" userId="3f9b9528-1df8-4235-9262-8bdb6141b1d9" providerId="ADAL" clId="{210BC3D0-6D33-4731-A59B-369807834DD2}" dt="2025-11-17T02:47:45.973" v="217"/>
          <ac:spMkLst>
            <pc:docMk/>
            <pc:sldMk cId="1635377456" sldId="291"/>
            <ac:spMk id="1669" creationId="{627A6DD5-83EC-48CC-9EEC-DDCCF6230546}"/>
          </ac:spMkLst>
        </pc:spChg>
        <pc:spChg chg="del">
          <ac:chgData name="Alexander Simon Thrysøe" userId="3f9b9528-1df8-4235-9262-8bdb6141b1d9" providerId="ADAL" clId="{210BC3D0-6D33-4731-A59B-369807834DD2}" dt="2025-11-17T02:47:45.973" v="218"/>
          <ac:spMkLst>
            <pc:docMk/>
            <pc:sldMk cId="1635377456" sldId="291"/>
            <ac:spMk id="1670" creationId="{D2040AE8-5547-4039-932D-8F46CC5060AC}"/>
          </ac:spMkLst>
        </pc:spChg>
        <pc:spChg chg="del">
          <ac:chgData name="Alexander Simon Thrysøe" userId="3f9b9528-1df8-4235-9262-8bdb6141b1d9" providerId="ADAL" clId="{210BC3D0-6D33-4731-A59B-369807834DD2}" dt="2025-11-17T02:47:45.988" v="219"/>
          <ac:spMkLst>
            <pc:docMk/>
            <pc:sldMk cId="1635377456" sldId="291"/>
            <ac:spMk id="1671" creationId="{AA6123A9-D403-4802-A33C-F159C0F9E553}"/>
          </ac:spMkLst>
        </pc:spChg>
        <pc:spChg chg="del">
          <ac:chgData name="Alexander Simon Thrysøe" userId="3f9b9528-1df8-4235-9262-8bdb6141b1d9" providerId="ADAL" clId="{210BC3D0-6D33-4731-A59B-369807834DD2}" dt="2025-11-17T02:47:45.989" v="220"/>
          <ac:spMkLst>
            <pc:docMk/>
            <pc:sldMk cId="1635377456" sldId="291"/>
            <ac:spMk id="1672" creationId="{48C819A5-880D-4297-84BF-0C9E69C43C66}"/>
          </ac:spMkLst>
        </pc:spChg>
        <pc:spChg chg="del">
          <ac:chgData name="Alexander Simon Thrysøe" userId="3f9b9528-1df8-4235-9262-8bdb6141b1d9" providerId="ADAL" clId="{210BC3D0-6D33-4731-A59B-369807834DD2}" dt="2025-11-17T02:47:45.990" v="221"/>
          <ac:spMkLst>
            <pc:docMk/>
            <pc:sldMk cId="1635377456" sldId="291"/>
            <ac:spMk id="1673" creationId="{CE1A51A9-C457-4816-AE73-CE4369A2B3C9}"/>
          </ac:spMkLst>
        </pc:spChg>
        <pc:spChg chg="del">
          <ac:chgData name="Alexander Simon Thrysøe" userId="3f9b9528-1df8-4235-9262-8bdb6141b1d9" providerId="ADAL" clId="{210BC3D0-6D33-4731-A59B-369807834DD2}" dt="2025-11-17T02:47:45.990" v="222"/>
          <ac:spMkLst>
            <pc:docMk/>
            <pc:sldMk cId="1635377456" sldId="291"/>
            <ac:spMk id="1674" creationId="{CD7AFC32-9805-486E-8E3F-17B3DB4EABFD}"/>
          </ac:spMkLst>
        </pc:spChg>
        <pc:spChg chg="del">
          <ac:chgData name="Alexander Simon Thrysøe" userId="3f9b9528-1df8-4235-9262-8bdb6141b1d9" providerId="ADAL" clId="{210BC3D0-6D33-4731-A59B-369807834DD2}" dt="2025-11-17T02:47:45.990" v="223"/>
          <ac:spMkLst>
            <pc:docMk/>
            <pc:sldMk cId="1635377456" sldId="291"/>
            <ac:spMk id="1675" creationId="{11B1C740-8893-4024-B9E2-A9BB8F5EFA78}"/>
          </ac:spMkLst>
        </pc:spChg>
        <pc:spChg chg="del">
          <ac:chgData name="Alexander Simon Thrysøe" userId="3f9b9528-1df8-4235-9262-8bdb6141b1d9" providerId="ADAL" clId="{210BC3D0-6D33-4731-A59B-369807834DD2}" dt="2025-11-17T02:47:45.990" v="224"/>
          <ac:spMkLst>
            <pc:docMk/>
            <pc:sldMk cId="1635377456" sldId="291"/>
            <ac:spMk id="1676" creationId="{BCAB89DA-7F68-4808-AF1A-D2822B6DD120}"/>
          </ac:spMkLst>
        </pc:spChg>
        <pc:spChg chg="del">
          <ac:chgData name="Alexander Simon Thrysøe" userId="3f9b9528-1df8-4235-9262-8bdb6141b1d9" providerId="ADAL" clId="{210BC3D0-6D33-4731-A59B-369807834DD2}" dt="2025-11-17T02:47:45.990" v="225"/>
          <ac:spMkLst>
            <pc:docMk/>
            <pc:sldMk cId="1635377456" sldId="291"/>
            <ac:spMk id="1677" creationId="{774CB4CD-F1B2-4834-89A3-02D50CD3B8F7}"/>
          </ac:spMkLst>
        </pc:spChg>
        <pc:spChg chg="del">
          <ac:chgData name="Alexander Simon Thrysøe" userId="3f9b9528-1df8-4235-9262-8bdb6141b1d9" providerId="ADAL" clId="{210BC3D0-6D33-4731-A59B-369807834DD2}" dt="2025-11-17T02:47:45.990" v="226"/>
          <ac:spMkLst>
            <pc:docMk/>
            <pc:sldMk cId="1635377456" sldId="291"/>
            <ac:spMk id="1678" creationId="{E7ACA188-17CC-4919-A34A-37A1B95AD3AD}"/>
          </ac:spMkLst>
        </pc:spChg>
        <pc:spChg chg="del">
          <ac:chgData name="Alexander Simon Thrysøe" userId="3f9b9528-1df8-4235-9262-8bdb6141b1d9" providerId="ADAL" clId="{210BC3D0-6D33-4731-A59B-369807834DD2}" dt="2025-11-17T02:47:45.990" v="227"/>
          <ac:spMkLst>
            <pc:docMk/>
            <pc:sldMk cId="1635377456" sldId="291"/>
            <ac:spMk id="1679" creationId="{1A93BBD4-54F8-4FCE-9918-87ADF8062074}"/>
          </ac:spMkLst>
        </pc:spChg>
        <pc:spChg chg="del">
          <ac:chgData name="Alexander Simon Thrysøe" userId="3f9b9528-1df8-4235-9262-8bdb6141b1d9" providerId="ADAL" clId="{210BC3D0-6D33-4731-A59B-369807834DD2}" dt="2025-11-17T02:47:45.990" v="228"/>
          <ac:spMkLst>
            <pc:docMk/>
            <pc:sldMk cId="1635377456" sldId="291"/>
            <ac:spMk id="1680" creationId="{E29A8FB2-40E8-42D3-BE6E-13A5D873C62D}"/>
          </ac:spMkLst>
        </pc:spChg>
        <pc:spChg chg="del">
          <ac:chgData name="Alexander Simon Thrysøe" userId="3f9b9528-1df8-4235-9262-8bdb6141b1d9" providerId="ADAL" clId="{210BC3D0-6D33-4731-A59B-369807834DD2}" dt="2025-11-17T02:47:45.990" v="229"/>
          <ac:spMkLst>
            <pc:docMk/>
            <pc:sldMk cId="1635377456" sldId="291"/>
            <ac:spMk id="1681" creationId="{5FED663F-31D6-40F7-8D00-906B1B0CE959}"/>
          </ac:spMkLst>
        </pc:spChg>
        <pc:spChg chg="del">
          <ac:chgData name="Alexander Simon Thrysøe" userId="3f9b9528-1df8-4235-9262-8bdb6141b1d9" providerId="ADAL" clId="{210BC3D0-6D33-4731-A59B-369807834DD2}" dt="2025-11-17T02:47:45.990" v="230"/>
          <ac:spMkLst>
            <pc:docMk/>
            <pc:sldMk cId="1635377456" sldId="291"/>
            <ac:spMk id="1682" creationId="{4435C41E-BF63-456B-A07B-AA70B7F10322}"/>
          </ac:spMkLst>
        </pc:spChg>
        <pc:spChg chg="del">
          <ac:chgData name="Alexander Simon Thrysøe" userId="3f9b9528-1df8-4235-9262-8bdb6141b1d9" providerId="ADAL" clId="{210BC3D0-6D33-4731-A59B-369807834DD2}" dt="2025-11-17T02:47:45.990" v="231"/>
          <ac:spMkLst>
            <pc:docMk/>
            <pc:sldMk cId="1635377456" sldId="291"/>
            <ac:spMk id="1683" creationId="{62A938B1-A8BA-4558-BC98-C9422E6AC195}"/>
          </ac:spMkLst>
        </pc:spChg>
        <pc:spChg chg="del">
          <ac:chgData name="Alexander Simon Thrysøe" userId="3f9b9528-1df8-4235-9262-8bdb6141b1d9" providerId="ADAL" clId="{210BC3D0-6D33-4731-A59B-369807834DD2}" dt="2025-11-17T02:47:45.990" v="232"/>
          <ac:spMkLst>
            <pc:docMk/>
            <pc:sldMk cId="1635377456" sldId="291"/>
            <ac:spMk id="1684" creationId="{0CA76F32-4853-471F-AA2E-F07980D168B8}"/>
          </ac:spMkLst>
        </pc:spChg>
        <pc:spChg chg="del">
          <ac:chgData name="Alexander Simon Thrysøe" userId="3f9b9528-1df8-4235-9262-8bdb6141b1d9" providerId="ADAL" clId="{210BC3D0-6D33-4731-A59B-369807834DD2}" dt="2025-11-17T02:47:45.990" v="233"/>
          <ac:spMkLst>
            <pc:docMk/>
            <pc:sldMk cId="1635377456" sldId="291"/>
            <ac:spMk id="1685" creationId="{446F7B6A-BB6A-4A87-B7C8-3EF22E6E0A6A}"/>
          </ac:spMkLst>
        </pc:spChg>
        <pc:spChg chg="del">
          <ac:chgData name="Alexander Simon Thrysøe" userId="3f9b9528-1df8-4235-9262-8bdb6141b1d9" providerId="ADAL" clId="{210BC3D0-6D33-4731-A59B-369807834DD2}" dt="2025-11-17T02:47:45.990" v="234"/>
          <ac:spMkLst>
            <pc:docMk/>
            <pc:sldMk cId="1635377456" sldId="291"/>
            <ac:spMk id="1686" creationId="{FF0E1AAC-BD0E-49B9-AD6A-1072E7DC286D}"/>
          </ac:spMkLst>
        </pc:spChg>
        <pc:spChg chg="del">
          <ac:chgData name="Alexander Simon Thrysøe" userId="3f9b9528-1df8-4235-9262-8bdb6141b1d9" providerId="ADAL" clId="{210BC3D0-6D33-4731-A59B-369807834DD2}" dt="2025-11-17T02:47:45.990" v="235"/>
          <ac:spMkLst>
            <pc:docMk/>
            <pc:sldMk cId="1635377456" sldId="291"/>
            <ac:spMk id="1687" creationId="{318AC27A-112C-4674-990F-2BC0389FDCF1}"/>
          </ac:spMkLst>
        </pc:spChg>
        <pc:spChg chg="del">
          <ac:chgData name="Alexander Simon Thrysøe" userId="3f9b9528-1df8-4235-9262-8bdb6141b1d9" providerId="ADAL" clId="{210BC3D0-6D33-4731-A59B-369807834DD2}" dt="2025-11-17T02:47:45.990" v="236"/>
          <ac:spMkLst>
            <pc:docMk/>
            <pc:sldMk cId="1635377456" sldId="291"/>
            <ac:spMk id="1688" creationId="{6599A347-66BB-4E6C-B41B-28F7CD5DB1D2}"/>
          </ac:spMkLst>
        </pc:spChg>
        <pc:spChg chg="del">
          <ac:chgData name="Alexander Simon Thrysøe" userId="3f9b9528-1df8-4235-9262-8bdb6141b1d9" providerId="ADAL" clId="{210BC3D0-6D33-4731-A59B-369807834DD2}" dt="2025-11-17T02:47:46.005" v="237"/>
          <ac:spMkLst>
            <pc:docMk/>
            <pc:sldMk cId="1635377456" sldId="291"/>
            <ac:spMk id="1689" creationId="{40BD69C8-E9CC-4552-B1F8-651DF1A188E9}"/>
          </ac:spMkLst>
        </pc:spChg>
        <pc:spChg chg="del">
          <ac:chgData name="Alexander Simon Thrysøe" userId="3f9b9528-1df8-4235-9262-8bdb6141b1d9" providerId="ADAL" clId="{210BC3D0-6D33-4731-A59B-369807834DD2}" dt="2025-11-17T02:47:46.006" v="238"/>
          <ac:spMkLst>
            <pc:docMk/>
            <pc:sldMk cId="1635377456" sldId="291"/>
            <ac:spMk id="1690" creationId="{C29A11F1-377F-4F16-A80E-D3E37C15C494}"/>
          </ac:spMkLst>
        </pc:spChg>
        <pc:spChg chg="del">
          <ac:chgData name="Alexander Simon Thrysøe" userId="3f9b9528-1df8-4235-9262-8bdb6141b1d9" providerId="ADAL" clId="{210BC3D0-6D33-4731-A59B-369807834DD2}" dt="2025-11-17T02:47:46.006" v="239"/>
          <ac:spMkLst>
            <pc:docMk/>
            <pc:sldMk cId="1635377456" sldId="291"/>
            <ac:spMk id="1691" creationId="{135DB6B1-802D-4B1E-B0F1-3FFE763FBD82}"/>
          </ac:spMkLst>
        </pc:spChg>
        <pc:spChg chg="del">
          <ac:chgData name="Alexander Simon Thrysøe" userId="3f9b9528-1df8-4235-9262-8bdb6141b1d9" providerId="ADAL" clId="{210BC3D0-6D33-4731-A59B-369807834DD2}" dt="2025-11-17T02:47:46.006" v="240"/>
          <ac:spMkLst>
            <pc:docMk/>
            <pc:sldMk cId="1635377456" sldId="291"/>
            <ac:spMk id="1692" creationId="{A5A8B277-6753-4320-888F-15E78158C2E2}"/>
          </ac:spMkLst>
        </pc:spChg>
        <pc:spChg chg="del">
          <ac:chgData name="Alexander Simon Thrysøe" userId="3f9b9528-1df8-4235-9262-8bdb6141b1d9" providerId="ADAL" clId="{210BC3D0-6D33-4731-A59B-369807834DD2}" dt="2025-11-17T02:47:46.006" v="241"/>
          <ac:spMkLst>
            <pc:docMk/>
            <pc:sldMk cId="1635377456" sldId="291"/>
            <ac:spMk id="1693" creationId="{CE941713-3A53-4BAF-960E-DD73B3A97445}"/>
          </ac:spMkLst>
        </pc:spChg>
        <pc:spChg chg="del">
          <ac:chgData name="Alexander Simon Thrysøe" userId="3f9b9528-1df8-4235-9262-8bdb6141b1d9" providerId="ADAL" clId="{210BC3D0-6D33-4731-A59B-369807834DD2}" dt="2025-11-17T02:47:46.006" v="242"/>
          <ac:spMkLst>
            <pc:docMk/>
            <pc:sldMk cId="1635377456" sldId="291"/>
            <ac:spMk id="1694" creationId="{3FD681AC-FECB-4984-9250-907C4722A93D}"/>
          </ac:spMkLst>
        </pc:spChg>
        <pc:spChg chg="del">
          <ac:chgData name="Alexander Simon Thrysøe" userId="3f9b9528-1df8-4235-9262-8bdb6141b1d9" providerId="ADAL" clId="{210BC3D0-6D33-4731-A59B-369807834DD2}" dt="2025-11-17T02:47:46.006" v="243"/>
          <ac:spMkLst>
            <pc:docMk/>
            <pc:sldMk cId="1635377456" sldId="291"/>
            <ac:spMk id="1695" creationId="{2DE6D980-B783-40CA-95A4-7D82504F485A}"/>
          </ac:spMkLst>
        </pc:spChg>
        <pc:spChg chg="del">
          <ac:chgData name="Alexander Simon Thrysøe" userId="3f9b9528-1df8-4235-9262-8bdb6141b1d9" providerId="ADAL" clId="{210BC3D0-6D33-4731-A59B-369807834DD2}" dt="2025-11-17T02:47:46.006" v="244"/>
          <ac:spMkLst>
            <pc:docMk/>
            <pc:sldMk cId="1635377456" sldId="291"/>
            <ac:spMk id="1696" creationId="{B95BCFC3-D780-41FF-9C29-5B9A9EE5CF6A}"/>
          </ac:spMkLst>
        </pc:spChg>
        <pc:spChg chg="del">
          <ac:chgData name="Alexander Simon Thrysøe" userId="3f9b9528-1df8-4235-9262-8bdb6141b1d9" providerId="ADAL" clId="{210BC3D0-6D33-4731-A59B-369807834DD2}" dt="2025-11-17T02:47:46.006" v="245"/>
          <ac:spMkLst>
            <pc:docMk/>
            <pc:sldMk cId="1635377456" sldId="291"/>
            <ac:spMk id="1697" creationId="{A3B5BCAE-4C7A-4BE2-B739-314634595975}"/>
          </ac:spMkLst>
        </pc:spChg>
        <pc:spChg chg="del">
          <ac:chgData name="Alexander Simon Thrysøe" userId="3f9b9528-1df8-4235-9262-8bdb6141b1d9" providerId="ADAL" clId="{210BC3D0-6D33-4731-A59B-369807834DD2}" dt="2025-11-17T02:47:46.006" v="246"/>
          <ac:spMkLst>
            <pc:docMk/>
            <pc:sldMk cId="1635377456" sldId="291"/>
            <ac:spMk id="1698" creationId="{01E22613-96D0-4CCB-8154-3C6C8F9444D8}"/>
          </ac:spMkLst>
        </pc:spChg>
        <pc:spChg chg="del">
          <ac:chgData name="Alexander Simon Thrysøe" userId="3f9b9528-1df8-4235-9262-8bdb6141b1d9" providerId="ADAL" clId="{210BC3D0-6D33-4731-A59B-369807834DD2}" dt="2025-11-17T02:47:46.006" v="247"/>
          <ac:spMkLst>
            <pc:docMk/>
            <pc:sldMk cId="1635377456" sldId="291"/>
            <ac:spMk id="1699" creationId="{5155E7FF-F963-4542-9826-07E05A18893A}"/>
          </ac:spMkLst>
        </pc:spChg>
        <pc:spChg chg="del">
          <ac:chgData name="Alexander Simon Thrysøe" userId="3f9b9528-1df8-4235-9262-8bdb6141b1d9" providerId="ADAL" clId="{210BC3D0-6D33-4731-A59B-369807834DD2}" dt="2025-11-17T02:47:46.006" v="248"/>
          <ac:spMkLst>
            <pc:docMk/>
            <pc:sldMk cId="1635377456" sldId="291"/>
            <ac:spMk id="1700" creationId="{32C35DDC-44CA-46E5-8F28-E52B6E3D0D05}"/>
          </ac:spMkLst>
        </pc:spChg>
        <pc:spChg chg="del">
          <ac:chgData name="Alexander Simon Thrysøe" userId="3f9b9528-1df8-4235-9262-8bdb6141b1d9" providerId="ADAL" clId="{210BC3D0-6D33-4731-A59B-369807834DD2}" dt="2025-11-17T02:47:46.006" v="249"/>
          <ac:spMkLst>
            <pc:docMk/>
            <pc:sldMk cId="1635377456" sldId="291"/>
            <ac:spMk id="1701" creationId="{23C9B525-3CDF-4748-93CB-20CF58ED9465}"/>
          </ac:spMkLst>
        </pc:spChg>
        <pc:spChg chg="del">
          <ac:chgData name="Alexander Simon Thrysøe" userId="3f9b9528-1df8-4235-9262-8bdb6141b1d9" providerId="ADAL" clId="{210BC3D0-6D33-4731-A59B-369807834DD2}" dt="2025-11-17T02:47:46.006" v="250"/>
          <ac:spMkLst>
            <pc:docMk/>
            <pc:sldMk cId="1635377456" sldId="291"/>
            <ac:spMk id="1702" creationId="{DEF48F3B-66E4-499E-A7D6-9345DA11E1BB}"/>
          </ac:spMkLst>
        </pc:spChg>
        <pc:spChg chg="del">
          <ac:chgData name="Alexander Simon Thrysøe" userId="3f9b9528-1df8-4235-9262-8bdb6141b1d9" providerId="ADAL" clId="{210BC3D0-6D33-4731-A59B-369807834DD2}" dt="2025-11-17T02:47:46.006" v="251"/>
          <ac:spMkLst>
            <pc:docMk/>
            <pc:sldMk cId="1635377456" sldId="291"/>
            <ac:spMk id="1703" creationId="{037851AC-342E-4B7A-A806-CBBC521E9BD8}"/>
          </ac:spMkLst>
        </pc:spChg>
        <pc:spChg chg="del">
          <ac:chgData name="Alexander Simon Thrysøe" userId="3f9b9528-1df8-4235-9262-8bdb6141b1d9" providerId="ADAL" clId="{210BC3D0-6D33-4731-A59B-369807834DD2}" dt="2025-11-17T02:47:46.006" v="252"/>
          <ac:spMkLst>
            <pc:docMk/>
            <pc:sldMk cId="1635377456" sldId="291"/>
            <ac:spMk id="1704" creationId="{217A0396-CA6B-4910-98EA-E70625B2EE00}"/>
          </ac:spMkLst>
        </pc:spChg>
        <pc:spChg chg="del">
          <ac:chgData name="Alexander Simon Thrysøe" userId="3f9b9528-1df8-4235-9262-8bdb6141b1d9" providerId="ADAL" clId="{210BC3D0-6D33-4731-A59B-369807834DD2}" dt="2025-11-17T02:47:46.006" v="253"/>
          <ac:spMkLst>
            <pc:docMk/>
            <pc:sldMk cId="1635377456" sldId="291"/>
            <ac:spMk id="1705" creationId="{55299185-69EC-4ED7-A462-AEB215A1BEDE}"/>
          </ac:spMkLst>
        </pc:spChg>
        <pc:spChg chg="del">
          <ac:chgData name="Alexander Simon Thrysøe" userId="3f9b9528-1df8-4235-9262-8bdb6141b1d9" providerId="ADAL" clId="{210BC3D0-6D33-4731-A59B-369807834DD2}" dt="2025-11-17T02:47:46.006" v="254"/>
          <ac:spMkLst>
            <pc:docMk/>
            <pc:sldMk cId="1635377456" sldId="291"/>
            <ac:spMk id="1706" creationId="{325D947F-73AD-41CF-A5F3-A9451B5D8BA1}"/>
          </ac:spMkLst>
        </pc:spChg>
        <pc:spChg chg="del">
          <ac:chgData name="Alexander Simon Thrysøe" userId="3f9b9528-1df8-4235-9262-8bdb6141b1d9" providerId="ADAL" clId="{210BC3D0-6D33-4731-A59B-369807834DD2}" dt="2025-11-17T02:47:46.021" v="255"/>
          <ac:spMkLst>
            <pc:docMk/>
            <pc:sldMk cId="1635377456" sldId="291"/>
            <ac:spMk id="1707" creationId="{9E78732D-1D67-4F89-96F9-7DB56B07E036}"/>
          </ac:spMkLst>
        </pc:spChg>
        <pc:spChg chg="del">
          <ac:chgData name="Alexander Simon Thrysøe" userId="3f9b9528-1df8-4235-9262-8bdb6141b1d9" providerId="ADAL" clId="{210BC3D0-6D33-4731-A59B-369807834DD2}" dt="2025-11-17T02:47:46.023" v="256"/>
          <ac:spMkLst>
            <pc:docMk/>
            <pc:sldMk cId="1635377456" sldId="291"/>
            <ac:spMk id="1708" creationId="{F272007B-3BD5-4457-955D-F228CD23EED4}"/>
          </ac:spMkLst>
        </pc:spChg>
        <pc:spChg chg="del">
          <ac:chgData name="Alexander Simon Thrysøe" userId="3f9b9528-1df8-4235-9262-8bdb6141b1d9" providerId="ADAL" clId="{210BC3D0-6D33-4731-A59B-369807834DD2}" dt="2025-11-17T02:47:46.023" v="257"/>
          <ac:spMkLst>
            <pc:docMk/>
            <pc:sldMk cId="1635377456" sldId="291"/>
            <ac:spMk id="1709" creationId="{B90FBEB0-C8A1-4006-87E1-59A97D060A69}"/>
          </ac:spMkLst>
        </pc:spChg>
        <pc:spChg chg="del">
          <ac:chgData name="Alexander Simon Thrysøe" userId="3f9b9528-1df8-4235-9262-8bdb6141b1d9" providerId="ADAL" clId="{210BC3D0-6D33-4731-A59B-369807834DD2}" dt="2025-11-17T02:47:46.025" v="258"/>
          <ac:spMkLst>
            <pc:docMk/>
            <pc:sldMk cId="1635377456" sldId="291"/>
            <ac:spMk id="1710" creationId="{29153133-CA65-4BC3-AC85-400440901D11}"/>
          </ac:spMkLst>
        </pc:spChg>
        <pc:spChg chg="del">
          <ac:chgData name="Alexander Simon Thrysøe" userId="3f9b9528-1df8-4235-9262-8bdb6141b1d9" providerId="ADAL" clId="{210BC3D0-6D33-4731-A59B-369807834DD2}" dt="2025-11-17T02:47:46.025" v="259"/>
          <ac:spMkLst>
            <pc:docMk/>
            <pc:sldMk cId="1635377456" sldId="291"/>
            <ac:spMk id="1711" creationId="{7A60204C-F8E9-439C-9A79-F7A87B322F43}"/>
          </ac:spMkLst>
        </pc:spChg>
        <pc:spChg chg="del">
          <ac:chgData name="Alexander Simon Thrysøe" userId="3f9b9528-1df8-4235-9262-8bdb6141b1d9" providerId="ADAL" clId="{210BC3D0-6D33-4731-A59B-369807834DD2}" dt="2025-11-17T02:47:46.027" v="260"/>
          <ac:spMkLst>
            <pc:docMk/>
            <pc:sldMk cId="1635377456" sldId="291"/>
            <ac:spMk id="1712" creationId="{492C09DD-87E7-4A33-A349-06112DC62EC5}"/>
          </ac:spMkLst>
        </pc:spChg>
        <pc:spChg chg="del">
          <ac:chgData name="Alexander Simon Thrysøe" userId="3f9b9528-1df8-4235-9262-8bdb6141b1d9" providerId="ADAL" clId="{210BC3D0-6D33-4731-A59B-369807834DD2}" dt="2025-11-17T02:47:46.027" v="261"/>
          <ac:spMkLst>
            <pc:docMk/>
            <pc:sldMk cId="1635377456" sldId="291"/>
            <ac:spMk id="1713" creationId="{BEC939C7-C9A4-43E8-AC2D-74799750CA6F}"/>
          </ac:spMkLst>
        </pc:spChg>
        <pc:spChg chg="del">
          <ac:chgData name="Alexander Simon Thrysøe" userId="3f9b9528-1df8-4235-9262-8bdb6141b1d9" providerId="ADAL" clId="{210BC3D0-6D33-4731-A59B-369807834DD2}" dt="2025-11-17T02:47:46.027" v="262"/>
          <ac:spMkLst>
            <pc:docMk/>
            <pc:sldMk cId="1635377456" sldId="291"/>
            <ac:spMk id="1714" creationId="{AF1629A4-CC11-4C9C-8C4F-AB53ECA1D26E}"/>
          </ac:spMkLst>
        </pc:spChg>
        <pc:spChg chg="del">
          <ac:chgData name="Alexander Simon Thrysøe" userId="3f9b9528-1df8-4235-9262-8bdb6141b1d9" providerId="ADAL" clId="{210BC3D0-6D33-4731-A59B-369807834DD2}" dt="2025-11-17T02:47:46.029" v="263"/>
          <ac:spMkLst>
            <pc:docMk/>
            <pc:sldMk cId="1635377456" sldId="291"/>
            <ac:spMk id="1715" creationId="{28B76543-4804-4FB7-9FFF-7D2108F87523}"/>
          </ac:spMkLst>
        </pc:spChg>
        <pc:spChg chg="del">
          <ac:chgData name="Alexander Simon Thrysøe" userId="3f9b9528-1df8-4235-9262-8bdb6141b1d9" providerId="ADAL" clId="{210BC3D0-6D33-4731-A59B-369807834DD2}" dt="2025-11-17T02:47:46.029" v="264"/>
          <ac:spMkLst>
            <pc:docMk/>
            <pc:sldMk cId="1635377456" sldId="291"/>
            <ac:spMk id="1716" creationId="{B1B177E8-665D-464D-9E5F-3A7D43997CA8}"/>
          </ac:spMkLst>
        </pc:spChg>
        <pc:spChg chg="del">
          <ac:chgData name="Alexander Simon Thrysøe" userId="3f9b9528-1df8-4235-9262-8bdb6141b1d9" providerId="ADAL" clId="{210BC3D0-6D33-4731-A59B-369807834DD2}" dt="2025-11-17T02:47:46.031" v="265"/>
          <ac:spMkLst>
            <pc:docMk/>
            <pc:sldMk cId="1635377456" sldId="291"/>
            <ac:spMk id="1717" creationId="{9B2355B0-BF36-4E76-99AE-E23333BE650C}"/>
          </ac:spMkLst>
        </pc:spChg>
        <pc:spChg chg="del">
          <ac:chgData name="Alexander Simon Thrysøe" userId="3f9b9528-1df8-4235-9262-8bdb6141b1d9" providerId="ADAL" clId="{210BC3D0-6D33-4731-A59B-369807834DD2}" dt="2025-11-17T02:47:46.031" v="266"/>
          <ac:spMkLst>
            <pc:docMk/>
            <pc:sldMk cId="1635377456" sldId="291"/>
            <ac:spMk id="1718" creationId="{E8E2A2A1-3A53-4782-B34C-AE160046F455}"/>
          </ac:spMkLst>
        </pc:spChg>
        <pc:spChg chg="del">
          <ac:chgData name="Alexander Simon Thrysøe" userId="3f9b9528-1df8-4235-9262-8bdb6141b1d9" providerId="ADAL" clId="{210BC3D0-6D33-4731-A59B-369807834DD2}" dt="2025-11-17T02:47:46.031" v="267"/>
          <ac:spMkLst>
            <pc:docMk/>
            <pc:sldMk cId="1635377456" sldId="291"/>
            <ac:spMk id="1719" creationId="{EB00EDF6-A855-4E6B-9EE4-086F33E76EEA}"/>
          </ac:spMkLst>
        </pc:spChg>
        <pc:spChg chg="del">
          <ac:chgData name="Alexander Simon Thrysøe" userId="3f9b9528-1df8-4235-9262-8bdb6141b1d9" providerId="ADAL" clId="{210BC3D0-6D33-4731-A59B-369807834DD2}" dt="2025-11-17T02:47:46.031" v="268"/>
          <ac:spMkLst>
            <pc:docMk/>
            <pc:sldMk cId="1635377456" sldId="291"/>
            <ac:spMk id="1720" creationId="{E3055351-546F-477F-9914-0F44B91961D7}"/>
          </ac:spMkLst>
        </pc:spChg>
        <pc:spChg chg="del">
          <ac:chgData name="Alexander Simon Thrysøe" userId="3f9b9528-1df8-4235-9262-8bdb6141b1d9" providerId="ADAL" clId="{210BC3D0-6D33-4731-A59B-369807834DD2}" dt="2025-11-17T02:47:46.033" v="269"/>
          <ac:spMkLst>
            <pc:docMk/>
            <pc:sldMk cId="1635377456" sldId="291"/>
            <ac:spMk id="1721" creationId="{D60DFD3C-2C31-4AC9-AB8D-E2793FAABFB9}"/>
          </ac:spMkLst>
        </pc:spChg>
        <pc:spChg chg="del">
          <ac:chgData name="Alexander Simon Thrysøe" userId="3f9b9528-1df8-4235-9262-8bdb6141b1d9" providerId="ADAL" clId="{210BC3D0-6D33-4731-A59B-369807834DD2}" dt="2025-11-17T02:47:46.033" v="270"/>
          <ac:spMkLst>
            <pc:docMk/>
            <pc:sldMk cId="1635377456" sldId="291"/>
            <ac:spMk id="1722" creationId="{D7624870-CDE9-4DBE-837E-23A8C75BADDF}"/>
          </ac:spMkLst>
        </pc:spChg>
        <pc:spChg chg="del">
          <ac:chgData name="Alexander Simon Thrysøe" userId="3f9b9528-1df8-4235-9262-8bdb6141b1d9" providerId="ADAL" clId="{210BC3D0-6D33-4731-A59B-369807834DD2}" dt="2025-11-17T02:47:46.033" v="271"/>
          <ac:spMkLst>
            <pc:docMk/>
            <pc:sldMk cId="1635377456" sldId="291"/>
            <ac:spMk id="1723" creationId="{491940A4-F250-45F5-906B-217FB69592B7}"/>
          </ac:spMkLst>
        </pc:spChg>
        <pc:spChg chg="del">
          <ac:chgData name="Alexander Simon Thrysøe" userId="3f9b9528-1df8-4235-9262-8bdb6141b1d9" providerId="ADAL" clId="{210BC3D0-6D33-4731-A59B-369807834DD2}" dt="2025-11-17T02:47:46.035" v="272"/>
          <ac:spMkLst>
            <pc:docMk/>
            <pc:sldMk cId="1635377456" sldId="291"/>
            <ac:spMk id="1724" creationId="{3AAA307C-D665-4DA0-A161-068EFF1E322A}"/>
          </ac:spMkLst>
        </pc:spChg>
        <pc:spChg chg="del">
          <ac:chgData name="Alexander Simon Thrysøe" userId="3f9b9528-1df8-4235-9262-8bdb6141b1d9" providerId="ADAL" clId="{210BC3D0-6D33-4731-A59B-369807834DD2}" dt="2025-11-17T02:47:46.035" v="273"/>
          <ac:spMkLst>
            <pc:docMk/>
            <pc:sldMk cId="1635377456" sldId="291"/>
            <ac:spMk id="1725" creationId="{8EE4CC98-6FE1-4AC2-B24E-F1BD471B6EAF}"/>
          </ac:spMkLst>
        </pc:spChg>
        <pc:spChg chg="del">
          <ac:chgData name="Alexander Simon Thrysøe" userId="3f9b9528-1df8-4235-9262-8bdb6141b1d9" providerId="ADAL" clId="{210BC3D0-6D33-4731-A59B-369807834DD2}" dt="2025-11-17T02:47:46.035" v="274"/>
          <ac:spMkLst>
            <pc:docMk/>
            <pc:sldMk cId="1635377456" sldId="291"/>
            <ac:spMk id="1726" creationId="{F7130D25-0294-46F9-8B0F-E3F588D78728}"/>
          </ac:spMkLst>
        </pc:spChg>
        <pc:spChg chg="del">
          <ac:chgData name="Alexander Simon Thrysøe" userId="3f9b9528-1df8-4235-9262-8bdb6141b1d9" providerId="ADAL" clId="{210BC3D0-6D33-4731-A59B-369807834DD2}" dt="2025-11-17T02:47:46.038" v="275"/>
          <ac:spMkLst>
            <pc:docMk/>
            <pc:sldMk cId="1635377456" sldId="291"/>
            <ac:spMk id="1727" creationId="{37F47479-D5FD-4973-89C1-ADC50F3A6206}"/>
          </ac:spMkLst>
        </pc:spChg>
        <pc:spChg chg="del">
          <ac:chgData name="Alexander Simon Thrysøe" userId="3f9b9528-1df8-4235-9262-8bdb6141b1d9" providerId="ADAL" clId="{210BC3D0-6D33-4731-A59B-369807834DD2}" dt="2025-11-17T02:47:46.039" v="276"/>
          <ac:spMkLst>
            <pc:docMk/>
            <pc:sldMk cId="1635377456" sldId="291"/>
            <ac:spMk id="1728" creationId="{D63A200A-20F7-4D64-8591-7BFEB8CD14B9}"/>
          </ac:spMkLst>
        </pc:spChg>
        <pc:spChg chg="del">
          <ac:chgData name="Alexander Simon Thrysøe" userId="3f9b9528-1df8-4235-9262-8bdb6141b1d9" providerId="ADAL" clId="{210BC3D0-6D33-4731-A59B-369807834DD2}" dt="2025-11-17T02:47:46.040" v="277"/>
          <ac:spMkLst>
            <pc:docMk/>
            <pc:sldMk cId="1635377456" sldId="291"/>
            <ac:spMk id="1729" creationId="{77955EA1-B31C-484C-B62C-A1A13B421084}"/>
          </ac:spMkLst>
        </pc:spChg>
        <pc:spChg chg="del">
          <ac:chgData name="Alexander Simon Thrysøe" userId="3f9b9528-1df8-4235-9262-8bdb6141b1d9" providerId="ADAL" clId="{210BC3D0-6D33-4731-A59B-369807834DD2}" dt="2025-11-17T02:47:46.040" v="278"/>
          <ac:spMkLst>
            <pc:docMk/>
            <pc:sldMk cId="1635377456" sldId="291"/>
            <ac:spMk id="1730" creationId="{F85EF308-4861-4727-9333-96755B636497}"/>
          </ac:spMkLst>
        </pc:spChg>
        <pc:spChg chg="del">
          <ac:chgData name="Alexander Simon Thrysøe" userId="3f9b9528-1df8-4235-9262-8bdb6141b1d9" providerId="ADAL" clId="{210BC3D0-6D33-4731-A59B-369807834DD2}" dt="2025-11-17T02:47:46.041" v="279"/>
          <ac:spMkLst>
            <pc:docMk/>
            <pc:sldMk cId="1635377456" sldId="291"/>
            <ac:spMk id="1731" creationId="{5A2A0525-BDC1-4289-A0F0-0C0E6730D4A5}"/>
          </ac:spMkLst>
        </pc:spChg>
        <pc:spChg chg="del">
          <ac:chgData name="Alexander Simon Thrysøe" userId="3f9b9528-1df8-4235-9262-8bdb6141b1d9" providerId="ADAL" clId="{210BC3D0-6D33-4731-A59B-369807834DD2}" dt="2025-11-17T02:47:46.042" v="280"/>
          <ac:spMkLst>
            <pc:docMk/>
            <pc:sldMk cId="1635377456" sldId="291"/>
            <ac:spMk id="1732" creationId="{F2149C27-797A-4BE8-BA06-0437AA782F21}"/>
          </ac:spMkLst>
        </pc:spChg>
        <pc:spChg chg="del">
          <ac:chgData name="Alexander Simon Thrysøe" userId="3f9b9528-1df8-4235-9262-8bdb6141b1d9" providerId="ADAL" clId="{210BC3D0-6D33-4731-A59B-369807834DD2}" dt="2025-11-17T02:47:46.042" v="281"/>
          <ac:spMkLst>
            <pc:docMk/>
            <pc:sldMk cId="1635377456" sldId="291"/>
            <ac:spMk id="1733" creationId="{61A37DD5-3BD8-4BDD-9F45-1C9AE7779823}"/>
          </ac:spMkLst>
        </pc:spChg>
        <pc:spChg chg="del">
          <ac:chgData name="Alexander Simon Thrysøe" userId="3f9b9528-1df8-4235-9262-8bdb6141b1d9" providerId="ADAL" clId="{210BC3D0-6D33-4731-A59B-369807834DD2}" dt="2025-11-17T02:47:46.043" v="282"/>
          <ac:spMkLst>
            <pc:docMk/>
            <pc:sldMk cId="1635377456" sldId="291"/>
            <ac:spMk id="1734" creationId="{C89BB3C6-8389-43E0-ABF8-872F9D63A5E8}"/>
          </ac:spMkLst>
        </pc:spChg>
        <pc:spChg chg="del">
          <ac:chgData name="Alexander Simon Thrysøe" userId="3f9b9528-1df8-4235-9262-8bdb6141b1d9" providerId="ADAL" clId="{210BC3D0-6D33-4731-A59B-369807834DD2}" dt="2025-11-17T02:47:46.043" v="283"/>
          <ac:spMkLst>
            <pc:docMk/>
            <pc:sldMk cId="1635377456" sldId="291"/>
            <ac:spMk id="1735" creationId="{A936F593-5BD7-47AC-9899-6E9872C9CF85}"/>
          </ac:spMkLst>
        </pc:spChg>
        <pc:spChg chg="del">
          <ac:chgData name="Alexander Simon Thrysøe" userId="3f9b9528-1df8-4235-9262-8bdb6141b1d9" providerId="ADAL" clId="{210BC3D0-6D33-4731-A59B-369807834DD2}" dt="2025-11-17T02:47:46.044" v="284"/>
          <ac:spMkLst>
            <pc:docMk/>
            <pc:sldMk cId="1635377456" sldId="291"/>
            <ac:spMk id="1736" creationId="{B5216F9E-3C73-4D9F-9E4B-C95847733E30}"/>
          </ac:spMkLst>
        </pc:spChg>
        <pc:spChg chg="del">
          <ac:chgData name="Alexander Simon Thrysøe" userId="3f9b9528-1df8-4235-9262-8bdb6141b1d9" providerId="ADAL" clId="{210BC3D0-6D33-4731-A59B-369807834DD2}" dt="2025-11-17T02:47:46.045" v="285"/>
          <ac:spMkLst>
            <pc:docMk/>
            <pc:sldMk cId="1635377456" sldId="291"/>
            <ac:spMk id="1737" creationId="{BCFAB475-EAC0-4CB9-B3FA-44C320E42BB3}"/>
          </ac:spMkLst>
        </pc:spChg>
        <pc:spChg chg="del">
          <ac:chgData name="Alexander Simon Thrysøe" userId="3f9b9528-1df8-4235-9262-8bdb6141b1d9" providerId="ADAL" clId="{210BC3D0-6D33-4731-A59B-369807834DD2}" dt="2025-11-17T02:47:46.046" v="286"/>
          <ac:spMkLst>
            <pc:docMk/>
            <pc:sldMk cId="1635377456" sldId="291"/>
            <ac:spMk id="1738" creationId="{CABAA451-E4BC-4282-AE7D-C2B141D9D0FB}"/>
          </ac:spMkLst>
        </pc:spChg>
        <pc:spChg chg="del">
          <ac:chgData name="Alexander Simon Thrysøe" userId="3f9b9528-1df8-4235-9262-8bdb6141b1d9" providerId="ADAL" clId="{210BC3D0-6D33-4731-A59B-369807834DD2}" dt="2025-11-17T02:47:46.046" v="287"/>
          <ac:spMkLst>
            <pc:docMk/>
            <pc:sldMk cId="1635377456" sldId="291"/>
            <ac:spMk id="1739" creationId="{E0A49526-82EB-46B9-9B7D-239595FB8988}"/>
          </ac:spMkLst>
        </pc:spChg>
        <pc:spChg chg="del">
          <ac:chgData name="Alexander Simon Thrysøe" userId="3f9b9528-1df8-4235-9262-8bdb6141b1d9" providerId="ADAL" clId="{210BC3D0-6D33-4731-A59B-369807834DD2}" dt="2025-11-17T02:47:46.047" v="288"/>
          <ac:spMkLst>
            <pc:docMk/>
            <pc:sldMk cId="1635377456" sldId="291"/>
            <ac:spMk id="1740" creationId="{BF86F550-E212-4E4F-BA43-86B98C016979}"/>
          </ac:spMkLst>
        </pc:spChg>
        <pc:spChg chg="del">
          <ac:chgData name="Alexander Simon Thrysøe" userId="3f9b9528-1df8-4235-9262-8bdb6141b1d9" providerId="ADAL" clId="{210BC3D0-6D33-4731-A59B-369807834DD2}" dt="2025-11-17T02:47:46.048" v="289"/>
          <ac:spMkLst>
            <pc:docMk/>
            <pc:sldMk cId="1635377456" sldId="291"/>
            <ac:spMk id="1741" creationId="{08B6AC83-F200-46FA-AB26-24C139DFB530}"/>
          </ac:spMkLst>
        </pc:spChg>
        <pc:spChg chg="del">
          <ac:chgData name="Alexander Simon Thrysøe" userId="3f9b9528-1df8-4235-9262-8bdb6141b1d9" providerId="ADAL" clId="{210BC3D0-6D33-4731-A59B-369807834DD2}" dt="2025-11-17T02:47:46.048" v="290"/>
          <ac:spMkLst>
            <pc:docMk/>
            <pc:sldMk cId="1635377456" sldId="291"/>
            <ac:spMk id="1742" creationId="{EA3288A6-10D1-4E8A-AE4F-85FF1629F17A}"/>
          </ac:spMkLst>
        </pc:spChg>
        <pc:spChg chg="del">
          <ac:chgData name="Alexander Simon Thrysøe" userId="3f9b9528-1df8-4235-9262-8bdb6141b1d9" providerId="ADAL" clId="{210BC3D0-6D33-4731-A59B-369807834DD2}" dt="2025-11-17T02:47:46.049" v="291"/>
          <ac:spMkLst>
            <pc:docMk/>
            <pc:sldMk cId="1635377456" sldId="291"/>
            <ac:spMk id="1743" creationId="{EAC71419-F409-4913-84BA-96680C37F26F}"/>
          </ac:spMkLst>
        </pc:spChg>
        <pc:spChg chg="del">
          <ac:chgData name="Alexander Simon Thrysøe" userId="3f9b9528-1df8-4235-9262-8bdb6141b1d9" providerId="ADAL" clId="{210BC3D0-6D33-4731-A59B-369807834DD2}" dt="2025-11-17T02:47:46.050" v="292"/>
          <ac:spMkLst>
            <pc:docMk/>
            <pc:sldMk cId="1635377456" sldId="291"/>
            <ac:spMk id="1744" creationId="{D84FDFB5-7FFE-45A7-AE6C-0CEF461F08C4}"/>
          </ac:spMkLst>
        </pc:spChg>
        <pc:spChg chg="del">
          <ac:chgData name="Alexander Simon Thrysøe" userId="3f9b9528-1df8-4235-9262-8bdb6141b1d9" providerId="ADAL" clId="{210BC3D0-6D33-4731-A59B-369807834DD2}" dt="2025-11-17T02:47:46.050" v="293"/>
          <ac:spMkLst>
            <pc:docMk/>
            <pc:sldMk cId="1635377456" sldId="291"/>
            <ac:spMk id="1745" creationId="{50F16D10-E45C-46AA-8699-697251CAD37D}"/>
          </ac:spMkLst>
        </pc:spChg>
        <pc:spChg chg="del">
          <ac:chgData name="Alexander Simon Thrysøe" userId="3f9b9528-1df8-4235-9262-8bdb6141b1d9" providerId="ADAL" clId="{210BC3D0-6D33-4731-A59B-369807834DD2}" dt="2025-11-17T02:47:46.051" v="294"/>
          <ac:spMkLst>
            <pc:docMk/>
            <pc:sldMk cId="1635377456" sldId="291"/>
            <ac:spMk id="1746" creationId="{22164BC7-5E0F-4390-90B0-3C9028858F86}"/>
          </ac:spMkLst>
        </pc:spChg>
        <pc:spChg chg="del">
          <ac:chgData name="Alexander Simon Thrysøe" userId="3f9b9528-1df8-4235-9262-8bdb6141b1d9" providerId="ADAL" clId="{210BC3D0-6D33-4731-A59B-369807834DD2}" dt="2025-11-17T02:47:46.052" v="295"/>
          <ac:spMkLst>
            <pc:docMk/>
            <pc:sldMk cId="1635377456" sldId="291"/>
            <ac:spMk id="1747" creationId="{A360374F-3FBC-4F8E-A057-6B3FBD02D666}"/>
          </ac:spMkLst>
        </pc:spChg>
        <pc:spChg chg="del">
          <ac:chgData name="Alexander Simon Thrysøe" userId="3f9b9528-1df8-4235-9262-8bdb6141b1d9" providerId="ADAL" clId="{210BC3D0-6D33-4731-A59B-369807834DD2}" dt="2025-11-17T02:47:46.053" v="296"/>
          <ac:spMkLst>
            <pc:docMk/>
            <pc:sldMk cId="1635377456" sldId="291"/>
            <ac:spMk id="1748" creationId="{78D2FE4B-6A67-4C74-9159-5941A9FA8365}"/>
          </ac:spMkLst>
        </pc:spChg>
        <pc:spChg chg="del">
          <ac:chgData name="Alexander Simon Thrysøe" userId="3f9b9528-1df8-4235-9262-8bdb6141b1d9" providerId="ADAL" clId="{210BC3D0-6D33-4731-A59B-369807834DD2}" dt="2025-11-17T02:47:46.053" v="297"/>
          <ac:spMkLst>
            <pc:docMk/>
            <pc:sldMk cId="1635377456" sldId="291"/>
            <ac:spMk id="1749" creationId="{30D985E4-CF81-4D10-B7D4-BD32702DB21E}"/>
          </ac:spMkLst>
        </pc:spChg>
        <pc:spChg chg="del">
          <ac:chgData name="Alexander Simon Thrysøe" userId="3f9b9528-1df8-4235-9262-8bdb6141b1d9" providerId="ADAL" clId="{210BC3D0-6D33-4731-A59B-369807834DD2}" dt="2025-11-17T02:47:46.055" v="298"/>
          <ac:spMkLst>
            <pc:docMk/>
            <pc:sldMk cId="1635377456" sldId="291"/>
            <ac:spMk id="1750" creationId="{00C32CC7-BC34-46B4-9162-6325A45412EA}"/>
          </ac:spMkLst>
        </pc:spChg>
        <pc:spChg chg="del">
          <ac:chgData name="Alexander Simon Thrysøe" userId="3f9b9528-1df8-4235-9262-8bdb6141b1d9" providerId="ADAL" clId="{210BC3D0-6D33-4731-A59B-369807834DD2}" dt="2025-11-17T02:47:46.055" v="299"/>
          <ac:spMkLst>
            <pc:docMk/>
            <pc:sldMk cId="1635377456" sldId="291"/>
            <ac:spMk id="1751" creationId="{7BBDB63F-D2CE-4D60-B094-E5E2AC1EEB1D}"/>
          </ac:spMkLst>
        </pc:spChg>
        <pc:spChg chg="del">
          <ac:chgData name="Alexander Simon Thrysøe" userId="3f9b9528-1df8-4235-9262-8bdb6141b1d9" providerId="ADAL" clId="{210BC3D0-6D33-4731-A59B-369807834DD2}" dt="2025-11-17T02:47:46.056" v="300"/>
          <ac:spMkLst>
            <pc:docMk/>
            <pc:sldMk cId="1635377456" sldId="291"/>
            <ac:spMk id="1752" creationId="{80866E44-8E21-424E-853E-4E5C263EAAD6}"/>
          </ac:spMkLst>
        </pc:spChg>
        <pc:spChg chg="del">
          <ac:chgData name="Alexander Simon Thrysøe" userId="3f9b9528-1df8-4235-9262-8bdb6141b1d9" providerId="ADAL" clId="{210BC3D0-6D33-4731-A59B-369807834DD2}" dt="2025-11-17T02:47:46.057" v="301"/>
          <ac:spMkLst>
            <pc:docMk/>
            <pc:sldMk cId="1635377456" sldId="291"/>
            <ac:spMk id="1753" creationId="{57C40F0C-2F8B-441A-A46B-5038D23CE9C6}"/>
          </ac:spMkLst>
        </pc:spChg>
        <pc:spChg chg="del">
          <ac:chgData name="Alexander Simon Thrysøe" userId="3f9b9528-1df8-4235-9262-8bdb6141b1d9" providerId="ADAL" clId="{210BC3D0-6D33-4731-A59B-369807834DD2}" dt="2025-11-17T02:47:46.057" v="302"/>
          <ac:spMkLst>
            <pc:docMk/>
            <pc:sldMk cId="1635377456" sldId="291"/>
            <ac:spMk id="1754" creationId="{28EADCF1-CEE1-4E0D-9584-9F1D43C3679A}"/>
          </ac:spMkLst>
        </pc:spChg>
        <pc:spChg chg="del">
          <ac:chgData name="Alexander Simon Thrysøe" userId="3f9b9528-1df8-4235-9262-8bdb6141b1d9" providerId="ADAL" clId="{210BC3D0-6D33-4731-A59B-369807834DD2}" dt="2025-11-17T02:47:46.058" v="303"/>
          <ac:spMkLst>
            <pc:docMk/>
            <pc:sldMk cId="1635377456" sldId="291"/>
            <ac:spMk id="1755" creationId="{6C039773-6F65-4890-832C-5F5ABD47A865}"/>
          </ac:spMkLst>
        </pc:spChg>
        <pc:spChg chg="del">
          <ac:chgData name="Alexander Simon Thrysøe" userId="3f9b9528-1df8-4235-9262-8bdb6141b1d9" providerId="ADAL" clId="{210BC3D0-6D33-4731-A59B-369807834DD2}" dt="2025-11-17T02:47:46.059" v="304"/>
          <ac:spMkLst>
            <pc:docMk/>
            <pc:sldMk cId="1635377456" sldId="291"/>
            <ac:spMk id="1756" creationId="{BCEFBB0C-2162-44BF-ABF7-372DF1521D1A}"/>
          </ac:spMkLst>
        </pc:spChg>
        <pc:spChg chg="del">
          <ac:chgData name="Alexander Simon Thrysøe" userId="3f9b9528-1df8-4235-9262-8bdb6141b1d9" providerId="ADAL" clId="{210BC3D0-6D33-4731-A59B-369807834DD2}" dt="2025-11-17T02:47:46.059" v="305"/>
          <ac:spMkLst>
            <pc:docMk/>
            <pc:sldMk cId="1635377456" sldId="291"/>
            <ac:spMk id="1757" creationId="{1F665DC3-5FB9-4835-A33D-48001C8F014F}"/>
          </ac:spMkLst>
        </pc:spChg>
        <pc:spChg chg="del">
          <ac:chgData name="Alexander Simon Thrysøe" userId="3f9b9528-1df8-4235-9262-8bdb6141b1d9" providerId="ADAL" clId="{210BC3D0-6D33-4731-A59B-369807834DD2}" dt="2025-11-17T02:47:46.060" v="306"/>
          <ac:spMkLst>
            <pc:docMk/>
            <pc:sldMk cId="1635377456" sldId="291"/>
            <ac:spMk id="1758" creationId="{C04F6440-D77E-48C9-958E-ED60555397F8}"/>
          </ac:spMkLst>
        </pc:spChg>
        <pc:spChg chg="del">
          <ac:chgData name="Alexander Simon Thrysøe" userId="3f9b9528-1df8-4235-9262-8bdb6141b1d9" providerId="ADAL" clId="{210BC3D0-6D33-4731-A59B-369807834DD2}" dt="2025-11-17T02:47:46.061" v="307"/>
          <ac:spMkLst>
            <pc:docMk/>
            <pc:sldMk cId="1635377456" sldId="291"/>
            <ac:spMk id="1759" creationId="{BF8CC1C7-B6E4-4B53-B4EE-65B9C00AD532}"/>
          </ac:spMkLst>
        </pc:spChg>
        <pc:spChg chg="del">
          <ac:chgData name="Alexander Simon Thrysøe" userId="3f9b9528-1df8-4235-9262-8bdb6141b1d9" providerId="ADAL" clId="{210BC3D0-6D33-4731-A59B-369807834DD2}" dt="2025-11-17T02:47:46.062" v="308"/>
          <ac:spMkLst>
            <pc:docMk/>
            <pc:sldMk cId="1635377456" sldId="291"/>
            <ac:spMk id="1760" creationId="{9F0102D7-5A5B-44C9-9E24-359E31BCB98F}"/>
          </ac:spMkLst>
        </pc:spChg>
        <pc:spChg chg="del">
          <ac:chgData name="Alexander Simon Thrysøe" userId="3f9b9528-1df8-4235-9262-8bdb6141b1d9" providerId="ADAL" clId="{210BC3D0-6D33-4731-A59B-369807834DD2}" dt="2025-11-17T02:47:46.062" v="309"/>
          <ac:spMkLst>
            <pc:docMk/>
            <pc:sldMk cId="1635377456" sldId="291"/>
            <ac:spMk id="1761" creationId="{3B69315F-84FE-4DE4-88A1-A839623C6BE9}"/>
          </ac:spMkLst>
        </pc:spChg>
        <pc:spChg chg="del">
          <ac:chgData name="Alexander Simon Thrysøe" userId="3f9b9528-1df8-4235-9262-8bdb6141b1d9" providerId="ADAL" clId="{210BC3D0-6D33-4731-A59B-369807834DD2}" dt="2025-11-17T02:47:46.063" v="310"/>
          <ac:spMkLst>
            <pc:docMk/>
            <pc:sldMk cId="1635377456" sldId="291"/>
            <ac:spMk id="1762" creationId="{5889629A-C016-4DEE-8F31-F809CE3A24E0}"/>
          </ac:spMkLst>
        </pc:spChg>
        <pc:spChg chg="del">
          <ac:chgData name="Alexander Simon Thrysøe" userId="3f9b9528-1df8-4235-9262-8bdb6141b1d9" providerId="ADAL" clId="{210BC3D0-6D33-4731-A59B-369807834DD2}" dt="2025-11-17T02:47:46.063" v="311"/>
          <ac:spMkLst>
            <pc:docMk/>
            <pc:sldMk cId="1635377456" sldId="291"/>
            <ac:spMk id="1763" creationId="{B8374AF1-C319-4E72-96C8-A00911B0BE1A}"/>
          </ac:spMkLst>
        </pc:spChg>
        <pc:spChg chg="del">
          <ac:chgData name="Alexander Simon Thrysøe" userId="3f9b9528-1df8-4235-9262-8bdb6141b1d9" providerId="ADAL" clId="{210BC3D0-6D33-4731-A59B-369807834DD2}" dt="2025-11-17T02:47:46.064" v="312"/>
          <ac:spMkLst>
            <pc:docMk/>
            <pc:sldMk cId="1635377456" sldId="291"/>
            <ac:spMk id="1764" creationId="{7BC8EE72-17BC-4058-BDB4-EA37DEEC5083}"/>
          </ac:spMkLst>
        </pc:spChg>
        <pc:spChg chg="del">
          <ac:chgData name="Alexander Simon Thrysøe" userId="3f9b9528-1df8-4235-9262-8bdb6141b1d9" providerId="ADAL" clId="{210BC3D0-6D33-4731-A59B-369807834DD2}" dt="2025-11-17T02:47:46.065" v="313"/>
          <ac:spMkLst>
            <pc:docMk/>
            <pc:sldMk cId="1635377456" sldId="291"/>
            <ac:spMk id="1765" creationId="{5E19B057-D63E-44D7-BC4C-DD359904C31F}"/>
          </ac:spMkLst>
        </pc:spChg>
        <pc:spChg chg="del">
          <ac:chgData name="Alexander Simon Thrysøe" userId="3f9b9528-1df8-4235-9262-8bdb6141b1d9" providerId="ADAL" clId="{210BC3D0-6D33-4731-A59B-369807834DD2}" dt="2025-11-17T02:47:46.065" v="314"/>
          <ac:spMkLst>
            <pc:docMk/>
            <pc:sldMk cId="1635377456" sldId="291"/>
            <ac:spMk id="1766" creationId="{88FAA559-8084-4745-BB02-3BFA33819D70}"/>
          </ac:spMkLst>
        </pc:spChg>
        <pc:spChg chg="del">
          <ac:chgData name="Alexander Simon Thrysøe" userId="3f9b9528-1df8-4235-9262-8bdb6141b1d9" providerId="ADAL" clId="{210BC3D0-6D33-4731-A59B-369807834DD2}" dt="2025-11-17T02:47:46.066" v="315"/>
          <ac:spMkLst>
            <pc:docMk/>
            <pc:sldMk cId="1635377456" sldId="291"/>
            <ac:spMk id="1767" creationId="{364D6477-8CDD-482B-A19F-D55A9B8A6A80}"/>
          </ac:spMkLst>
        </pc:spChg>
        <pc:spChg chg="del">
          <ac:chgData name="Alexander Simon Thrysøe" userId="3f9b9528-1df8-4235-9262-8bdb6141b1d9" providerId="ADAL" clId="{210BC3D0-6D33-4731-A59B-369807834DD2}" dt="2025-11-17T02:47:46.067" v="316"/>
          <ac:spMkLst>
            <pc:docMk/>
            <pc:sldMk cId="1635377456" sldId="291"/>
            <ac:spMk id="1768" creationId="{74642442-7BFA-4EE7-A696-F349948D51F4}"/>
          </ac:spMkLst>
        </pc:spChg>
        <pc:spChg chg="del">
          <ac:chgData name="Alexander Simon Thrysøe" userId="3f9b9528-1df8-4235-9262-8bdb6141b1d9" providerId="ADAL" clId="{210BC3D0-6D33-4731-A59B-369807834DD2}" dt="2025-11-17T02:47:46.068" v="317"/>
          <ac:spMkLst>
            <pc:docMk/>
            <pc:sldMk cId="1635377456" sldId="291"/>
            <ac:spMk id="1769" creationId="{3D4DDEA5-6EAF-4BFB-9D73-CBC0A97A1749}"/>
          </ac:spMkLst>
        </pc:spChg>
        <pc:spChg chg="del">
          <ac:chgData name="Alexander Simon Thrysøe" userId="3f9b9528-1df8-4235-9262-8bdb6141b1d9" providerId="ADAL" clId="{210BC3D0-6D33-4731-A59B-369807834DD2}" dt="2025-11-17T02:47:46.069" v="318"/>
          <ac:spMkLst>
            <pc:docMk/>
            <pc:sldMk cId="1635377456" sldId="291"/>
            <ac:spMk id="1770" creationId="{81A875A3-3DA8-43D1-A3CC-011C7BEF6D39}"/>
          </ac:spMkLst>
        </pc:spChg>
        <pc:spChg chg="del">
          <ac:chgData name="Alexander Simon Thrysøe" userId="3f9b9528-1df8-4235-9262-8bdb6141b1d9" providerId="ADAL" clId="{210BC3D0-6D33-4731-A59B-369807834DD2}" dt="2025-11-17T02:47:46.069" v="319"/>
          <ac:spMkLst>
            <pc:docMk/>
            <pc:sldMk cId="1635377456" sldId="291"/>
            <ac:spMk id="1771" creationId="{834026F4-09C0-4D03-9641-094997958CAF}"/>
          </ac:spMkLst>
        </pc:spChg>
        <pc:spChg chg="del">
          <ac:chgData name="Alexander Simon Thrysøe" userId="3f9b9528-1df8-4235-9262-8bdb6141b1d9" providerId="ADAL" clId="{210BC3D0-6D33-4731-A59B-369807834DD2}" dt="2025-11-17T02:47:46.070" v="320"/>
          <ac:spMkLst>
            <pc:docMk/>
            <pc:sldMk cId="1635377456" sldId="291"/>
            <ac:spMk id="1772" creationId="{613D078F-7E10-4CED-9527-9EBD08FD4CFB}"/>
          </ac:spMkLst>
        </pc:spChg>
        <pc:spChg chg="del">
          <ac:chgData name="Alexander Simon Thrysøe" userId="3f9b9528-1df8-4235-9262-8bdb6141b1d9" providerId="ADAL" clId="{210BC3D0-6D33-4731-A59B-369807834DD2}" dt="2025-11-17T02:47:46.070" v="321"/>
          <ac:spMkLst>
            <pc:docMk/>
            <pc:sldMk cId="1635377456" sldId="291"/>
            <ac:spMk id="1773" creationId="{9B7388BE-FF46-42E6-BBE6-647DC72E73B9}"/>
          </ac:spMkLst>
        </pc:spChg>
        <pc:spChg chg="del">
          <ac:chgData name="Alexander Simon Thrysøe" userId="3f9b9528-1df8-4235-9262-8bdb6141b1d9" providerId="ADAL" clId="{210BC3D0-6D33-4731-A59B-369807834DD2}" dt="2025-11-17T02:47:46.071" v="322"/>
          <ac:spMkLst>
            <pc:docMk/>
            <pc:sldMk cId="1635377456" sldId="291"/>
            <ac:spMk id="1774" creationId="{4B471884-CBDB-4EC4-92D7-4B5CDA3EE56F}"/>
          </ac:spMkLst>
        </pc:spChg>
        <pc:spChg chg="del">
          <ac:chgData name="Alexander Simon Thrysøe" userId="3f9b9528-1df8-4235-9262-8bdb6141b1d9" providerId="ADAL" clId="{210BC3D0-6D33-4731-A59B-369807834DD2}" dt="2025-11-17T02:47:46.072" v="323"/>
          <ac:spMkLst>
            <pc:docMk/>
            <pc:sldMk cId="1635377456" sldId="291"/>
            <ac:spMk id="1775" creationId="{AF17DE6F-F8F8-4883-977A-B20CE68FED9C}"/>
          </ac:spMkLst>
        </pc:spChg>
        <pc:spChg chg="del">
          <ac:chgData name="Alexander Simon Thrysøe" userId="3f9b9528-1df8-4235-9262-8bdb6141b1d9" providerId="ADAL" clId="{210BC3D0-6D33-4731-A59B-369807834DD2}" dt="2025-11-17T02:47:46.072" v="324"/>
          <ac:spMkLst>
            <pc:docMk/>
            <pc:sldMk cId="1635377456" sldId="291"/>
            <ac:spMk id="1776" creationId="{18204698-25B5-4E97-B271-BC64A22F650C}"/>
          </ac:spMkLst>
        </pc:spChg>
        <pc:spChg chg="del">
          <ac:chgData name="Alexander Simon Thrysøe" userId="3f9b9528-1df8-4235-9262-8bdb6141b1d9" providerId="ADAL" clId="{210BC3D0-6D33-4731-A59B-369807834DD2}" dt="2025-11-17T02:47:46.073" v="325"/>
          <ac:spMkLst>
            <pc:docMk/>
            <pc:sldMk cId="1635377456" sldId="291"/>
            <ac:spMk id="1777" creationId="{ECADA657-EC57-4079-B2C1-9309F8F3DA24}"/>
          </ac:spMkLst>
        </pc:spChg>
        <pc:spChg chg="del">
          <ac:chgData name="Alexander Simon Thrysøe" userId="3f9b9528-1df8-4235-9262-8bdb6141b1d9" providerId="ADAL" clId="{210BC3D0-6D33-4731-A59B-369807834DD2}" dt="2025-11-17T02:47:46.074" v="326"/>
          <ac:spMkLst>
            <pc:docMk/>
            <pc:sldMk cId="1635377456" sldId="291"/>
            <ac:spMk id="1778" creationId="{41969802-A6D8-454B-8706-1E32EF4267B8}"/>
          </ac:spMkLst>
        </pc:spChg>
        <pc:spChg chg="del">
          <ac:chgData name="Alexander Simon Thrysøe" userId="3f9b9528-1df8-4235-9262-8bdb6141b1d9" providerId="ADAL" clId="{210BC3D0-6D33-4731-A59B-369807834DD2}" dt="2025-11-17T02:47:46.075" v="327"/>
          <ac:spMkLst>
            <pc:docMk/>
            <pc:sldMk cId="1635377456" sldId="291"/>
            <ac:spMk id="1779" creationId="{14D70134-2B4B-40C9-8066-475B74FDD76A}"/>
          </ac:spMkLst>
        </pc:spChg>
        <pc:spChg chg="del">
          <ac:chgData name="Alexander Simon Thrysøe" userId="3f9b9528-1df8-4235-9262-8bdb6141b1d9" providerId="ADAL" clId="{210BC3D0-6D33-4731-A59B-369807834DD2}" dt="2025-11-17T02:47:46.075" v="328"/>
          <ac:spMkLst>
            <pc:docMk/>
            <pc:sldMk cId="1635377456" sldId="291"/>
            <ac:spMk id="1780" creationId="{0AC210EF-5CAE-49ED-AA80-813095384D3D}"/>
          </ac:spMkLst>
        </pc:spChg>
        <pc:spChg chg="del">
          <ac:chgData name="Alexander Simon Thrysøe" userId="3f9b9528-1df8-4235-9262-8bdb6141b1d9" providerId="ADAL" clId="{210BC3D0-6D33-4731-A59B-369807834DD2}" dt="2025-11-17T02:47:46.076" v="329"/>
          <ac:spMkLst>
            <pc:docMk/>
            <pc:sldMk cId="1635377456" sldId="291"/>
            <ac:spMk id="1781" creationId="{599E848D-D008-4E49-8F36-EBD6935B3B30}"/>
          </ac:spMkLst>
        </pc:spChg>
        <pc:spChg chg="del">
          <ac:chgData name="Alexander Simon Thrysøe" userId="3f9b9528-1df8-4235-9262-8bdb6141b1d9" providerId="ADAL" clId="{210BC3D0-6D33-4731-A59B-369807834DD2}" dt="2025-11-17T02:47:46.076" v="330"/>
          <ac:spMkLst>
            <pc:docMk/>
            <pc:sldMk cId="1635377456" sldId="291"/>
            <ac:spMk id="1782" creationId="{F14E6C46-48CD-4592-81C7-FBF2DE8FC7A8}"/>
          </ac:spMkLst>
        </pc:spChg>
        <pc:spChg chg="del">
          <ac:chgData name="Alexander Simon Thrysøe" userId="3f9b9528-1df8-4235-9262-8bdb6141b1d9" providerId="ADAL" clId="{210BC3D0-6D33-4731-A59B-369807834DD2}" dt="2025-11-17T02:47:46.077" v="331"/>
          <ac:spMkLst>
            <pc:docMk/>
            <pc:sldMk cId="1635377456" sldId="291"/>
            <ac:spMk id="1783" creationId="{373FD10D-5DC5-419D-93D2-994EF1E10A3D}"/>
          </ac:spMkLst>
        </pc:spChg>
        <pc:spChg chg="del">
          <ac:chgData name="Alexander Simon Thrysøe" userId="3f9b9528-1df8-4235-9262-8bdb6141b1d9" providerId="ADAL" clId="{210BC3D0-6D33-4731-A59B-369807834DD2}" dt="2025-11-17T02:47:46.078" v="332"/>
          <ac:spMkLst>
            <pc:docMk/>
            <pc:sldMk cId="1635377456" sldId="291"/>
            <ac:spMk id="1784" creationId="{95982023-59C0-4C73-882F-C910D8711F7A}"/>
          </ac:spMkLst>
        </pc:spChg>
        <pc:spChg chg="del">
          <ac:chgData name="Alexander Simon Thrysøe" userId="3f9b9528-1df8-4235-9262-8bdb6141b1d9" providerId="ADAL" clId="{210BC3D0-6D33-4731-A59B-369807834DD2}" dt="2025-11-17T02:47:46.078" v="333"/>
          <ac:spMkLst>
            <pc:docMk/>
            <pc:sldMk cId="1635377456" sldId="291"/>
            <ac:spMk id="1785" creationId="{1A729CC4-94AD-4D06-9EDB-E5C0550374B7}"/>
          </ac:spMkLst>
        </pc:spChg>
        <pc:spChg chg="del">
          <ac:chgData name="Alexander Simon Thrysøe" userId="3f9b9528-1df8-4235-9262-8bdb6141b1d9" providerId="ADAL" clId="{210BC3D0-6D33-4731-A59B-369807834DD2}" dt="2025-11-17T02:47:46.079" v="334"/>
          <ac:spMkLst>
            <pc:docMk/>
            <pc:sldMk cId="1635377456" sldId="291"/>
            <ac:spMk id="1786" creationId="{09129B52-C4B9-4ACB-9517-EF0446D37972}"/>
          </ac:spMkLst>
        </pc:spChg>
        <pc:spChg chg="del">
          <ac:chgData name="Alexander Simon Thrysøe" userId="3f9b9528-1df8-4235-9262-8bdb6141b1d9" providerId="ADAL" clId="{210BC3D0-6D33-4731-A59B-369807834DD2}" dt="2025-11-17T02:47:46.080" v="335"/>
          <ac:spMkLst>
            <pc:docMk/>
            <pc:sldMk cId="1635377456" sldId="291"/>
            <ac:spMk id="1787" creationId="{805DB9AC-939E-4908-A60E-26D0B198082D}"/>
          </ac:spMkLst>
        </pc:spChg>
        <pc:spChg chg="del">
          <ac:chgData name="Alexander Simon Thrysøe" userId="3f9b9528-1df8-4235-9262-8bdb6141b1d9" providerId="ADAL" clId="{210BC3D0-6D33-4731-A59B-369807834DD2}" dt="2025-11-17T02:47:46.080" v="336"/>
          <ac:spMkLst>
            <pc:docMk/>
            <pc:sldMk cId="1635377456" sldId="291"/>
            <ac:spMk id="1788" creationId="{00A00D1A-0E74-4D2C-9A34-AF9B4A46093B}"/>
          </ac:spMkLst>
        </pc:spChg>
        <pc:spChg chg="del">
          <ac:chgData name="Alexander Simon Thrysøe" userId="3f9b9528-1df8-4235-9262-8bdb6141b1d9" providerId="ADAL" clId="{210BC3D0-6D33-4731-A59B-369807834DD2}" dt="2025-11-17T02:47:46.081" v="337"/>
          <ac:spMkLst>
            <pc:docMk/>
            <pc:sldMk cId="1635377456" sldId="291"/>
            <ac:spMk id="1789" creationId="{0F382336-9AB5-4572-9121-ECCC9A8CBC8C}"/>
          </ac:spMkLst>
        </pc:spChg>
        <pc:spChg chg="del">
          <ac:chgData name="Alexander Simon Thrysøe" userId="3f9b9528-1df8-4235-9262-8bdb6141b1d9" providerId="ADAL" clId="{210BC3D0-6D33-4731-A59B-369807834DD2}" dt="2025-11-17T02:47:46.082" v="338"/>
          <ac:spMkLst>
            <pc:docMk/>
            <pc:sldMk cId="1635377456" sldId="291"/>
            <ac:spMk id="1790" creationId="{8D38985A-5F6D-476C-85DC-E256076BED55}"/>
          </ac:spMkLst>
        </pc:spChg>
        <pc:spChg chg="del">
          <ac:chgData name="Alexander Simon Thrysøe" userId="3f9b9528-1df8-4235-9262-8bdb6141b1d9" providerId="ADAL" clId="{210BC3D0-6D33-4731-A59B-369807834DD2}" dt="2025-11-17T02:47:46.082" v="339"/>
          <ac:spMkLst>
            <pc:docMk/>
            <pc:sldMk cId="1635377456" sldId="291"/>
            <ac:spMk id="1791" creationId="{F2A78685-8284-412C-AB4E-853C41E52C66}"/>
          </ac:spMkLst>
        </pc:spChg>
        <pc:spChg chg="del">
          <ac:chgData name="Alexander Simon Thrysøe" userId="3f9b9528-1df8-4235-9262-8bdb6141b1d9" providerId="ADAL" clId="{210BC3D0-6D33-4731-A59B-369807834DD2}" dt="2025-11-17T02:47:46.083" v="340"/>
          <ac:spMkLst>
            <pc:docMk/>
            <pc:sldMk cId="1635377456" sldId="291"/>
            <ac:spMk id="1792" creationId="{895E5AF5-9E01-4807-B10A-3E32775FF2BD}"/>
          </ac:spMkLst>
        </pc:spChg>
        <pc:spChg chg="del">
          <ac:chgData name="Alexander Simon Thrysøe" userId="3f9b9528-1df8-4235-9262-8bdb6141b1d9" providerId="ADAL" clId="{210BC3D0-6D33-4731-A59B-369807834DD2}" dt="2025-11-17T02:47:46.084" v="341"/>
          <ac:spMkLst>
            <pc:docMk/>
            <pc:sldMk cId="1635377456" sldId="291"/>
            <ac:spMk id="1793" creationId="{C955DEF4-BA5B-4D13-B720-142F17560DFD}"/>
          </ac:spMkLst>
        </pc:spChg>
        <pc:spChg chg="del">
          <ac:chgData name="Alexander Simon Thrysøe" userId="3f9b9528-1df8-4235-9262-8bdb6141b1d9" providerId="ADAL" clId="{210BC3D0-6D33-4731-A59B-369807834DD2}" dt="2025-11-17T02:47:46.084" v="342"/>
          <ac:spMkLst>
            <pc:docMk/>
            <pc:sldMk cId="1635377456" sldId="291"/>
            <ac:spMk id="1794" creationId="{1FBA22BE-CB3F-400A-BF4B-C29718591C37}"/>
          </ac:spMkLst>
        </pc:spChg>
        <pc:spChg chg="del">
          <ac:chgData name="Alexander Simon Thrysøe" userId="3f9b9528-1df8-4235-9262-8bdb6141b1d9" providerId="ADAL" clId="{210BC3D0-6D33-4731-A59B-369807834DD2}" dt="2025-11-17T02:47:46.085" v="343"/>
          <ac:spMkLst>
            <pc:docMk/>
            <pc:sldMk cId="1635377456" sldId="291"/>
            <ac:spMk id="1795" creationId="{408D2CD6-B6A2-4D75-8760-64B8175999F1}"/>
          </ac:spMkLst>
        </pc:spChg>
        <pc:spChg chg="del">
          <ac:chgData name="Alexander Simon Thrysøe" userId="3f9b9528-1df8-4235-9262-8bdb6141b1d9" providerId="ADAL" clId="{210BC3D0-6D33-4731-A59B-369807834DD2}" dt="2025-11-17T02:47:46.085" v="344"/>
          <ac:spMkLst>
            <pc:docMk/>
            <pc:sldMk cId="1635377456" sldId="291"/>
            <ac:spMk id="1796" creationId="{BFDE91AA-D04D-4C71-9DCB-819B9D468071}"/>
          </ac:spMkLst>
        </pc:spChg>
        <pc:spChg chg="del">
          <ac:chgData name="Alexander Simon Thrysøe" userId="3f9b9528-1df8-4235-9262-8bdb6141b1d9" providerId="ADAL" clId="{210BC3D0-6D33-4731-A59B-369807834DD2}" dt="2025-11-17T02:47:46.086" v="345"/>
          <ac:spMkLst>
            <pc:docMk/>
            <pc:sldMk cId="1635377456" sldId="291"/>
            <ac:spMk id="1797" creationId="{E5312DE2-CBFC-4FF3-866C-26F1C1883AB1}"/>
          </ac:spMkLst>
        </pc:spChg>
        <pc:spChg chg="del">
          <ac:chgData name="Alexander Simon Thrysøe" userId="3f9b9528-1df8-4235-9262-8bdb6141b1d9" providerId="ADAL" clId="{210BC3D0-6D33-4731-A59B-369807834DD2}" dt="2025-11-17T02:47:46.087" v="346"/>
          <ac:spMkLst>
            <pc:docMk/>
            <pc:sldMk cId="1635377456" sldId="291"/>
            <ac:spMk id="1798" creationId="{A6A72800-D339-414C-B87D-4712A60ABF18}"/>
          </ac:spMkLst>
        </pc:spChg>
        <pc:spChg chg="del">
          <ac:chgData name="Alexander Simon Thrysøe" userId="3f9b9528-1df8-4235-9262-8bdb6141b1d9" providerId="ADAL" clId="{210BC3D0-6D33-4731-A59B-369807834DD2}" dt="2025-11-17T02:47:46.088" v="347"/>
          <ac:spMkLst>
            <pc:docMk/>
            <pc:sldMk cId="1635377456" sldId="291"/>
            <ac:spMk id="1799" creationId="{05DA1BF4-DD28-4416-B85C-8FB6C0D1105E}"/>
          </ac:spMkLst>
        </pc:spChg>
        <pc:spChg chg="del">
          <ac:chgData name="Alexander Simon Thrysøe" userId="3f9b9528-1df8-4235-9262-8bdb6141b1d9" providerId="ADAL" clId="{210BC3D0-6D33-4731-A59B-369807834DD2}" dt="2025-11-17T02:47:46.089" v="348"/>
          <ac:spMkLst>
            <pc:docMk/>
            <pc:sldMk cId="1635377456" sldId="291"/>
            <ac:spMk id="1800" creationId="{D4F8DE4B-3490-4EC6-8F18-1E38975D2ED2}"/>
          </ac:spMkLst>
        </pc:spChg>
        <pc:spChg chg="del">
          <ac:chgData name="Alexander Simon Thrysøe" userId="3f9b9528-1df8-4235-9262-8bdb6141b1d9" providerId="ADAL" clId="{210BC3D0-6D33-4731-A59B-369807834DD2}" dt="2025-11-17T02:47:46.089" v="349"/>
          <ac:spMkLst>
            <pc:docMk/>
            <pc:sldMk cId="1635377456" sldId="291"/>
            <ac:spMk id="1801" creationId="{5CFFE652-CB70-4E2C-BBD0-6A4DD90F2D72}"/>
          </ac:spMkLst>
        </pc:spChg>
        <pc:spChg chg="del">
          <ac:chgData name="Alexander Simon Thrysøe" userId="3f9b9528-1df8-4235-9262-8bdb6141b1d9" providerId="ADAL" clId="{210BC3D0-6D33-4731-A59B-369807834DD2}" dt="2025-11-17T02:47:46.090" v="350"/>
          <ac:spMkLst>
            <pc:docMk/>
            <pc:sldMk cId="1635377456" sldId="291"/>
            <ac:spMk id="1802" creationId="{851BD9D0-0950-4B08-860E-F0ED152ADB3A}"/>
          </ac:spMkLst>
        </pc:spChg>
        <pc:spChg chg="del">
          <ac:chgData name="Alexander Simon Thrysøe" userId="3f9b9528-1df8-4235-9262-8bdb6141b1d9" providerId="ADAL" clId="{210BC3D0-6D33-4731-A59B-369807834DD2}" dt="2025-11-17T02:47:46.090" v="351"/>
          <ac:spMkLst>
            <pc:docMk/>
            <pc:sldMk cId="1635377456" sldId="291"/>
            <ac:spMk id="1803" creationId="{48200C0F-40A2-4D08-AF9F-624BC6725365}"/>
          </ac:spMkLst>
        </pc:spChg>
        <pc:spChg chg="del">
          <ac:chgData name="Alexander Simon Thrysøe" userId="3f9b9528-1df8-4235-9262-8bdb6141b1d9" providerId="ADAL" clId="{210BC3D0-6D33-4731-A59B-369807834DD2}" dt="2025-11-17T02:47:46.091" v="352"/>
          <ac:spMkLst>
            <pc:docMk/>
            <pc:sldMk cId="1635377456" sldId="291"/>
            <ac:spMk id="1804" creationId="{D673A3E6-292E-4C6D-B8DA-5079F0E90047}"/>
          </ac:spMkLst>
        </pc:spChg>
        <pc:spChg chg="del">
          <ac:chgData name="Alexander Simon Thrysøe" userId="3f9b9528-1df8-4235-9262-8bdb6141b1d9" providerId="ADAL" clId="{210BC3D0-6D33-4731-A59B-369807834DD2}" dt="2025-11-17T02:47:46.092" v="353"/>
          <ac:spMkLst>
            <pc:docMk/>
            <pc:sldMk cId="1635377456" sldId="291"/>
            <ac:spMk id="1805" creationId="{765D7168-3835-4CE5-8940-91275F9EAAD9}"/>
          </ac:spMkLst>
        </pc:spChg>
        <pc:spChg chg="del">
          <ac:chgData name="Alexander Simon Thrysøe" userId="3f9b9528-1df8-4235-9262-8bdb6141b1d9" providerId="ADAL" clId="{210BC3D0-6D33-4731-A59B-369807834DD2}" dt="2025-11-17T02:47:46.092" v="354"/>
          <ac:spMkLst>
            <pc:docMk/>
            <pc:sldMk cId="1635377456" sldId="291"/>
            <ac:spMk id="1806" creationId="{C8A60474-4194-4EC8-A52F-36E740945764}"/>
          </ac:spMkLst>
        </pc:spChg>
        <pc:spChg chg="del">
          <ac:chgData name="Alexander Simon Thrysøe" userId="3f9b9528-1df8-4235-9262-8bdb6141b1d9" providerId="ADAL" clId="{210BC3D0-6D33-4731-A59B-369807834DD2}" dt="2025-11-17T02:47:46.093" v="355"/>
          <ac:spMkLst>
            <pc:docMk/>
            <pc:sldMk cId="1635377456" sldId="291"/>
            <ac:spMk id="1807" creationId="{08A23085-0051-433D-9300-1BC248C1B68C}"/>
          </ac:spMkLst>
        </pc:spChg>
        <pc:spChg chg="del">
          <ac:chgData name="Alexander Simon Thrysøe" userId="3f9b9528-1df8-4235-9262-8bdb6141b1d9" providerId="ADAL" clId="{210BC3D0-6D33-4731-A59B-369807834DD2}" dt="2025-11-17T02:47:46.093" v="356"/>
          <ac:spMkLst>
            <pc:docMk/>
            <pc:sldMk cId="1635377456" sldId="291"/>
            <ac:spMk id="1808" creationId="{BAC03B67-76F7-4DC0-ACE8-B464B45A62B4}"/>
          </ac:spMkLst>
        </pc:spChg>
        <pc:spChg chg="del">
          <ac:chgData name="Alexander Simon Thrysøe" userId="3f9b9528-1df8-4235-9262-8bdb6141b1d9" providerId="ADAL" clId="{210BC3D0-6D33-4731-A59B-369807834DD2}" dt="2025-11-17T02:47:46.094" v="357"/>
          <ac:spMkLst>
            <pc:docMk/>
            <pc:sldMk cId="1635377456" sldId="291"/>
            <ac:spMk id="1809" creationId="{EBB4E1A4-5685-42B2-917B-74A5E90375FA}"/>
          </ac:spMkLst>
        </pc:spChg>
        <pc:spChg chg="del">
          <ac:chgData name="Alexander Simon Thrysøe" userId="3f9b9528-1df8-4235-9262-8bdb6141b1d9" providerId="ADAL" clId="{210BC3D0-6D33-4731-A59B-369807834DD2}" dt="2025-11-17T02:47:46.094" v="358"/>
          <ac:spMkLst>
            <pc:docMk/>
            <pc:sldMk cId="1635377456" sldId="291"/>
            <ac:spMk id="1810" creationId="{B5D23A0A-9564-4ECA-9C07-408333217FA8}"/>
          </ac:spMkLst>
        </pc:spChg>
        <pc:spChg chg="del">
          <ac:chgData name="Alexander Simon Thrysøe" userId="3f9b9528-1df8-4235-9262-8bdb6141b1d9" providerId="ADAL" clId="{210BC3D0-6D33-4731-A59B-369807834DD2}" dt="2025-11-17T02:47:46.095" v="359"/>
          <ac:spMkLst>
            <pc:docMk/>
            <pc:sldMk cId="1635377456" sldId="291"/>
            <ac:spMk id="1811" creationId="{9504B439-0255-482C-921F-D2FDEFCB4A7A}"/>
          </ac:spMkLst>
        </pc:spChg>
        <pc:spChg chg="del">
          <ac:chgData name="Alexander Simon Thrysøe" userId="3f9b9528-1df8-4235-9262-8bdb6141b1d9" providerId="ADAL" clId="{210BC3D0-6D33-4731-A59B-369807834DD2}" dt="2025-11-17T02:47:46.096" v="360"/>
          <ac:spMkLst>
            <pc:docMk/>
            <pc:sldMk cId="1635377456" sldId="291"/>
            <ac:spMk id="1812" creationId="{8DAA3745-183A-4213-B308-922AD3AE7524}"/>
          </ac:spMkLst>
        </pc:spChg>
        <pc:spChg chg="del">
          <ac:chgData name="Alexander Simon Thrysøe" userId="3f9b9528-1df8-4235-9262-8bdb6141b1d9" providerId="ADAL" clId="{210BC3D0-6D33-4731-A59B-369807834DD2}" dt="2025-11-17T02:47:46.096" v="361"/>
          <ac:spMkLst>
            <pc:docMk/>
            <pc:sldMk cId="1635377456" sldId="291"/>
            <ac:spMk id="1813" creationId="{1736B226-629C-4F89-B426-2268FA8AD6DC}"/>
          </ac:spMkLst>
        </pc:spChg>
        <pc:spChg chg="del">
          <ac:chgData name="Alexander Simon Thrysøe" userId="3f9b9528-1df8-4235-9262-8bdb6141b1d9" providerId="ADAL" clId="{210BC3D0-6D33-4731-A59B-369807834DD2}" dt="2025-11-17T02:47:46.097" v="362"/>
          <ac:spMkLst>
            <pc:docMk/>
            <pc:sldMk cId="1635377456" sldId="291"/>
            <ac:spMk id="1814" creationId="{891F5604-A25E-43D9-8E5F-03D75EF43471}"/>
          </ac:spMkLst>
        </pc:spChg>
        <pc:spChg chg="del">
          <ac:chgData name="Alexander Simon Thrysøe" userId="3f9b9528-1df8-4235-9262-8bdb6141b1d9" providerId="ADAL" clId="{210BC3D0-6D33-4731-A59B-369807834DD2}" dt="2025-11-17T02:47:46.097" v="363"/>
          <ac:spMkLst>
            <pc:docMk/>
            <pc:sldMk cId="1635377456" sldId="291"/>
            <ac:spMk id="1815" creationId="{F4DFBA14-A624-478A-84A9-D0C611C249E1}"/>
          </ac:spMkLst>
        </pc:spChg>
        <pc:spChg chg="del">
          <ac:chgData name="Alexander Simon Thrysøe" userId="3f9b9528-1df8-4235-9262-8bdb6141b1d9" providerId="ADAL" clId="{210BC3D0-6D33-4731-A59B-369807834DD2}" dt="2025-11-17T02:47:46.098" v="364"/>
          <ac:spMkLst>
            <pc:docMk/>
            <pc:sldMk cId="1635377456" sldId="291"/>
            <ac:spMk id="1816" creationId="{8772AC76-6E6F-4FFF-9DE3-29A67B5988D1}"/>
          </ac:spMkLst>
        </pc:spChg>
        <pc:spChg chg="del">
          <ac:chgData name="Alexander Simon Thrysøe" userId="3f9b9528-1df8-4235-9262-8bdb6141b1d9" providerId="ADAL" clId="{210BC3D0-6D33-4731-A59B-369807834DD2}" dt="2025-11-17T02:47:46.098" v="365"/>
          <ac:spMkLst>
            <pc:docMk/>
            <pc:sldMk cId="1635377456" sldId="291"/>
            <ac:spMk id="1817" creationId="{56235E0F-C618-45CE-A05C-7C8A07657D8E}"/>
          </ac:spMkLst>
        </pc:spChg>
        <pc:spChg chg="del">
          <ac:chgData name="Alexander Simon Thrysøe" userId="3f9b9528-1df8-4235-9262-8bdb6141b1d9" providerId="ADAL" clId="{210BC3D0-6D33-4731-A59B-369807834DD2}" dt="2025-11-17T02:47:46.099" v="366"/>
          <ac:spMkLst>
            <pc:docMk/>
            <pc:sldMk cId="1635377456" sldId="291"/>
            <ac:spMk id="1818" creationId="{3AE4CD2D-0CCC-49F4-B2A8-084FC25E685B}"/>
          </ac:spMkLst>
        </pc:spChg>
        <pc:spChg chg="del">
          <ac:chgData name="Alexander Simon Thrysøe" userId="3f9b9528-1df8-4235-9262-8bdb6141b1d9" providerId="ADAL" clId="{210BC3D0-6D33-4731-A59B-369807834DD2}" dt="2025-11-17T02:47:46.100" v="367"/>
          <ac:spMkLst>
            <pc:docMk/>
            <pc:sldMk cId="1635377456" sldId="291"/>
            <ac:spMk id="1819" creationId="{301448A1-624F-4BD8-8F7E-6E313574D95C}"/>
          </ac:spMkLst>
        </pc:spChg>
        <pc:spChg chg="del">
          <ac:chgData name="Alexander Simon Thrysøe" userId="3f9b9528-1df8-4235-9262-8bdb6141b1d9" providerId="ADAL" clId="{210BC3D0-6D33-4731-A59B-369807834DD2}" dt="2025-11-17T02:47:46.100" v="368"/>
          <ac:spMkLst>
            <pc:docMk/>
            <pc:sldMk cId="1635377456" sldId="291"/>
            <ac:spMk id="1820" creationId="{3EFE1FE2-CC45-43AA-A739-DA230D9C1628}"/>
          </ac:spMkLst>
        </pc:spChg>
        <pc:spChg chg="del">
          <ac:chgData name="Alexander Simon Thrysøe" userId="3f9b9528-1df8-4235-9262-8bdb6141b1d9" providerId="ADAL" clId="{210BC3D0-6D33-4731-A59B-369807834DD2}" dt="2025-11-17T02:47:46.101" v="369"/>
          <ac:spMkLst>
            <pc:docMk/>
            <pc:sldMk cId="1635377456" sldId="291"/>
            <ac:spMk id="1821" creationId="{62FD72EA-3DE7-4BA9-94EA-0D8F49D49379}"/>
          </ac:spMkLst>
        </pc:spChg>
        <pc:spChg chg="del">
          <ac:chgData name="Alexander Simon Thrysøe" userId="3f9b9528-1df8-4235-9262-8bdb6141b1d9" providerId="ADAL" clId="{210BC3D0-6D33-4731-A59B-369807834DD2}" dt="2025-11-17T02:47:46.101" v="370"/>
          <ac:spMkLst>
            <pc:docMk/>
            <pc:sldMk cId="1635377456" sldId="291"/>
            <ac:spMk id="1822" creationId="{AD8EE669-9B6A-4DC1-912E-AFFE8FD54D13}"/>
          </ac:spMkLst>
        </pc:spChg>
        <pc:spChg chg="del">
          <ac:chgData name="Alexander Simon Thrysøe" userId="3f9b9528-1df8-4235-9262-8bdb6141b1d9" providerId="ADAL" clId="{210BC3D0-6D33-4731-A59B-369807834DD2}" dt="2025-11-17T02:47:46.102" v="371"/>
          <ac:spMkLst>
            <pc:docMk/>
            <pc:sldMk cId="1635377456" sldId="291"/>
            <ac:spMk id="1823" creationId="{FDFC26E4-189B-44F4-A6E3-96089BAD1281}"/>
          </ac:spMkLst>
        </pc:spChg>
        <pc:spChg chg="del">
          <ac:chgData name="Alexander Simon Thrysøe" userId="3f9b9528-1df8-4235-9262-8bdb6141b1d9" providerId="ADAL" clId="{210BC3D0-6D33-4731-A59B-369807834DD2}" dt="2025-11-17T02:47:46.103" v="372"/>
          <ac:spMkLst>
            <pc:docMk/>
            <pc:sldMk cId="1635377456" sldId="291"/>
            <ac:spMk id="1824" creationId="{159F490A-7587-4DCA-B3AA-468A4AC692A8}"/>
          </ac:spMkLst>
        </pc:spChg>
        <pc:spChg chg="del">
          <ac:chgData name="Alexander Simon Thrysøe" userId="3f9b9528-1df8-4235-9262-8bdb6141b1d9" providerId="ADAL" clId="{210BC3D0-6D33-4731-A59B-369807834DD2}" dt="2025-11-17T02:47:46.103" v="373"/>
          <ac:spMkLst>
            <pc:docMk/>
            <pc:sldMk cId="1635377456" sldId="291"/>
            <ac:spMk id="1825" creationId="{1070E687-1F1A-4A09-8574-D32C784975F2}"/>
          </ac:spMkLst>
        </pc:spChg>
        <pc:spChg chg="del">
          <ac:chgData name="Alexander Simon Thrysøe" userId="3f9b9528-1df8-4235-9262-8bdb6141b1d9" providerId="ADAL" clId="{210BC3D0-6D33-4731-A59B-369807834DD2}" dt="2025-11-17T02:47:46.104" v="374"/>
          <ac:spMkLst>
            <pc:docMk/>
            <pc:sldMk cId="1635377456" sldId="291"/>
            <ac:spMk id="1826" creationId="{DA6905EA-BCC0-4888-8A16-58233660F58A}"/>
          </ac:spMkLst>
        </pc:spChg>
        <pc:spChg chg="del">
          <ac:chgData name="Alexander Simon Thrysøe" userId="3f9b9528-1df8-4235-9262-8bdb6141b1d9" providerId="ADAL" clId="{210BC3D0-6D33-4731-A59B-369807834DD2}" dt="2025-11-17T02:47:46.105" v="375"/>
          <ac:spMkLst>
            <pc:docMk/>
            <pc:sldMk cId="1635377456" sldId="291"/>
            <ac:spMk id="1827" creationId="{18AC7B9C-CDB1-44E1-BAA1-FF87F435EB2C}"/>
          </ac:spMkLst>
        </pc:spChg>
        <pc:spChg chg="del">
          <ac:chgData name="Alexander Simon Thrysøe" userId="3f9b9528-1df8-4235-9262-8bdb6141b1d9" providerId="ADAL" clId="{210BC3D0-6D33-4731-A59B-369807834DD2}" dt="2025-11-17T02:47:46.106" v="376"/>
          <ac:spMkLst>
            <pc:docMk/>
            <pc:sldMk cId="1635377456" sldId="291"/>
            <ac:spMk id="1828" creationId="{16587204-4968-41C6-A158-B1BD8A4CFC04}"/>
          </ac:spMkLst>
        </pc:spChg>
        <pc:spChg chg="del">
          <ac:chgData name="Alexander Simon Thrysøe" userId="3f9b9528-1df8-4235-9262-8bdb6141b1d9" providerId="ADAL" clId="{210BC3D0-6D33-4731-A59B-369807834DD2}" dt="2025-11-17T02:47:46.106" v="377"/>
          <ac:spMkLst>
            <pc:docMk/>
            <pc:sldMk cId="1635377456" sldId="291"/>
            <ac:spMk id="1829" creationId="{CB06FAF6-A3B2-40E7-ADD8-42EA3C9CD7A8}"/>
          </ac:spMkLst>
        </pc:spChg>
        <pc:spChg chg="del">
          <ac:chgData name="Alexander Simon Thrysøe" userId="3f9b9528-1df8-4235-9262-8bdb6141b1d9" providerId="ADAL" clId="{210BC3D0-6D33-4731-A59B-369807834DD2}" dt="2025-11-17T02:47:46.106" v="378"/>
          <ac:spMkLst>
            <pc:docMk/>
            <pc:sldMk cId="1635377456" sldId="291"/>
            <ac:spMk id="1830" creationId="{535556C3-A40C-46A0-95C6-ECC1D68033B3}"/>
          </ac:spMkLst>
        </pc:spChg>
        <pc:spChg chg="del">
          <ac:chgData name="Alexander Simon Thrysøe" userId="3f9b9528-1df8-4235-9262-8bdb6141b1d9" providerId="ADAL" clId="{210BC3D0-6D33-4731-A59B-369807834DD2}" dt="2025-11-17T02:47:46.106" v="379"/>
          <ac:spMkLst>
            <pc:docMk/>
            <pc:sldMk cId="1635377456" sldId="291"/>
            <ac:spMk id="1831" creationId="{C3903641-5C16-4475-9399-466FB0782B0F}"/>
          </ac:spMkLst>
        </pc:spChg>
        <pc:spChg chg="del">
          <ac:chgData name="Alexander Simon Thrysøe" userId="3f9b9528-1df8-4235-9262-8bdb6141b1d9" providerId="ADAL" clId="{210BC3D0-6D33-4731-A59B-369807834DD2}" dt="2025-11-17T02:47:46.106" v="380"/>
          <ac:spMkLst>
            <pc:docMk/>
            <pc:sldMk cId="1635377456" sldId="291"/>
            <ac:spMk id="1832" creationId="{607EB82B-B09C-4CB8-AD43-E2BCAB112F20}"/>
          </ac:spMkLst>
        </pc:spChg>
        <pc:spChg chg="del">
          <ac:chgData name="Alexander Simon Thrysøe" userId="3f9b9528-1df8-4235-9262-8bdb6141b1d9" providerId="ADAL" clId="{210BC3D0-6D33-4731-A59B-369807834DD2}" dt="2025-11-17T02:47:46.106" v="381"/>
          <ac:spMkLst>
            <pc:docMk/>
            <pc:sldMk cId="1635377456" sldId="291"/>
            <ac:spMk id="1833" creationId="{94347278-E1AC-4BA0-A8B0-925D363B0181}"/>
          </ac:spMkLst>
        </pc:spChg>
        <pc:spChg chg="del">
          <ac:chgData name="Alexander Simon Thrysøe" userId="3f9b9528-1df8-4235-9262-8bdb6141b1d9" providerId="ADAL" clId="{210BC3D0-6D33-4731-A59B-369807834DD2}" dt="2025-11-17T02:47:46.106" v="382"/>
          <ac:spMkLst>
            <pc:docMk/>
            <pc:sldMk cId="1635377456" sldId="291"/>
            <ac:spMk id="1834" creationId="{C7FCA7F1-9C0A-4EB0-9674-72EDE1B198BB}"/>
          </ac:spMkLst>
        </pc:spChg>
        <pc:spChg chg="del">
          <ac:chgData name="Alexander Simon Thrysøe" userId="3f9b9528-1df8-4235-9262-8bdb6141b1d9" providerId="ADAL" clId="{210BC3D0-6D33-4731-A59B-369807834DD2}" dt="2025-11-17T02:47:46.106" v="383"/>
          <ac:spMkLst>
            <pc:docMk/>
            <pc:sldMk cId="1635377456" sldId="291"/>
            <ac:spMk id="1835" creationId="{D1DD3375-7886-4DFE-97C2-424975A36E63}"/>
          </ac:spMkLst>
        </pc:spChg>
        <pc:spChg chg="del">
          <ac:chgData name="Alexander Simon Thrysøe" userId="3f9b9528-1df8-4235-9262-8bdb6141b1d9" providerId="ADAL" clId="{210BC3D0-6D33-4731-A59B-369807834DD2}" dt="2025-11-17T02:47:46.106" v="384"/>
          <ac:spMkLst>
            <pc:docMk/>
            <pc:sldMk cId="1635377456" sldId="291"/>
            <ac:spMk id="1836" creationId="{9C7D0DCE-F724-48B9-9B0F-9D5BD1EDFEB8}"/>
          </ac:spMkLst>
        </pc:spChg>
        <pc:spChg chg="del">
          <ac:chgData name="Alexander Simon Thrysøe" userId="3f9b9528-1df8-4235-9262-8bdb6141b1d9" providerId="ADAL" clId="{210BC3D0-6D33-4731-A59B-369807834DD2}" dt="2025-11-17T02:47:46.106" v="385"/>
          <ac:spMkLst>
            <pc:docMk/>
            <pc:sldMk cId="1635377456" sldId="291"/>
            <ac:spMk id="1837" creationId="{F1F4C539-C042-4435-A536-463ED4142537}"/>
          </ac:spMkLst>
        </pc:spChg>
        <pc:spChg chg="del">
          <ac:chgData name="Alexander Simon Thrysøe" userId="3f9b9528-1df8-4235-9262-8bdb6141b1d9" providerId="ADAL" clId="{210BC3D0-6D33-4731-A59B-369807834DD2}" dt="2025-11-17T02:47:46.106" v="386"/>
          <ac:spMkLst>
            <pc:docMk/>
            <pc:sldMk cId="1635377456" sldId="291"/>
            <ac:spMk id="1838" creationId="{976B6A63-44C9-48A7-AA91-5CEF69C70927}"/>
          </ac:spMkLst>
        </pc:spChg>
        <pc:spChg chg="del">
          <ac:chgData name="Alexander Simon Thrysøe" userId="3f9b9528-1df8-4235-9262-8bdb6141b1d9" providerId="ADAL" clId="{210BC3D0-6D33-4731-A59B-369807834DD2}" dt="2025-11-17T02:47:46.106" v="387"/>
          <ac:spMkLst>
            <pc:docMk/>
            <pc:sldMk cId="1635377456" sldId="291"/>
            <ac:spMk id="1839" creationId="{24E95347-1B21-47FC-85D1-4ED6E971506A}"/>
          </ac:spMkLst>
        </pc:spChg>
        <pc:spChg chg="del">
          <ac:chgData name="Alexander Simon Thrysøe" userId="3f9b9528-1df8-4235-9262-8bdb6141b1d9" providerId="ADAL" clId="{210BC3D0-6D33-4731-A59B-369807834DD2}" dt="2025-11-17T02:47:46.106" v="388"/>
          <ac:spMkLst>
            <pc:docMk/>
            <pc:sldMk cId="1635377456" sldId="291"/>
            <ac:spMk id="1840" creationId="{2791156A-8BA6-410F-A5DB-29FDD4A1F37A}"/>
          </ac:spMkLst>
        </pc:spChg>
        <pc:spChg chg="del">
          <ac:chgData name="Alexander Simon Thrysøe" userId="3f9b9528-1df8-4235-9262-8bdb6141b1d9" providerId="ADAL" clId="{210BC3D0-6D33-4731-A59B-369807834DD2}" dt="2025-11-17T02:47:46.106" v="389"/>
          <ac:spMkLst>
            <pc:docMk/>
            <pc:sldMk cId="1635377456" sldId="291"/>
            <ac:spMk id="1841" creationId="{AB435FF7-9F43-42FB-9AB1-06E878A46E98}"/>
          </ac:spMkLst>
        </pc:spChg>
        <pc:spChg chg="del">
          <ac:chgData name="Alexander Simon Thrysøe" userId="3f9b9528-1df8-4235-9262-8bdb6141b1d9" providerId="ADAL" clId="{210BC3D0-6D33-4731-A59B-369807834DD2}" dt="2025-11-17T02:47:46.106" v="390"/>
          <ac:spMkLst>
            <pc:docMk/>
            <pc:sldMk cId="1635377456" sldId="291"/>
            <ac:spMk id="1842" creationId="{A6302322-DB6A-4655-9025-5C6C302DE18B}"/>
          </ac:spMkLst>
        </pc:spChg>
        <pc:spChg chg="del">
          <ac:chgData name="Alexander Simon Thrysøe" userId="3f9b9528-1df8-4235-9262-8bdb6141b1d9" providerId="ADAL" clId="{210BC3D0-6D33-4731-A59B-369807834DD2}" dt="2025-11-17T02:47:46.106" v="391"/>
          <ac:spMkLst>
            <pc:docMk/>
            <pc:sldMk cId="1635377456" sldId="291"/>
            <ac:spMk id="1843" creationId="{440F4884-089C-45CA-A60B-E4A53B19040E}"/>
          </ac:spMkLst>
        </pc:spChg>
        <pc:spChg chg="del">
          <ac:chgData name="Alexander Simon Thrysøe" userId="3f9b9528-1df8-4235-9262-8bdb6141b1d9" providerId="ADAL" clId="{210BC3D0-6D33-4731-A59B-369807834DD2}" dt="2025-11-17T02:47:46.106" v="392"/>
          <ac:spMkLst>
            <pc:docMk/>
            <pc:sldMk cId="1635377456" sldId="291"/>
            <ac:spMk id="1844" creationId="{D3E7356B-FB18-41FB-BEA8-2D8208B2F408}"/>
          </ac:spMkLst>
        </pc:spChg>
        <pc:spChg chg="del">
          <ac:chgData name="Alexander Simon Thrysøe" userId="3f9b9528-1df8-4235-9262-8bdb6141b1d9" providerId="ADAL" clId="{210BC3D0-6D33-4731-A59B-369807834DD2}" dt="2025-11-17T02:47:46.106" v="393"/>
          <ac:spMkLst>
            <pc:docMk/>
            <pc:sldMk cId="1635377456" sldId="291"/>
            <ac:spMk id="1845" creationId="{22818065-B829-4338-B06E-B2FF32F2EE7D}"/>
          </ac:spMkLst>
        </pc:spChg>
        <pc:spChg chg="del">
          <ac:chgData name="Alexander Simon Thrysøe" userId="3f9b9528-1df8-4235-9262-8bdb6141b1d9" providerId="ADAL" clId="{210BC3D0-6D33-4731-A59B-369807834DD2}" dt="2025-11-17T02:47:46.106" v="394"/>
          <ac:spMkLst>
            <pc:docMk/>
            <pc:sldMk cId="1635377456" sldId="291"/>
            <ac:spMk id="1846" creationId="{A44C68C0-ECAB-49A1-AFFA-0437B705298C}"/>
          </ac:spMkLst>
        </pc:spChg>
        <pc:spChg chg="del">
          <ac:chgData name="Alexander Simon Thrysøe" userId="3f9b9528-1df8-4235-9262-8bdb6141b1d9" providerId="ADAL" clId="{210BC3D0-6D33-4731-A59B-369807834DD2}" dt="2025-11-17T02:47:46.106" v="395"/>
          <ac:spMkLst>
            <pc:docMk/>
            <pc:sldMk cId="1635377456" sldId="291"/>
            <ac:spMk id="1847" creationId="{EA358F19-5B6B-4FF0-BD79-3F2324347D43}"/>
          </ac:spMkLst>
        </pc:spChg>
        <pc:spChg chg="del">
          <ac:chgData name="Alexander Simon Thrysøe" userId="3f9b9528-1df8-4235-9262-8bdb6141b1d9" providerId="ADAL" clId="{210BC3D0-6D33-4731-A59B-369807834DD2}" dt="2025-11-17T02:47:46.106" v="396"/>
          <ac:spMkLst>
            <pc:docMk/>
            <pc:sldMk cId="1635377456" sldId="291"/>
            <ac:spMk id="1848" creationId="{B00DB1EA-5E48-4338-9C8D-6A62E73B3BC8}"/>
          </ac:spMkLst>
        </pc:spChg>
        <pc:spChg chg="del">
          <ac:chgData name="Alexander Simon Thrysøe" userId="3f9b9528-1df8-4235-9262-8bdb6141b1d9" providerId="ADAL" clId="{210BC3D0-6D33-4731-A59B-369807834DD2}" dt="2025-11-17T02:47:46.106" v="397"/>
          <ac:spMkLst>
            <pc:docMk/>
            <pc:sldMk cId="1635377456" sldId="291"/>
            <ac:spMk id="1849" creationId="{7EA5B041-D40E-4A7A-903C-5A9E7EAD713C}"/>
          </ac:spMkLst>
        </pc:spChg>
        <pc:spChg chg="del">
          <ac:chgData name="Alexander Simon Thrysøe" userId="3f9b9528-1df8-4235-9262-8bdb6141b1d9" providerId="ADAL" clId="{210BC3D0-6D33-4731-A59B-369807834DD2}" dt="2025-11-17T02:47:46.106" v="398"/>
          <ac:spMkLst>
            <pc:docMk/>
            <pc:sldMk cId="1635377456" sldId="291"/>
            <ac:spMk id="1850" creationId="{122A3C5F-FC0E-44C3-80AB-D765AECAA9BA}"/>
          </ac:spMkLst>
        </pc:spChg>
        <pc:spChg chg="del">
          <ac:chgData name="Alexander Simon Thrysøe" userId="3f9b9528-1df8-4235-9262-8bdb6141b1d9" providerId="ADAL" clId="{210BC3D0-6D33-4731-A59B-369807834DD2}" dt="2025-11-17T02:47:46.121" v="399"/>
          <ac:spMkLst>
            <pc:docMk/>
            <pc:sldMk cId="1635377456" sldId="291"/>
            <ac:spMk id="1851" creationId="{1592B6CD-D2A9-475C-B09B-BD0427A56B4E}"/>
          </ac:spMkLst>
        </pc:spChg>
        <pc:spChg chg="del">
          <ac:chgData name="Alexander Simon Thrysøe" userId="3f9b9528-1df8-4235-9262-8bdb6141b1d9" providerId="ADAL" clId="{210BC3D0-6D33-4731-A59B-369807834DD2}" dt="2025-11-17T02:47:46.121" v="400"/>
          <ac:spMkLst>
            <pc:docMk/>
            <pc:sldMk cId="1635377456" sldId="291"/>
            <ac:spMk id="1852" creationId="{E247CCBA-D68D-46A3-B588-B7B3E1454619}"/>
          </ac:spMkLst>
        </pc:spChg>
        <pc:spChg chg="del">
          <ac:chgData name="Alexander Simon Thrysøe" userId="3f9b9528-1df8-4235-9262-8bdb6141b1d9" providerId="ADAL" clId="{210BC3D0-6D33-4731-A59B-369807834DD2}" dt="2025-11-17T02:47:46.122" v="401"/>
          <ac:spMkLst>
            <pc:docMk/>
            <pc:sldMk cId="1635377456" sldId="291"/>
            <ac:spMk id="1853" creationId="{C2DFEEFC-5FDA-4C30-9950-66DC3E300E07}"/>
          </ac:spMkLst>
        </pc:spChg>
        <pc:spChg chg="del">
          <ac:chgData name="Alexander Simon Thrysøe" userId="3f9b9528-1df8-4235-9262-8bdb6141b1d9" providerId="ADAL" clId="{210BC3D0-6D33-4731-A59B-369807834DD2}" dt="2025-11-17T02:47:46.123" v="402"/>
          <ac:spMkLst>
            <pc:docMk/>
            <pc:sldMk cId="1635377456" sldId="291"/>
            <ac:spMk id="1854" creationId="{BF29BFC5-14C9-4E36-8293-F06CF4955E11}"/>
          </ac:spMkLst>
        </pc:spChg>
        <pc:spChg chg="del">
          <ac:chgData name="Alexander Simon Thrysøe" userId="3f9b9528-1df8-4235-9262-8bdb6141b1d9" providerId="ADAL" clId="{210BC3D0-6D33-4731-A59B-369807834DD2}" dt="2025-11-17T02:47:46.123" v="403"/>
          <ac:spMkLst>
            <pc:docMk/>
            <pc:sldMk cId="1635377456" sldId="291"/>
            <ac:spMk id="1855" creationId="{B314EC49-D93A-440C-8066-A6FAD7F4FA5A}"/>
          </ac:spMkLst>
        </pc:spChg>
        <pc:spChg chg="del">
          <ac:chgData name="Alexander Simon Thrysøe" userId="3f9b9528-1df8-4235-9262-8bdb6141b1d9" providerId="ADAL" clId="{210BC3D0-6D33-4731-A59B-369807834DD2}" dt="2025-11-17T02:47:46.124" v="404"/>
          <ac:spMkLst>
            <pc:docMk/>
            <pc:sldMk cId="1635377456" sldId="291"/>
            <ac:spMk id="1856" creationId="{9F760547-88CB-4A92-A86B-3BB16238FD58}"/>
          </ac:spMkLst>
        </pc:spChg>
        <pc:spChg chg="del">
          <ac:chgData name="Alexander Simon Thrysøe" userId="3f9b9528-1df8-4235-9262-8bdb6141b1d9" providerId="ADAL" clId="{210BC3D0-6D33-4731-A59B-369807834DD2}" dt="2025-11-17T02:47:46.125" v="405"/>
          <ac:spMkLst>
            <pc:docMk/>
            <pc:sldMk cId="1635377456" sldId="291"/>
            <ac:spMk id="1857" creationId="{A7EB5CA1-560B-47B1-BC27-6067B9D3D30E}"/>
          </ac:spMkLst>
        </pc:spChg>
        <pc:spChg chg="del">
          <ac:chgData name="Alexander Simon Thrysøe" userId="3f9b9528-1df8-4235-9262-8bdb6141b1d9" providerId="ADAL" clId="{210BC3D0-6D33-4731-A59B-369807834DD2}" dt="2025-11-17T02:47:46.125" v="406"/>
          <ac:spMkLst>
            <pc:docMk/>
            <pc:sldMk cId="1635377456" sldId="291"/>
            <ac:spMk id="1858" creationId="{5166C52A-0553-4953-9342-F836BCEB8A03}"/>
          </ac:spMkLst>
        </pc:spChg>
        <pc:spChg chg="del">
          <ac:chgData name="Alexander Simon Thrysøe" userId="3f9b9528-1df8-4235-9262-8bdb6141b1d9" providerId="ADAL" clId="{210BC3D0-6D33-4731-A59B-369807834DD2}" dt="2025-11-17T02:47:46.126" v="407"/>
          <ac:spMkLst>
            <pc:docMk/>
            <pc:sldMk cId="1635377456" sldId="291"/>
            <ac:spMk id="1859" creationId="{02928921-7921-4865-8DB7-CF6BA6910A98}"/>
          </ac:spMkLst>
        </pc:spChg>
        <pc:spChg chg="del">
          <ac:chgData name="Alexander Simon Thrysøe" userId="3f9b9528-1df8-4235-9262-8bdb6141b1d9" providerId="ADAL" clId="{210BC3D0-6D33-4731-A59B-369807834DD2}" dt="2025-11-17T02:47:46.126" v="408"/>
          <ac:spMkLst>
            <pc:docMk/>
            <pc:sldMk cId="1635377456" sldId="291"/>
            <ac:spMk id="1860" creationId="{DD232920-3028-402E-9045-8B2CF7383F09}"/>
          </ac:spMkLst>
        </pc:spChg>
        <pc:spChg chg="del">
          <ac:chgData name="Alexander Simon Thrysøe" userId="3f9b9528-1df8-4235-9262-8bdb6141b1d9" providerId="ADAL" clId="{210BC3D0-6D33-4731-A59B-369807834DD2}" dt="2025-11-17T02:47:46.127" v="409"/>
          <ac:spMkLst>
            <pc:docMk/>
            <pc:sldMk cId="1635377456" sldId="291"/>
            <ac:spMk id="1861" creationId="{90D42459-A2DC-45EB-946C-0961F52245BE}"/>
          </ac:spMkLst>
        </pc:spChg>
        <pc:spChg chg="del">
          <ac:chgData name="Alexander Simon Thrysøe" userId="3f9b9528-1df8-4235-9262-8bdb6141b1d9" providerId="ADAL" clId="{210BC3D0-6D33-4731-A59B-369807834DD2}" dt="2025-11-17T02:47:46.127" v="410"/>
          <ac:spMkLst>
            <pc:docMk/>
            <pc:sldMk cId="1635377456" sldId="291"/>
            <ac:spMk id="1862" creationId="{C39BA2B3-C992-430C-8334-60C1B6B9800E}"/>
          </ac:spMkLst>
        </pc:spChg>
        <pc:spChg chg="del">
          <ac:chgData name="Alexander Simon Thrysøe" userId="3f9b9528-1df8-4235-9262-8bdb6141b1d9" providerId="ADAL" clId="{210BC3D0-6D33-4731-A59B-369807834DD2}" dt="2025-11-17T02:47:46.128" v="411"/>
          <ac:spMkLst>
            <pc:docMk/>
            <pc:sldMk cId="1635377456" sldId="291"/>
            <ac:spMk id="1863" creationId="{4AD787A5-63B2-46EB-AF76-CAB211CBB513}"/>
          </ac:spMkLst>
        </pc:spChg>
        <pc:spChg chg="del">
          <ac:chgData name="Alexander Simon Thrysøe" userId="3f9b9528-1df8-4235-9262-8bdb6141b1d9" providerId="ADAL" clId="{210BC3D0-6D33-4731-A59B-369807834DD2}" dt="2025-11-17T02:47:46.129" v="412"/>
          <ac:spMkLst>
            <pc:docMk/>
            <pc:sldMk cId="1635377456" sldId="291"/>
            <ac:spMk id="1864" creationId="{F958972E-947F-42E5-9064-1D94D2A785A3}"/>
          </ac:spMkLst>
        </pc:spChg>
        <pc:spChg chg="del">
          <ac:chgData name="Alexander Simon Thrysøe" userId="3f9b9528-1df8-4235-9262-8bdb6141b1d9" providerId="ADAL" clId="{210BC3D0-6D33-4731-A59B-369807834DD2}" dt="2025-11-17T02:47:46.129" v="413"/>
          <ac:spMkLst>
            <pc:docMk/>
            <pc:sldMk cId="1635377456" sldId="291"/>
            <ac:spMk id="1865" creationId="{7EFA7435-EEAC-416E-84CE-0A35598E0823}"/>
          </ac:spMkLst>
        </pc:spChg>
        <pc:spChg chg="del">
          <ac:chgData name="Alexander Simon Thrysøe" userId="3f9b9528-1df8-4235-9262-8bdb6141b1d9" providerId="ADAL" clId="{210BC3D0-6D33-4731-A59B-369807834DD2}" dt="2025-11-17T02:47:46.130" v="414"/>
          <ac:spMkLst>
            <pc:docMk/>
            <pc:sldMk cId="1635377456" sldId="291"/>
            <ac:spMk id="1866" creationId="{03354BA5-84D8-475D-B990-0B6455627BBC}"/>
          </ac:spMkLst>
        </pc:spChg>
        <pc:spChg chg="del">
          <ac:chgData name="Alexander Simon Thrysøe" userId="3f9b9528-1df8-4235-9262-8bdb6141b1d9" providerId="ADAL" clId="{210BC3D0-6D33-4731-A59B-369807834DD2}" dt="2025-11-17T02:47:46.130" v="415"/>
          <ac:spMkLst>
            <pc:docMk/>
            <pc:sldMk cId="1635377456" sldId="291"/>
            <ac:spMk id="1867" creationId="{853D8620-08EC-4680-9870-9F1611A2B0FD}"/>
          </ac:spMkLst>
        </pc:spChg>
        <pc:spChg chg="del">
          <ac:chgData name="Alexander Simon Thrysøe" userId="3f9b9528-1df8-4235-9262-8bdb6141b1d9" providerId="ADAL" clId="{210BC3D0-6D33-4731-A59B-369807834DD2}" dt="2025-11-17T02:47:46.131" v="416"/>
          <ac:spMkLst>
            <pc:docMk/>
            <pc:sldMk cId="1635377456" sldId="291"/>
            <ac:spMk id="1868" creationId="{6D73D4ED-84C5-44EF-98A8-3B74E97C77D8}"/>
          </ac:spMkLst>
        </pc:spChg>
        <pc:spChg chg="del">
          <ac:chgData name="Alexander Simon Thrysøe" userId="3f9b9528-1df8-4235-9262-8bdb6141b1d9" providerId="ADAL" clId="{210BC3D0-6D33-4731-A59B-369807834DD2}" dt="2025-11-17T02:47:46.132" v="417"/>
          <ac:spMkLst>
            <pc:docMk/>
            <pc:sldMk cId="1635377456" sldId="291"/>
            <ac:spMk id="1869" creationId="{AB7B4290-105C-4EFA-A060-19D19F907337}"/>
          </ac:spMkLst>
        </pc:spChg>
        <pc:spChg chg="del">
          <ac:chgData name="Alexander Simon Thrysøe" userId="3f9b9528-1df8-4235-9262-8bdb6141b1d9" providerId="ADAL" clId="{210BC3D0-6D33-4731-A59B-369807834DD2}" dt="2025-11-17T02:47:46.133" v="418"/>
          <ac:spMkLst>
            <pc:docMk/>
            <pc:sldMk cId="1635377456" sldId="291"/>
            <ac:spMk id="1870" creationId="{BA038627-1B6E-4041-94DB-C6C028B775A2}"/>
          </ac:spMkLst>
        </pc:spChg>
        <pc:spChg chg="del">
          <ac:chgData name="Alexander Simon Thrysøe" userId="3f9b9528-1df8-4235-9262-8bdb6141b1d9" providerId="ADAL" clId="{210BC3D0-6D33-4731-A59B-369807834DD2}" dt="2025-11-17T02:47:46.133" v="419"/>
          <ac:spMkLst>
            <pc:docMk/>
            <pc:sldMk cId="1635377456" sldId="291"/>
            <ac:spMk id="1871" creationId="{9C6BAC74-184E-498E-8F9D-B393A54C0723}"/>
          </ac:spMkLst>
        </pc:spChg>
        <pc:spChg chg="del">
          <ac:chgData name="Alexander Simon Thrysøe" userId="3f9b9528-1df8-4235-9262-8bdb6141b1d9" providerId="ADAL" clId="{210BC3D0-6D33-4731-A59B-369807834DD2}" dt="2025-11-17T02:47:46.134" v="420"/>
          <ac:spMkLst>
            <pc:docMk/>
            <pc:sldMk cId="1635377456" sldId="291"/>
            <ac:spMk id="1872" creationId="{6B5596A4-9864-469D-AFF5-8F97C9F0F760}"/>
          </ac:spMkLst>
        </pc:spChg>
        <pc:spChg chg="del">
          <ac:chgData name="Alexander Simon Thrysøe" userId="3f9b9528-1df8-4235-9262-8bdb6141b1d9" providerId="ADAL" clId="{210BC3D0-6D33-4731-A59B-369807834DD2}" dt="2025-11-17T02:47:46.134" v="421"/>
          <ac:spMkLst>
            <pc:docMk/>
            <pc:sldMk cId="1635377456" sldId="291"/>
            <ac:spMk id="1873" creationId="{F1396217-5D28-4BB2-9D12-222CAC835DB3}"/>
          </ac:spMkLst>
        </pc:spChg>
        <pc:spChg chg="del">
          <ac:chgData name="Alexander Simon Thrysøe" userId="3f9b9528-1df8-4235-9262-8bdb6141b1d9" providerId="ADAL" clId="{210BC3D0-6D33-4731-A59B-369807834DD2}" dt="2025-11-17T02:47:46.135" v="422"/>
          <ac:spMkLst>
            <pc:docMk/>
            <pc:sldMk cId="1635377456" sldId="291"/>
            <ac:spMk id="1874" creationId="{172FF53D-32E9-4954-89F9-E717DB5A7C04}"/>
          </ac:spMkLst>
        </pc:spChg>
        <pc:spChg chg="del">
          <ac:chgData name="Alexander Simon Thrysøe" userId="3f9b9528-1df8-4235-9262-8bdb6141b1d9" providerId="ADAL" clId="{210BC3D0-6D33-4731-A59B-369807834DD2}" dt="2025-11-17T02:47:46.136" v="423"/>
          <ac:spMkLst>
            <pc:docMk/>
            <pc:sldMk cId="1635377456" sldId="291"/>
            <ac:spMk id="1875" creationId="{FFB8F1D6-785D-4FEA-8FDB-CAF063731DD0}"/>
          </ac:spMkLst>
        </pc:spChg>
        <pc:spChg chg="del">
          <ac:chgData name="Alexander Simon Thrysøe" userId="3f9b9528-1df8-4235-9262-8bdb6141b1d9" providerId="ADAL" clId="{210BC3D0-6D33-4731-A59B-369807834DD2}" dt="2025-11-17T02:47:46.137" v="424"/>
          <ac:spMkLst>
            <pc:docMk/>
            <pc:sldMk cId="1635377456" sldId="291"/>
            <ac:spMk id="1876" creationId="{DB757264-1547-42A4-8D2D-6E666A876AF4}"/>
          </ac:spMkLst>
        </pc:spChg>
        <pc:spChg chg="del">
          <ac:chgData name="Alexander Simon Thrysøe" userId="3f9b9528-1df8-4235-9262-8bdb6141b1d9" providerId="ADAL" clId="{210BC3D0-6D33-4731-A59B-369807834DD2}" dt="2025-11-17T02:47:46.139" v="425"/>
          <ac:spMkLst>
            <pc:docMk/>
            <pc:sldMk cId="1635377456" sldId="291"/>
            <ac:spMk id="1877" creationId="{A582C91B-2AF9-464F-9803-20DDD4E336BA}"/>
          </ac:spMkLst>
        </pc:spChg>
        <pc:spChg chg="del">
          <ac:chgData name="Alexander Simon Thrysøe" userId="3f9b9528-1df8-4235-9262-8bdb6141b1d9" providerId="ADAL" clId="{210BC3D0-6D33-4731-A59B-369807834DD2}" dt="2025-11-17T02:47:46.140" v="426"/>
          <ac:spMkLst>
            <pc:docMk/>
            <pc:sldMk cId="1635377456" sldId="291"/>
            <ac:spMk id="1878" creationId="{87689E7A-3633-440A-806E-95AA2C9D60BD}"/>
          </ac:spMkLst>
        </pc:spChg>
        <pc:spChg chg="del">
          <ac:chgData name="Alexander Simon Thrysøe" userId="3f9b9528-1df8-4235-9262-8bdb6141b1d9" providerId="ADAL" clId="{210BC3D0-6D33-4731-A59B-369807834DD2}" dt="2025-11-17T02:47:46.141" v="427"/>
          <ac:spMkLst>
            <pc:docMk/>
            <pc:sldMk cId="1635377456" sldId="291"/>
            <ac:spMk id="1879" creationId="{CE1CBE38-34D3-49D7-9CEF-F91930EECE83}"/>
          </ac:spMkLst>
        </pc:spChg>
        <pc:spChg chg="del">
          <ac:chgData name="Alexander Simon Thrysøe" userId="3f9b9528-1df8-4235-9262-8bdb6141b1d9" providerId="ADAL" clId="{210BC3D0-6D33-4731-A59B-369807834DD2}" dt="2025-11-17T02:47:46.142" v="428"/>
          <ac:spMkLst>
            <pc:docMk/>
            <pc:sldMk cId="1635377456" sldId="291"/>
            <ac:spMk id="1880" creationId="{A3B62737-A4B4-4C01-B5C2-A89F3BEF3B7F}"/>
          </ac:spMkLst>
        </pc:spChg>
        <pc:spChg chg="del">
          <ac:chgData name="Alexander Simon Thrysøe" userId="3f9b9528-1df8-4235-9262-8bdb6141b1d9" providerId="ADAL" clId="{210BC3D0-6D33-4731-A59B-369807834DD2}" dt="2025-11-17T02:47:46.143" v="429"/>
          <ac:spMkLst>
            <pc:docMk/>
            <pc:sldMk cId="1635377456" sldId="291"/>
            <ac:spMk id="1881" creationId="{BDE8A128-E292-4C37-A8FE-0405712BB921}"/>
          </ac:spMkLst>
        </pc:spChg>
        <pc:spChg chg="del">
          <ac:chgData name="Alexander Simon Thrysøe" userId="3f9b9528-1df8-4235-9262-8bdb6141b1d9" providerId="ADAL" clId="{210BC3D0-6D33-4731-A59B-369807834DD2}" dt="2025-11-17T02:47:46.143" v="430"/>
          <ac:spMkLst>
            <pc:docMk/>
            <pc:sldMk cId="1635377456" sldId="291"/>
            <ac:spMk id="1882" creationId="{6FA412A9-229F-4FBA-8F09-B653ED23932B}"/>
          </ac:spMkLst>
        </pc:spChg>
        <pc:spChg chg="del">
          <ac:chgData name="Alexander Simon Thrysøe" userId="3f9b9528-1df8-4235-9262-8bdb6141b1d9" providerId="ADAL" clId="{210BC3D0-6D33-4731-A59B-369807834DD2}" dt="2025-11-17T02:47:46.144" v="431"/>
          <ac:spMkLst>
            <pc:docMk/>
            <pc:sldMk cId="1635377456" sldId="291"/>
            <ac:spMk id="1883" creationId="{33B99707-40C4-4997-A5F5-F64E79595DCA}"/>
          </ac:spMkLst>
        </pc:spChg>
        <pc:spChg chg="del">
          <ac:chgData name="Alexander Simon Thrysøe" userId="3f9b9528-1df8-4235-9262-8bdb6141b1d9" providerId="ADAL" clId="{210BC3D0-6D33-4731-A59B-369807834DD2}" dt="2025-11-17T02:47:46.146" v="432"/>
          <ac:spMkLst>
            <pc:docMk/>
            <pc:sldMk cId="1635377456" sldId="291"/>
            <ac:spMk id="1884" creationId="{B7EB25EC-83B3-4EDF-A39E-BF98F3CF69F4}"/>
          </ac:spMkLst>
        </pc:spChg>
        <pc:spChg chg="del">
          <ac:chgData name="Alexander Simon Thrysøe" userId="3f9b9528-1df8-4235-9262-8bdb6141b1d9" providerId="ADAL" clId="{210BC3D0-6D33-4731-A59B-369807834DD2}" dt="2025-11-17T02:47:46.147" v="433"/>
          <ac:spMkLst>
            <pc:docMk/>
            <pc:sldMk cId="1635377456" sldId="291"/>
            <ac:spMk id="1885" creationId="{19C136CA-AC7F-43E2-A730-18B3868FBCC4}"/>
          </ac:spMkLst>
        </pc:spChg>
        <pc:spChg chg="del">
          <ac:chgData name="Alexander Simon Thrysøe" userId="3f9b9528-1df8-4235-9262-8bdb6141b1d9" providerId="ADAL" clId="{210BC3D0-6D33-4731-A59B-369807834DD2}" dt="2025-11-17T02:47:46.148" v="434"/>
          <ac:spMkLst>
            <pc:docMk/>
            <pc:sldMk cId="1635377456" sldId="291"/>
            <ac:spMk id="1886" creationId="{E83D62B6-F879-4C0A-9F63-C6D279ECBA46}"/>
          </ac:spMkLst>
        </pc:spChg>
        <pc:spChg chg="del">
          <ac:chgData name="Alexander Simon Thrysøe" userId="3f9b9528-1df8-4235-9262-8bdb6141b1d9" providerId="ADAL" clId="{210BC3D0-6D33-4731-A59B-369807834DD2}" dt="2025-11-17T02:47:46.149" v="435"/>
          <ac:spMkLst>
            <pc:docMk/>
            <pc:sldMk cId="1635377456" sldId="291"/>
            <ac:spMk id="1887" creationId="{2594C840-FA27-40AA-9ABE-FD8463113B90}"/>
          </ac:spMkLst>
        </pc:spChg>
        <pc:spChg chg="del">
          <ac:chgData name="Alexander Simon Thrysøe" userId="3f9b9528-1df8-4235-9262-8bdb6141b1d9" providerId="ADAL" clId="{210BC3D0-6D33-4731-A59B-369807834DD2}" dt="2025-11-17T02:47:46.150" v="436"/>
          <ac:spMkLst>
            <pc:docMk/>
            <pc:sldMk cId="1635377456" sldId="291"/>
            <ac:spMk id="1888" creationId="{E2ECF8AD-D081-47E5-BCF1-DA0FFC288524}"/>
          </ac:spMkLst>
        </pc:spChg>
        <pc:spChg chg="del">
          <ac:chgData name="Alexander Simon Thrysøe" userId="3f9b9528-1df8-4235-9262-8bdb6141b1d9" providerId="ADAL" clId="{210BC3D0-6D33-4731-A59B-369807834DD2}" dt="2025-11-17T02:47:46.152" v="437"/>
          <ac:spMkLst>
            <pc:docMk/>
            <pc:sldMk cId="1635377456" sldId="291"/>
            <ac:spMk id="1889" creationId="{5D2720BA-1053-4C78-B2B9-4E84525F2F11}"/>
          </ac:spMkLst>
        </pc:spChg>
        <pc:spChg chg="del">
          <ac:chgData name="Alexander Simon Thrysøe" userId="3f9b9528-1df8-4235-9262-8bdb6141b1d9" providerId="ADAL" clId="{210BC3D0-6D33-4731-A59B-369807834DD2}" dt="2025-11-17T02:47:46.153" v="438"/>
          <ac:spMkLst>
            <pc:docMk/>
            <pc:sldMk cId="1635377456" sldId="291"/>
            <ac:spMk id="1890" creationId="{B1B277D7-A591-405E-B167-66BC9A0A3156}"/>
          </ac:spMkLst>
        </pc:spChg>
        <pc:spChg chg="del">
          <ac:chgData name="Alexander Simon Thrysøe" userId="3f9b9528-1df8-4235-9262-8bdb6141b1d9" providerId="ADAL" clId="{210BC3D0-6D33-4731-A59B-369807834DD2}" dt="2025-11-17T02:47:46.154" v="439"/>
          <ac:spMkLst>
            <pc:docMk/>
            <pc:sldMk cId="1635377456" sldId="291"/>
            <ac:spMk id="1891" creationId="{0329F3E9-AB47-4FBD-B47B-58168445828C}"/>
          </ac:spMkLst>
        </pc:spChg>
        <pc:spChg chg="del">
          <ac:chgData name="Alexander Simon Thrysøe" userId="3f9b9528-1df8-4235-9262-8bdb6141b1d9" providerId="ADAL" clId="{210BC3D0-6D33-4731-A59B-369807834DD2}" dt="2025-11-17T02:47:46.156" v="440"/>
          <ac:spMkLst>
            <pc:docMk/>
            <pc:sldMk cId="1635377456" sldId="291"/>
            <ac:spMk id="1892" creationId="{3F38B017-4D4E-41E0-8045-858F51B1DCA5}"/>
          </ac:spMkLst>
        </pc:spChg>
        <pc:spChg chg="del">
          <ac:chgData name="Alexander Simon Thrysøe" userId="3f9b9528-1df8-4235-9262-8bdb6141b1d9" providerId="ADAL" clId="{210BC3D0-6D33-4731-A59B-369807834DD2}" dt="2025-11-17T02:47:46.157" v="441"/>
          <ac:spMkLst>
            <pc:docMk/>
            <pc:sldMk cId="1635377456" sldId="291"/>
            <ac:spMk id="1893" creationId="{2E5E5D3D-AC96-4FAC-B9E8-5C521339B69C}"/>
          </ac:spMkLst>
        </pc:spChg>
        <pc:spChg chg="del">
          <ac:chgData name="Alexander Simon Thrysøe" userId="3f9b9528-1df8-4235-9262-8bdb6141b1d9" providerId="ADAL" clId="{210BC3D0-6D33-4731-A59B-369807834DD2}" dt="2025-11-17T02:47:46.159" v="442"/>
          <ac:spMkLst>
            <pc:docMk/>
            <pc:sldMk cId="1635377456" sldId="291"/>
            <ac:spMk id="1894" creationId="{C8887572-16ED-44D7-806E-E7DD5CB1EBA8}"/>
          </ac:spMkLst>
        </pc:spChg>
        <pc:spChg chg="del">
          <ac:chgData name="Alexander Simon Thrysøe" userId="3f9b9528-1df8-4235-9262-8bdb6141b1d9" providerId="ADAL" clId="{210BC3D0-6D33-4731-A59B-369807834DD2}" dt="2025-11-17T02:47:46.160" v="443"/>
          <ac:spMkLst>
            <pc:docMk/>
            <pc:sldMk cId="1635377456" sldId="291"/>
            <ac:spMk id="1895" creationId="{75664DE5-0404-4F32-BBCA-44993F64DBAA}"/>
          </ac:spMkLst>
        </pc:spChg>
        <pc:spChg chg="del">
          <ac:chgData name="Alexander Simon Thrysøe" userId="3f9b9528-1df8-4235-9262-8bdb6141b1d9" providerId="ADAL" clId="{210BC3D0-6D33-4731-A59B-369807834DD2}" dt="2025-11-17T02:47:46.161" v="444"/>
          <ac:spMkLst>
            <pc:docMk/>
            <pc:sldMk cId="1635377456" sldId="291"/>
            <ac:spMk id="1896" creationId="{C1C2CE97-8BAA-46C0-87AD-FB17031C6F53}"/>
          </ac:spMkLst>
        </pc:spChg>
        <pc:spChg chg="del">
          <ac:chgData name="Alexander Simon Thrysøe" userId="3f9b9528-1df8-4235-9262-8bdb6141b1d9" providerId="ADAL" clId="{210BC3D0-6D33-4731-A59B-369807834DD2}" dt="2025-11-17T02:47:46.162" v="445"/>
          <ac:spMkLst>
            <pc:docMk/>
            <pc:sldMk cId="1635377456" sldId="291"/>
            <ac:spMk id="1897" creationId="{B8418375-748F-4280-AEA4-9F7A786071D9}"/>
          </ac:spMkLst>
        </pc:spChg>
        <pc:spChg chg="del">
          <ac:chgData name="Alexander Simon Thrysøe" userId="3f9b9528-1df8-4235-9262-8bdb6141b1d9" providerId="ADAL" clId="{210BC3D0-6D33-4731-A59B-369807834DD2}" dt="2025-11-17T02:47:46.164" v="446"/>
          <ac:spMkLst>
            <pc:docMk/>
            <pc:sldMk cId="1635377456" sldId="291"/>
            <ac:spMk id="1898" creationId="{FC5B295D-1E25-49A3-9A20-6C99A130E173}"/>
          </ac:spMkLst>
        </pc:spChg>
        <pc:spChg chg="del">
          <ac:chgData name="Alexander Simon Thrysøe" userId="3f9b9528-1df8-4235-9262-8bdb6141b1d9" providerId="ADAL" clId="{210BC3D0-6D33-4731-A59B-369807834DD2}" dt="2025-11-17T02:47:46.165" v="447"/>
          <ac:spMkLst>
            <pc:docMk/>
            <pc:sldMk cId="1635377456" sldId="291"/>
            <ac:spMk id="1899" creationId="{941B9045-64C7-41A9-BFE0-BA878817F88A}"/>
          </ac:spMkLst>
        </pc:spChg>
        <pc:spChg chg="del">
          <ac:chgData name="Alexander Simon Thrysøe" userId="3f9b9528-1df8-4235-9262-8bdb6141b1d9" providerId="ADAL" clId="{210BC3D0-6D33-4731-A59B-369807834DD2}" dt="2025-11-17T02:47:46.166" v="448"/>
          <ac:spMkLst>
            <pc:docMk/>
            <pc:sldMk cId="1635377456" sldId="291"/>
            <ac:spMk id="1900" creationId="{0DDE4066-F9C6-463C-B805-7E6EAACAD077}"/>
          </ac:spMkLst>
        </pc:spChg>
        <pc:spChg chg="del">
          <ac:chgData name="Alexander Simon Thrysøe" userId="3f9b9528-1df8-4235-9262-8bdb6141b1d9" providerId="ADAL" clId="{210BC3D0-6D33-4731-A59B-369807834DD2}" dt="2025-11-17T02:47:46.167" v="449"/>
          <ac:spMkLst>
            <pc:docMk/>
            <pc:sldMk cId="1635377456" sldId="291"/>
            <ac:spMk id="1901" creationId="{269A1DE8-63BD-4995-9B13-87CE8DF36C38}"/>
          </ac:spMkLst>
        </pc:spChg>
        <pc:spChg chg="del">
          <ac:chgData name="Alexander Simon Thrysøe" userId="3f9b9528-1df8-4235-9262-8bdb6141b1d9" providerId="ADAL" clId="{210BC3D0-6D33-4731-A59B-369807834DD2}" dt="2025-11-17T02:47:46.168" v="450"/>
          <ac:spMkLst>
            <pc:docMk/>
            <pc:sldMk cId="1635377456" sldId="291"/>
            <ac:spMk id="1902" creationId="{F6046681-594F-4C1E-8EBE-3B48D8E94F29}"/>
          </ac:spMkLst>
        </pc:spChg>
        <pc:spChg chg="del">
          <ac:chgData name="Alexander Simon Thrysøe" userId="3f9b9528-1df8-4235-9262-8bdb6141b1d9" providerId="ADAL" clId="{210BC3D0-6D33-4731-A59B-369807834DD2}" dt="2025-11-17T02:47:46.170" v="451"/>
          <ac:spMkLst>
            <pc:docMk/>
            <pc:sldMk cId="1635377456" sldId="291"/>
            <ac:spMk id="1903" creationId="{C0EBC88D-7076-4487-9A49-01FCAA29F057}"/>
          </ac:spMkLst>
        </pc:spChg>
        <pc:spChg chg="del">
          <ac:chgData name="Alexander Simon Thrysøe" userId="3f9b9528-1df8-4235-9262-8bdb6141b1d9" providerId="ADAL" clId="{210BC3D0-6D33-4731-A59B-369807834DD2}" dt="2025-11-17T02:47:46.171" v="452"/>
          <ac:spMkLst>
            <pc:docMk/>
            <pc:sldMk cId="1635377456" sldId="291"/>
            <ac:spMk id="1904" creationId="{AE27122C-B81B-4290-A1A1-7FAA6843D089}"/>
          </ac:spMkLst>
        </pc:spChg>
        <pc:spChg chg="del">
          <ac:chgData name="Alexander Simon Thrysøe" userId="3f9b9528-1df8-4235-9262-8bdb6141b1d9" providerId="ADAL" clId="{210BC3D0-6D33-4731-A59B-369807834DD2}" dt="2025-11-17T02:47:46.173" v="453"/>
          <ac:spMkLst>
            <pc:docMk/>
            <pc:sldMk cId="1635377456" sldId="291"/>
            <ac:spMk id="1905" creationId="{1F0CBFBA-D078-49F9-9766-6F22B185FAD1}"/>
          </ac:spMkLst>
        </pc:spChg>
        <pc:spChg chg="del">
          <ac:chgData name="Alexander Simon Thrysøe" userId="3f9b9528-1df8-4235-9262-8bdb6141b1d9" providerId="ADAL" clId="{210BC3D0-6D33-4731-A59B-369807834DD2}" dt="2025-11-17T02:47:46.174" v="454"/>
          <ac:spMkLst>
            <pc:docMk/>
            <pc:sldMk cId="1635377456" sldId="291"/>
            <ac:spMk id="1906" creationId="{AB43D304-ABA5-41A7-96A3-E9F3977F1C25}"/>
          </ac:spMkLst>
        </pc:spChg>
        <pc:spChg chg="del">
          <ac:chgData name="Alexander Simon Thrysøe" userId="3f9b9528-1df8-4235-9262-8bdb6141b1d9" providerId="ADAL" clId="{210BC3D0-6D33-4731-A59B-369807834DD2}" dt="2025-11-17T02:47:46.175" v="455"/>
          <ac:spMkLst>
            <pc:docMk/>
            <pc:sldMk cId="1635377456" sldId="291"/>
            <ac:spMk id="1907" creationId="{DA001809-0B1F-4AB2-8802-242C1AAC7400}"/>
          </ac:spMkLst>
        </pc:spChg>
        <pc:spChg chg="del">
          <ac:chgData name="Alexander Simon Thrysøe" userId="3f9b9528-1df8-4235-9262-8bdb6141b1d9" providerId="ADAL" clId="{210BC3D0-6D33-4731-A59B-369807834DD2}" dt="2025-11-17T02:47:46.176" v="456"/>
          <ac:spMkLst>
            <pc:docMk/>
            <pc:sldMk cId="1635377456" sldId="291"/>
            <ac:spMk id="1908" creationId="{C33ED9FB-726E-4FA1-A3DA-89D19A9A82F8}"/>
          </ac:spMkLst>
        </pc:spChg>
        <pc:spChg chg="del">
          <ac:chgData name="Alexander Simon Thrysøe" userId="3f9b9528-1df8-4235-9262-8bdb6141b1d9" providerId="ADAL" clId="{210BC3D0-6D33-4731-A59B-369807834DD2}" dt="2025-11-17T02:47:46.177" v="457"/>
          <ac:spMkLst>
            <pc:docMk/>
            <pc:sldMk cId="1635377456" sldId="291"/>
            <ac:spMk id="1909" creationId="{A81F1536-0615-4CDB-98F3-0210545FBCE3}"/>
          </ac:spMkLst>
        </pc:spChg>
        <pc:spChg chg="del">
          <ac:chgData name="Alexander Simon Thrysøe" userId="3f9b9528-1df8-4235-9262-8bdb6141b1d9" providerId="ADAL" clId="{210BC3D0-6D33-4731-A59B-369807834DD2}" dt="2025-11-17T02:47:46.179" v="458"/>
          <ac:spMkLst>
            <pc:docMk/>
            <pc:sldMk cId="1635377456" sldId="291"/>
            <ac:spMk id="1910" creationId="{93DF6F9D-5250-402B-BA6E-D992689248C0}"/>
          </ac:spMkLst>
        </pc:spChg>
        <pc:spChg chg="del">
          <ac:chgData name="Alexander Simon Thrysøe" userId="3f9b9528-1df8-4235-9262-8bdb6141b1d9" providerId="ADAL" clId="{210BC3D0-6D33-4731-A59B-369807834DD2}" dt="2025-11-17T02:47:46.180" v="459"/>
          <ac:spMkLst>
            <pc:docMk/>
            <pc:sldMk cId="1635377456" sldId="291"/>
            <ac:spMk id="1911" creationId="{8283262A-5893-44E1-885E-54929F613BE4}"/>
          </ac:spMkLst>
        </pc:spChg>
        <pc:spChg chg="del">
          <ac:chgData name="Alexander Simon Thrysøe" userId="3f9b9528-1df8-4235-9262-8bdb6141b1d9" providerId="ADAL" clId="{210BC3D0-6D33-4731-A59B-369807834DD2}" dt="2025-11-17T02:47:46.182" v="460"/>
          <ac:spMkLst>
            <pc:docMk/>
            <pc:sldMk cId="1635377456" sldId="291"/>
            <ac:spMk id="1912" creationId="{1E6FE05B-6FFF-4472-9993-6F01D568D15A}"/>
          </ac:spMkLst>
        </pc:spChg>
        <pc:spChg chg="del">
          <ac:chgData name="Alexander Simon Thrysøe" userId="3f9b9528-1df8-4235-9262-8bdb6141b1d9" providerId="ADAL" clId="{210BC3D0-6D33-4731-A59B-369807834DD2}" dt="2025-11-17T02:47:46.183" v="461"/>
          <ac:spMkLst>
            <pc:docMk/>
            <pc:sldMk cId="1635377456" sldId="291"/>
            <ac:spMk id="1913" creationId="{322CE6CE-8F5A-48BA-9E18-6F82C53A21D7}"/>
          </ac:spMkLst>
        </pc:spChg>
        <pc:spChg chg="del">
          <ac:chgData name="Alexander Simon Thrysøe" userId="3f9b9528-1df8-4235-9262-8bdb6141b1d9" providerId="ADAL" clId="{210BC3D0-6D33-4731-A59B-369807834DD2}" dt="2025-11-17T02:47:46.183" v="462"/>
          <ac:spMkLst>
            <pc:docMk/>
            <pc:sldMk cId="1635377456" sldId="291"/>
            <ac:spMk id="1914" creationId="{DAA930FF-3AA0-449B-92F5-29C181BB516C}"/>
          </ac:spMkLst>
        </pc:spChg>
        <pc:spChg chg="del">
          <ac:chgData name="Alexander Simon Thrysøe" userId="3f9b9528-1df8-4235-9262-8bdb6141b1d9" providerId="ADAL" clId="{210BC3D0-6D33-4731-A59B-369807834DD2}" dt="2025-11-17T02:47:46.184" v="463"/>
          <ac:spMkLst>
            <pc:docMk/>
            <pc:sldMk cId="1635377456" sldId="291"/>
            <ac:spMk id="1915" creationId="{191A5DC2-6A76-484C-99C7-DF90FB0CB51E}"/>
          </ac:spMkLst>
        </pc:spChg>
        <pc:spChg chg="del">
          <ac:chgData name="Alexander Simon Thrysøe" userId="3f9b9528-1df8-4235-9262-8bdb6141b1d9" providerId="ADAL" clId="{210BC3D0-6D33-4731-A59B-369807834DD2}" dt="2025-11-17T02:47:46.185" v="464"/>
          <ac:spMkLst>
            <pc:docMk/>
            <pc:sldMk cId="1635377456" sldId="291"/>
            <ac:spMk id="1916" creationId="{BA3E6D3A-D1D1-48B2-BECA-002C0D1E66DD}"/>
          </ac:spMkLst>
        </pc:spChg>
        <pc:spChg chg="del">
          <ac:chgData name="Alexander Simon Thrysøe" userId="3f9b9528-1df8-4235-9262-8bdb6141b1d9" providerId="ADAL" clId="{210BC3D0-6D33-4731-A59B-369807834DD2}" dt="2025-11-17T02:47:46.186" v="465"/>
          <ac:spMkLst>
            <pc:docMk/>
            <pc:sldMk cId="1635377456" sldId="291"/>
            <ac:spMk id="1917" creationId="{EBFD0DB3-818A-4F9E-8E2A-FD918EB069A4}"/>
          </ac:spMkLst>
        </pc:spChg>
        <pc:spChg chg="del">
          <ac:chgData name="Alexander Simon Thrysøe" userId="3f9b9528-1df8-4235-9262-8bdb6141b1d9" providerId="ADAL" clId="{210BC3D0-6D33-4731-A59B-369807834DD2}" dt="2025-11-17T02:47:46.188" v="466"/>
          <ac:spMkLst>
            <pc:docMk/>
            <pc:sldMk cId="1635377456" sldId="291"/>
            <ac:spMk id="1918" creationId="{06113D4E-38D6-492D-92E0-D9ABA5ABDEA8}"/>
          </ac:spMkLst>
        </pc:spChg>
        <pc:spChg chg="del">
          <ac:chgData name="Alexander Simon Thrysøe" userId="3f9b9528-1df8-4235-9262-8bdb6141b1d9" providerId="ADAL" clId="{210BC3D0-6D33-4731-A59B-369807834DD2}" dt="2025-11-17T02:47:46.189" v="467"/>
          <ac:spMkLst>
            <pc:docMk/>
            <pc:sldMk cId="1635377456" sldId="291"/>
            <ac:spMk id="1919" creationId="{756E5DB4-FF74-48F4-A412-082B5EC069E9}"/>
          </ac:spMkLst>
        </pc:spChg>
        <pc:spChg chg="del">
          <ac:chgData name="Alexander Simon Thrysøe" userId="3f9b9528-1df8-4235-9262-8bdb6141b1d9" providerId="ADAL" clId="{210BC3D0-6D33-4731-A59B-369807834DD2}" dt="2025-11-17T02:47:46.190" v="468"/>
          <ac:spMkLst>
            <pc:docMk/>
            <pc:sldMk cId="1635377456" sldId="291"/>
            <ac:spMk id="1920" creationId="{D135873F-62C0-480F-8EE8-62EFF613058B}"/>
          </ac:spMkLst>
        </pc:spChg>
        <pc:spChg chg="del">
          <ac:chgData name="Alexander Simon Thrysøe" userId="3f9b9528-1df8-4235-9262-8bdb6141b1d9" providerId="ADAL" clId="{210BC3D0-6D33-4731-A59B-369807834DD2}" dt="2025-11-17T02:47:46.191" v="469"/>
          <ac:spMkLst>
            <pc:docMk/>
            <pc:sldMk cId="1635377456" sldId="291"/>
            <ac:spMk id="1921" creationId="{8E1AD311-0B2D-46F1-8A1A-F09DC3453122}"/>
          </ac:spMkLst>
        </pc:spChg>
        <pc:spChg chg="del">
          <ac:chgData name="Alexander Simon Thrysøe" userId="3f9b9528-1df8-4235-9262-8bdb6141b1d9" providerId="ADAL" clId="{210BC3D0-6D33-4731-A59B-369807834DD2}" dt="2025-11-17T02:47:46.192" v="470"/>
          <ac:spMkLst>
            <pc:docMk/>
            <pc:sldMk cId="1635377456" sldId="291"/>
            <ac:spMk id="1922" creationId="{98C169F8-7E8D-4E26-B67D-5A616C80CBB3}"/>
          </ac:spMkLst>
        </pc:spChg>
        <pc:spChg chg="del">
          <ac:chgData name="Alexander Simon Thrysøe" userId="3f9b9528-1df8-4235-9262-8bdb6141b1d9" providerId="ADAL" clId="{210BC3D0-6D33-4731-A59B-369807834DD2}" dt="2025-11-17T02:47:46.192" v="471"/>
          <ac:spMkLst>
            <pc:docMk/>
            <pc:sldMk cId="1635377456" sldId="291"/>
            <ac:spMk id="1923" creationId="{1EA6C985-826D-4F79-AA62-980001D6154A}"/>
          </ac:spMkLst>
        </pc:spChg>
        <pc:spChg chg="del">
          <ac:chgData name="Alexander Simon Thrysøe" userId="3f9b9528-1df8-4235-9262-8bdb6141b1d9" providerId="ADAL" clId="{210BC3D0-6D33-4731-A59B-369807834DD2}" dt="2025-11-17T02:47:46.193" v="472"/>
          <ac:spMkLst>
            <pc:docMk/>
            <pc:sldMk cId="1635377456" sldId="291"/>
            <ac:spMk id="1924" creationId="{737CC4AF-5C3E-49E8-8CF8-389DD3FE4B58}"/>
          </ac:spMkLst>
        </pc:spChg>
        <pc:spChg chg="del">
          <ac:chgData name="Alexander Simon Thrysøe" userId="3f9b9528-1df8-4235-9262-8bdb6141b1d9" providerId="ADAL" clId="{210BC3D0-6D33-4731-A59B-369807834DD2}" dt="2025-11-17T02:47:46.195" v="473"/>
          <ac:spMkLst>
            <pc:docMk/>
            <pc:sldMk cId="1635377456" sldId="291"/>
            <ac:spMk id="1925" creationId="{742953C0-BBBA-4045-AF7B-9C179486AEC7}"/>
          </ac:spMkLst>
        </pc:spChg>
        <pc:spChg chg="del">
          <ac:chgData name="Alexander Simon Thrysøe" userId="3f9b9528-1df8-4235-9262-8bdb6141b1d9" providerId="ADAL" clId="{210BC3D0-6D33-4731-A59B-369807834DD2}" dt="2025-11-17T02:47:46.196" v="474"/>
          <ac:spMkLst>
            <pc:docMk/>
            <pc:sldMk cId="1635377456" sldId="291"/>
            <ac:spMk id="1926" creationId="{B857F69B-42B7-4F32-9AA7-C228F7D41FE5}"/>
          </ac:spMkLst>
        </pc:spChg>
        <pc:spChg chg="del">
          <ac:chgData name="Alexander Simon Thrysøe" userId="3f9b9528-1df8-4235-9262-8bdb6141b1d9" providerId="ADAL" clId="{210BC3D0-6D33-4731-A59B-369807834DD2}" dt="2025-11-17T02:47:46.196" v="475"/>
          <ac:spMkLst>
            <pc:docMk/>
            <pc:sldMk cId="1635377456" sldId="291"/>
            <ac:spMk id="1927" creationId="{0B0C64B1-E624-499E-8E23-D0C7BFA03D3B}"/>
          </ac:spMkLst>
        </pc:spChg>
        <pc:spChg chg="del">
          <ac:chgData name="Alexander Simon Thrysøe" userId="3f9b9528-1df8-4235-9262-8bdb6141b1d9" providerId="ADAL" clId="{210BC3D0-6D33-4731-A59B-369807834DD2}" dt="2025-11-17T02:47:46.197" v="476"/>
          <ac:spMkLst>
            <pc:docMk/>
            <pc:sldMk cId="1635377456" sldId="291"/>
            <ac:spMk id="1928" creationId="{DEB11817-F1A5-4CB7-B906-17C69EDFEECC}"/>
          </ac:spMkLst>
        </pc:spChg>
        <pc:spChg chg="del">
          <ac:chgData name="Alexander Simon Thrysøe" userId="3f9b9528-1df8-4235-9262-8bdb6141b1d9" providerId="ADAL" clId="{210BC3D0-6D33-4731-A59B-369807834DD2}" dt="2025-11-17T02:47:46.198" v="477"/>
          <ac:spMkLst>
            <pc:docMk/>
            <pc:sldMk cId="1635377456" sldId="291"/>
            <ac:spMk id="1929" creationId="{CCBC5C95-9768-4F4D-BDD3-E49E233F0517}"/>
          </ac:spMkLst>
        </pc:spChg>
        <pc:spChg chg="del">
          <ac:chgData name="Alexander Simon Thrysøe" userId="3f9b9528-1df8-4235-9262-8bdb6141b1d9" providerId="ADAL" clId="{210BC3D0-6D33-4731-A59B-369807834DD2}" dt="2025-11-17T02:47:46.199" v="478"/>
          <ac:spMkLst>
            <pc:docMk/>
            <pc:sldMk cId="1635377456" sldId="291"/>
            <ac:spMk id="1930" creationId="{1D03ECE2-6A09-449A-934D-736C1FE4BB68}"/>
          </ac:spMkLst>
        </pc:spChg>
        <pc:spChg chg="del">
          <ac:chgData name="Alexander Simon Thrysøe" userId="3f9b9528-1df8-4235-9262-8bdb6141b1d9" providerId="ADAL" clId="{210BC3D0-6D33-4731-A59B-369807834DD2}" dt="2025-11-17T02:47:46.199" v="479"/>
          <ac:spMkLst>
            <pc:docMk/>
            <pc:sldMk cId="1635377456" sldId="291"/>
            <ac:spMk id="1931" creationId="{9A3F1E87-43DC-4994-A496-7F18C1BEC234}"/>
          </ac:spMkLst>
        </pc:spChg>
        <pc:spChg chg="del">
          <ac:chgData name="Alexander Simon Thrysøe" userId="3f9b9528-1df8-4235-9262-8bdb6141b1d9" providerId="ADAL" clId="{210BC3D0-6D33-4731-A59B-369807834DD2}" dt="2025-11-17T02:47:46.200" v="480"/>
          <ac:spMkLst>
            <pc:docMk/>
            <pc:sldMk cId="1635377456" sldId="291"/>
            <ac:spMk id="1932" creationId="{09917C51-D70F-4397-A74D-CCE238511A6E}"/>
          </ac:spMkLst>
        </pc:spChg>
        <pc:spChg chg="del">
          <ac:chgData name="Alexander Simon Thrysøe" userId="3f9b9528-1df8-4235-9262-8bdb6141b1d9" providerId="ADAL" clId="{210BC3D0-6D33-4731-A59B-369807834DD2}" dt="2025-11-17T02:47:46.200" v="481"/>
          <ac:spMkLst>
            <pc:docMk/>
            <pc:sldMk cId="1635377456" sldId="291"/>
            <ac:spMk id="1933" creationId="{678FBD77-3C7A-498F-B62F-8077D9D6CE72}"/>
          </ac:spMkLst>
        </pc:spChg>
        <pc:spChg chg="del">
          <ac:chgData name="Alexander Simon Thrysøe" userId="3f9b9528-1df8-4235-9262-8bdb6141b1d9" providerId="ADAL" clId="{210BC3D0-6D33-4731-A59B-369807834DD2}" dt="2025-11-17T02:47:46.201" v="482"/>
          <ac:spMkLst>
            <pc:docMk/>
            <pc:sldMk cId="1635377456" sldId="291"/>
            <ac:spMk id="1934" creationId="{E34D14B5-7831-401D-A53C-FF71509F1276}"/>
          </ac:spMkLst>
        </pc:spChg>
        <pc:spChg chg="del">
          <ac:chgData name="Alexander Simon Thrysøe" userId="3f9b9528-1df8-4235-9262-8bdb6141b1d9" providerId="ADAL" clId="{210BC3D0-6D33-4731-A59B-369807834DD2}" dt="2025-11-17T02:47:46.202" v="483"/>
          <ac:spMkLst>
            <pc:docMk/>
            <pc:sldMk cId="1635377456" sldId="291"/>
            <ac:spMk id="1935" creationId="{F970986C-83B6-47A9-8352-42DB276701CB}"/>
          </ac:spMkLst>
        </pc:spChg>
        <pc:spChg chg="del">
          <ac:chgData name="Alexander Simon Thrysøe" userId="3f9b9528-1df8-4235-9262-8bdb6141b1d9" providerId="ADAL" clId="{210BC3D0-6D33-4731-A59B-369807834DD2}" dt="2025-11-17T02:47:46.202" v="484"/>
          <ac:spMkLst>
            <pc:docMk/>
            <pc:sldMk cId="1635377456" sldId="291"/>
            <ac:spMk id="1936" creationId="{C7D7387F-5045-4568-BFEA-32995752246F}"/>
          </ac:spMkLst>
        </pc:spChg>
        <pc:spChg chg="del">
          <ac:chgData name="Alexander Simon Thrysøe" userId="3f9b9528-1df8-4235-9262-8bdb6141b1d9" providerId="ADAL" clId="{210BC3D0-6D33-4731-A59B-369807834DD2}" dt="2025-11-17T02:47:46.203" v="485"/>
          <ac:spMkLst>
            <pc:docMk/>
            <pc:sldMk cId="1635377456" sldId="291"/>
            <ac:spMk id="1937" creationId="{E8BCEA44-5CAB-4022-B162-023CA1949B21}"/>
          </ac:spMkLst>
        </pc:spChg>
        <pc:spChg chg="del">
          <ac:chgData name="Alexander Simon Thrysøe" userId="3f9b9528-1df8-4235-9262-8bdb6141b1d9" providerId="ADAL" clId="{210BC3D0-6D33-4731-A59B-369807834DD2}" dt="2025-11-17T02:47:46.203" v="486"/>
          <ac:spMkLst>
            <pc:docMk/>
            <pc:sldMk cId="1635377456" sldId="291"/>
            <ac:spMk id="1938" creationId="{C89485C6-7BB8-4680-B9E3-649D0F211EE7}"/>
          </ac:spMkLst>
        </pc:spChg>
        <pc:spChg chg="del">
          <ac:chgData name="Alexander Simon Thrysøe" userId="3f9b9528-1df8-4235-9262-8bdb6141b1d9" providerId="ADAL" clId="{210BC3D0-6D33-4731-A59B-369807834DD2}" dt="2025-11-17T02:47:46.204" v="487"/>
          <ac:spMkLst>
            <pc:docMk/>
            <pc:sldMk cId="1635377456" sldId="291"/>
            <ac:spMk id="1939" creationId="{AD92B49B-80AB-40BA-9351-3AB9D60EF13C}"/>
          </ac:spMkLst>
        </pc:spChg>
        <pc:spChg chg="del">
          <ac:chgData name="Alexander Simon Thrysøe" userId="3f9b9528-1df8-4235-9262-8bdb6141b1d9" providerId="ADAL" clId="{210BC3D0-6D33-4731-A59B-369807834DD2}" dt="2025-11-17T02:47:46.204" v="488"/>
          <ac:spMkLst>
            <pc:docMk/>
            <pc:sldMk cId="1635377456" sldId="291"/>
            <ac:spMk id="1940" creationId="{E30802FA-300A-4963-A2E5-7CADA5FB168C}"/>
          </ac:spMkLst>
        </pc:spChg>
        <pc:spChg chg="del">
          <ac:chgData name="Alexander Simon Thrysøe" userId="3f9b9528-1df8-4235-9262-8bdb6141b1d9" providerId="ADAL" clId="{210BC3D0-6D33-4731-A59B-369807834DD2}" dt="2025-11-17T02:47:46.206" v="489"/>
          <ac:spMkLst>
            <pc:docMk/>
            <pc:sldMk cId="1635377456" sldId="291"/>
            <ac:spMk id="1941" creationId="{9C1E099D-DAEA-407C-A7AA-37AE839D6E3B}"/>
          </ac:spMkLst>
        </pc:spChg>
        <pc:spChg chg="del">
          <ac:chgData name="Alexander Simon Thrysøe" userId="3f9b9528-1df8-4235-9262-8bdb6141b1d9" providerId="ADAL" clId="{210BC3D0-6D33-4731-A59B-369807834DD2}" dt="2025-11-17T02:47:46.207" v="490"/>
          <ac:spMkLst>
            <pc:docMk/>
            <pc:sldMk cId="1635377456" sldId="291"/>
            <ac:spMk id="1942" creationId="{676E7F36-FF0A-471A-A830-46FB99CF7FB8}"/>
          </ac:spMkLst>
        </pc:spChg>
        <pc:spChg chg="del">
          <ac:chgData name="Alexander Simon Thrysøe" userId="3f9b9528-1df8-4235-9262-8bdb6141b1d9" providerId="ADAL" clId="{210BC3D0-6D33-4731-A59B-369807834DD2}" dt="2025-11-17T02:47:46.207" v="491"/>
          <ac:spMkLst>
            <pc:docMk/>
            <pc:sldMk cId="1635377456" sldId="291"/>
            <ac:spMk id="1943" creationId="{DBB7D718-F556-48A8-B34A-6DFB6F400496}"/>
          </ac:spMkLst>
        </pc:spChg>
        <pc:spChg chg="del">
          <ac:chgData name="Alexander Simon Thrysøe" userId="3f9b9528-1df8-4235-9262-8bdb6141b1d9" providerId="ADAL" clId="{210BC3D0-6D33-4731-A59B-369807834DD2}" dt="2025-11-17T02:47:46.208" v="492"/>
          <ac:spMkLst>
            <pc:docMk/>
            <pc:sldMk cId="1635377456" sldId="291"/>
            <ac:spMk id="1944" creationId="{927770DB-0C53-4897-AFF5-575F92C9CBAD}"/>
          </ac:spMkLst>
        </pc:spChg>
        <pc:spChg chg="del">
          <ac:chgData name="Alexander Simon Thrysøe" userId="3f9b9528-1df8-4235-9262-8bdb6141b1d9" providerId="ADAL" clId="{210BC3D0-6D33-4731-A59B-369807834DD2}" dt="2025-11-17T02:47:46.208" v="493"/>
          <ac:spMkLst>
            <pc:docMk/>
            <pc:sldMk cId="1635377456" sldId="291"/>
            <ac:spMk id="1945" creationId="{36C7C29E-910F-4263-AF8E-856B68F820F5}"/>
          </ac:spMkLst>
        </pc:spChg>
        <pc:spChg chg="del">
          <ac:chgData name="Alexander Simon Thrysøe" userId="3f9b9528-1df8-4235-9262-8bdb6141b1d9" providerId="ADAL" clId="{210BC3D0-6D33-4731-A59B-369807834DD2}" dt="2025-11-17T02:47:46.209" v="494"/>
          <ac:spMkLst>
            <pc:docMk/>
            <pc:sldMk cId="1635377456" sldId="291"/>
            <ac:spMk id="1946" creationId="{6E6786B1-A10A-45A1-A463-40AAC8844171}"/>
          </ac:spMkLst>
        </pc:spChg>
        <pc:spChg chg="del">
          <ac:chgData name="Alexander Simon Thrysøe" userId="3f9b9528-1df8-4235-9262-8bdb6141b1d9" providerId="ADAL" clId="{210BC3D0-6D33-4731-A59B-369807834DD2}" dt="2025-11-17T02:47:46.210" v="495"/>
          <ac:spMkLst>
            <pc:docMk/>
            <pc:sldMk cId="1635377456" sldId="291"/>
            <ac:spMk id="1947" creationId="{47708C6B-573A-40BC-89B7-DD2C6E7FE438}"/>
          </ac:spMkLst>
        </pc:spChg>
        <pc:spChg chg="del">
          <ac:chgData name="Alexander Simon Thrysøe" userId="3f9b9528-1df8-4235-9262-8bdb6141b1d9" providerId="ADAL" clId="{210BC3D0-6D33-4731-A59B-369807834DD2}" dt="2025-11-17T02:47:46.210" v="496"/>
          <ac:spMkLst>
            <pc:docMk/>
            <pc:sldMk cId="1635377456" sldId="291"/>
            <ac:spMk id="1948" creationId="{22A5481B-0F94-492D-A6A8-0DA609B44B25}"/>
          </ac:spMkLst>
        </pc:spChg>
        <pc:spChg chg="del">
          <ac:chgData name="Alexander Simon Thrysøe" userId="3f9b9528-1df8-4235-9262-8bdb6141b1d9" providerId="ADAL" clId="{210BC3D0-6D33-4731-A59B-369807834DD2}" dt="2025-11-17T02:47:46.210" v="497"/>
          <ac:spMkLst>
            <pc:docMk/>
            <pc:sldMk cId="1635377456" sldId="291"/>
            <ac:spMk id="1949" creationId="{CA35F51C-ECD2-47AD-8FB5-6BCF96406D0C}"/>
          </ac:spMkLst>
        </pc:spChg>
        <pc:spChg chg="del">
          <ac:chgData name="Alexander Simon Thrysøe" userId="3f9b9528-1df8-4235-9262-8bdb6141b1d9" providerId="ADAL" clId="{210BC3D0-6D33-4731-A59B-369807834DD2}" dt="2025-11-17T02:47:46.211" v="498"/>
          <ac:spMkLst>
            <pc:docMk/>
            <pc:sldMk cId="1635377456" sldId="291"/>
            <ac:spMk id="1950" creationId="{9CC272CD-7904-4FA1-8CD9-C23AB92B304D}"/>
          </ac:spMkLst>
        </pc:spChg>
        <pc:spChg chg="del">
          <ac:chgData name="Alexander Simon Thrysøe" userId="3f9b9528-1df8-4235-9262-8bdb6141b1d9" providerId="ADAL" clId="{210BC3D0-6D33-4731-A59B-369807834DD2}" dt="2025-11-17T02:47:46.212" v="499"/>
          <ac:spMkLst>
            <pc:docMk/>
            <pc:sldMk cId="1635377456" sldId="291"/>
            <ac:spMk id="1951" creationId="{FD654EA1-133E-4A8E-A75F-D379D087E56C}"/>
          </ac:spMkLst>
        </pc:spChg>
        <pc:spChg chg="del">
          <ac:chgData name="Alexander Simon Thrysøe" userId="3f9b9528-1df8-4235-9262-8bdb6141b1d9" providerId="ADAL" clId="{210BC3D0-6D33-4731-A59B-369807834DD2}" dt="2025-11-17T02:47:46.212" v="500"/>
          <ac:spMkLst>
            <pc:docMk/>
            <pc:sldMk cId="1635377456" sldId="291"/>
            <ac:spMk id="1952" creationId="{16CB09C7-0FFA-4306-AEA8-1B5A7148CFDA}"/>
          </ac:spMkLst>
        </pc:spChg>
        <pc:spChg chg="del">
          <ac:chgData name="Alexander Simon Thrysøe" userId="3f9b9528-1df8-4235-9262-8bdb6141b1d9" providerId="ADAL" clId="{210BC3D0-6D33-4731-A59B-369807834DD2}" dt="2025-11-17T02:47:46.213" v="501"/>
          <ac:spMkLst>
            <pc:docMk/>
            <pc:sldMk cId="1635377456" sldId="291"/>
            <ac:spMk id="1953" creationId="{191DB431-B15F-4C89-B8EF-D81484974A50}"/>
          </ac:spMkLst>
        </pc:spChg>
        <pc:spChg chg="del">
          <ac:chgData name="Alexander Simon Thrysøe" userId="3f9b9528-1df8-4235-9262-8bdb6141b1d9" providerId="ADAL" clId="{210BC3D0-6D33-4731-A59B-369807834DD2}" dt="2025-11-17T02:47:46.213" v="502"/>
          <ac:spMkLst>
            <pc:docMk/>
            <pc:sldMk cId="1635377456" sldId="291"/>
            <ac:spMk id="1954" creationId="{100B585B-AC1B-4E3A-ABDB-341C44F8DEA9}"/>
          </ac:spMkLst>
        </pc:spChg>
        <pc:spChg chg="del">
          <ac:chgData name="Alexander Simon Thrysøe" userId="3f9b9528-1df8-4235-9262-8bdb6141b1d9" providerId="ADAL" clId="{210BC3D0-6D33-4731-A59B-369807834DD2}" dt="2025-11-17T02:47:46.214" v="503"/>
          <ac:spMkLst>
            <pc:docMk/>
            <pc:sldMk cId="1635377456" sldId="291"/>
            <ac:spMk id="1955" creationId="{531B3A91-E478-4499-8C9C-1BA56CBA57F2}"/>
          </ac:spMkLst>
        </pc:spChg>
        <pc:spChg chg="del">
          <ac:chgData name="Alexander Simon Thrysøe" userId="3f9b9528-1df8-4235-9262-8bdb6141b1d9" providerId="ADAL" clId="{210BC3D0-6D33-4731-A59B-369807834DD2}" dt="2025-11-17T02:47:46.214" v="504"/>
          <ac:spMkLst>
            <pc:docMk/>
            <pc:sldMk cId="1635377456" sldId="291"/>
            <ac:spMk id="1956" creationId="{15BF0AE1-6715-4601-ACA9-60AD2906099E}"/>
          </ac:spMkLst>
        </pc:spChg>
        <pc:spChg chg="del">
          <ac:chgData name="Alexander Simon Thrysøe" userId="3f9b9528-1df8-4235-9262-8bdb6141b1d9" providerId="ADAL" clId="{210BC3D0-6D33-4731-A59B-369807834DD2}" dt="2025-11-17T02:47:46.215" v="505"/>
          <ac:spMkLst>
            <pc:docMk/>
            <pc:sldMk cId="1635377456" sldId="291"/>
            <ac:spMk id="1957" creationId="{DDCFFA1C-8735-4349-B1DD-FC359BE1B2E8}"/>
          </ac:spMkLst>
        </pc:spChg>
        <pc:spChg chg="del">
          <ac:chgData name="Alexander Simon Thrysøe" userId="3f9b9528-1df8-4235-9262-8bdb6141b1d9" providerId="ADAL" clId="{210BC3D0-6D33-4731-A59B-369807834DD2}" dt="2025-11-17T02:47:46.216" v="506"/>
          <ac:spMkLst>
            <pc:docMk/>
            <pc:sldMk cId="1635377456" sldId="291"/>
            <ac:spMk id="1958" creationId="{0E5948D4-BCA6-4B7F-9FA2-038B1C1C2838}"/>
          </ac:spMkLst>
        </pc:spChg>
        <pc:spChg chg="del">
          <ac:chgData name="Alexander Simon Thrysøe" userId="3f9b9528-1df8-4235-9262-8bdb6141b1d9" providerId="ADAL" clId="{210BC3D0-6D33-4731-A59B-369807834DD2}" dt="2025-11-17T02:47:46.216" v="507"/>
          <ac:spMkLst>
            <pc:docMk/>
            <pc:sldMk cId="1635377456" sldId="291"/>
            <ac:spMk id="1959" creationId="{FEF07005-EAA6-4BAF-A593-3C36A616D53E}"/>
          </ac:spMkLst>
        </pc:spChg>
        <pc:spChg chg="del">
          <ac:chgData name="Alexander Simon Thrysøe" userId="3f9b9528-1df8-4235-9262-8bdb6141b1d9" providerId="ADAL" clId="{210BC3D0-6D33-4731-A59B-369807834DD2}" dt="2025-11-17T02:47:46.217" v="508"/>
          <ac:spMkLst>
            <pc:docMk/>
            <pc:sldMk cId="1635377456" sldId="291"/>
            <ac:spMk id="1960" creationId="{4251138C-729D-41B2-BBAD-B42A3E1FCAC5}"/>
          </ac:spMkLst>
        </pc:spChg>
        <pc:spChg chg="del">
          <ac:chgData name="Alexander Simon Thrysøe" userId="3f9b9528-1df8-4235-9262-8bdb6141b1d9" providerId="ADAL" clId="{210BC3D0-6D33-4731-A59B-369807834DD2}" dt="2025-11-17T02:47:46.217" v="509"/>
          <ac:spMkLst>
            <pc:docMk/>
            <pc:sldMk cId="1635377456" sldId="291"/>
            <ac:spMk id="1961" creationId="{3FCCB1DD-582B-4FFA-8577-F09BFF3B7F14}"/>
          </ac:spMkLst>
        </pc:spChg>
        <pc:spChg chg="del">
          <ac:chgData name="Alexander Simon Thrysøe" userId="3f9b9528-1df8-4235-9262-8bdb6141b1d9" providerId="ADAL" clId="{210BC3D0-6D33-4731-A59B-369807834DD2}" dt="2025-11-17T02:47:46.218" v="510"/>
          <ac:spMkLst>
            <pc:docMk/>
            <pc:sldMk cId="1635377456" sldId="291"/>
            <ac:spMk id="1962" creationId="{FA341401-02EB-4A9C-BE51-F4E2CBCFDEE2}"/>
          </ac:spMkLst>
        </pc:spChg>
        <pc:spChg chg="del">
          <ac:chgData name="Alexander Simon Thrysøe" userId="3f9b9528-1df8-4235-9262-8bdb6141b1d9" providerId="ADAL" clId="{210BC3D0-6D33-4731-A59B-369807834DD2}" dt="2025-11-17T02:47:46.219" v="511"/>
          <ac:spMkLst>
            <pc:docMk/>
            <pc:sldMk cId="1635377456" sldId="291"/>
            <ac:spMk id="1963" creationId="{635182D4-6266-445C-938D-C0BD29B02BB4}"/>
          </ac:spMkLst>
        </pc:spChg>
        <pc:spChg chg="del">
          <ac:chgData name="Alexander Simon Thrysøe" userId="3f9b9528-1df8-4235-9262-8bdb6141b1d9" providerId="ADAL" clId="{210BC3D0-6D33-4731-A59B-369807834DD2}" dt="2025-11-17T02:47:46.219" v="512"/>
          <ac:spMkLst>
            <pc:docMk/>
            <pc:sldMk cId="1635377456" sldId="291"/>
            <ac:spMk id="1964" creationId="{717AAF3F-E1ED-45F7-BBD6-BF623D77D5E5}"/>
          </ac:spMkLst>
        </pc:spChg>
        <pc:spChg chg="del">
          <ac:chgData name="Alexander Simon Thrysøe" userId="3f9b9528-1df8-4235-9262-8bdb6141b1d9" providerId="ADAL" clId="{210BC3D0-6D33-4731-A59B-369807834DD2}" dt="2025-11-17T02:47:46.220" v="513"/>
          <ac:spMkLst>
            <pc:docMk/>
            <pc:sldMk cId="1635377456" sldId="291"/>
            <ac:spMk id="1965" creationId="{A66B732B-EC7A-4407-B3AC-2FB22861C4DA}"/>
          </ac:spMkLst>
        </pc:spChg>
        <pc:spChg chg="add mod">
          <ac:chgData name="Alexander Simon Thrysøe" userId="3f9b9528-1df8-4235-9262-8bdb6141b1d9" providerId="ADAL" clId="{210BC3D0-6D33-4731-A59B-369807834DD2}" dt="2025-11-17T02:47:46.377" v="525"/>
          <ac:spMkLst>
            <pc:docMk/>
            <pc:sldMk cId="1635377456" sldId="291"/>
            <ac:spMk id="1966" creationId="{6C9CECCB-3135-45AF-B1B1-1846AAB9D30F}"/>
          </ac:spMkLst>
        </pc:spChg>
        <pc:spChg chg="add mod">
          <ac:chgData name="Alexander Simon Thrysøe" userId="3f9b9528-1df8-4235-9262-8bdb6141b1d9" providerId="ADAL" clId="{210BC3D0-6D33-4731-A59B-369807834DD2}" dt="2025-11-17T02:47:46.381" v="533"/>
          <ac:spMkLst>
            <pc:docMk/>
            <pc:sldMk cId="1635377456" sldId="291"/>
            <ac:spMk id="1967" creationId="{81F4FCEC-66A6-4E38-92A8-BC11808ED855}"/>
          </ac:spMkLst>
        </pc:spChg>
        <pc:spChg chg="add mod">
          <ac:chgData name="Alexander Simon Thrysøe" userId="3f9b9528-1df8-4235-9262-8bdb6141b1d9" providerId="ADAL" clId="{210BC3D0-6D33-4731-A59B-369807834DD2}" dt="2025-11-17T02:47:46.386" v="541"/>
          <ac:spMkLst>
            <pc:docMk/>
            <pc:sldMk cId="1635377456" sldId="291"/>
            <ac:spMk id="1968" creationId="{D995D54B-E63E-447A-B0FC-1C6C099D9EB5}"/>
          </ac:spMkLst>
        </pc:spChg>
        <pc:spChg chg="add mod">
          <ac:chgData name="Alexander Simon Thrysøe" userId="3f9b9528-1df8-4235-9262-8bdb6141b1d9" providerId="ADAL" clId="{210BC3D0-6D33-4731-A59B-369807834DD2}" dt="2025-11-17T02:47:46.392" v="549"/>
          <ac:spMkLst>
            <pc:docMk/>
            <pc:sldMk cId="1635377456" sldId="291"/>
            <ac:spMk id="1969" creationId="{BA141F1C-66E6-44D7-8BE4-5D4FAFF993D6}"/>
          </ac:spMkLst>
        </pc:spChg>
        <pc:spChg chg="add mod">
          <ac:chgData name="Alexander Simon Thrysøe" userId="3f9b9528-1df8-4235-9262-8bdb6141b1d9" providerId="ADAL" clId="{210BC3D0-6D33-4731-A59B-369807834DD2}" dt="2025-11-17T02:47:46.396" v="557"/>
          <ac:spMkLst>
            <pc:docMk/>
            <pc:sldMk cId="1635377456" sldId="291"/>
            <ac:spMk id="1970" creationId="{0C6E9DF4-2FF2-4E57-9FAA-F1B5B5618C0A}"/>
          </ac:spMkLst>
        </pc:spChg>
        <pc:spChg chg="add mod">
          <ac:chgData name="Alexander Simon Thrysøe" userId="3f9b9528-1df8-4235-9262-8bdb6141b1d9" providerId="ADAL" clId="{210BC3D0-6D33-4731-A59B-369807834DD2}" dt="2025-11-17T02:47:46.401" v="565"/>
          <ac:spMkLst>
            <pc:docMk/>
            <pc:sldMk cId="1635377456" sldId="291"/>
            <ac:spMk id="1971" creationId="{10FD6B80-FBBB-46F0-921D-36F598EB092D}"/>
          </ac:spMkLst>
        </pc:spChg>
        <pc:spChg chg="add mod">
          <ac:chgData name="Alexander Simon Thrysøe" userId="3f9b9528-1df8-4235-9262-8bdb6141b1d9" providerId="ADAL" clId="{210BC3D0-6D33-4731-A59B-369807834DD2}" dt="2025-11-17T02:47:46.407" v="573"/>
          <ac:spMkLst>
            <pc:docMk/>
            <pc:sldMk cId="1635377456" sldId="291"/>
            <ac:spMk id="1972" creationId="{94EA5335-8E4E-4DB9-BFA0-B97849ECB2D2}"/>
          </ac:spMkLst>
        </pc:spChg>
        <pc:spChg chg="add mod">
          <ac:chgData name="Alexander Simon Thrysøe" userId="3f9b9528-1df8-4235-9262-8bdb6141b1d9" providerId="ADAL" clId="{210BC3D0-6D33-4731-A59B-369807834DD2}" dt="2025-11-17T02:47:46.411" v="581"/>
          <ac:spMkLst>
            <pc:docMk/>
            <pc:sldMk cId="1635377456" sldId="291"/>
            <ac:spMk id="1973" creationId="{224D9179-DD03-44A3-9122-97F8935C6800}"/>
          </ac:spMkLst>
        </pc:spChg>
        <pc:spChg chg="add mod">
          <ac:chgData name="Alexander Simon Thrysøe" userId="3f9b9528-1df8-4235-9262-8bdb6141b1d9" providerId="ADAL" clId="{210BC3D0-6D33-4731-A59B-369807834DD2}" dt="2025-11-17T02:47:46.416" v="589"/>
          <ac:spMkLst>
            <pc:docMk/>
            <pc:sldMk cId="1635377456" sldId="291"/>
            <ac:spMk id="1974" creationId="{7E665D64-EB9E-4BBB-9C40-C5D081608D48}"/>
          </ac:spMkLst>
        </pc:spChg>
        <pc:spChg chg="add mod">
          <ac:chgData name="Alexander Simon Thrysøe" userId="3f9b9528-1df8-4235-9262-8bdb6141b1d9" providerId="ADAL" clId="{210BC3D0-6D33-4731-A59B-369807834DD2}" dt="2025-11-17T02:47:46.421" v="597"/>
          <ac:spMkLst>
            <pc:docMk/>
            <pc:sldMk cId="1635377456" sldId="291"/>
            <ac:spMk id="1975" creationId="{8DAAB419-29FD-4185-AF82-FD9A68343983}"/>
          </ac:spMkLst>
        </pc:spChg>
        <pc:spChg chg="add mod">
          <ac:chgData name="Alexander Simon Thrysøe" userId="3f9b9528-1df8-4235-9262-8bdb6141b1d9" providerId="ADAL" clId="{210BC3D0-6D33-4731-A59B-369807834DD2}" dt="2025-11-17T02:47:46.425" v="605"/>
          <ac:spMkLst>
            <pc:docMk/>
            <pc:sldMk cId="1635377456" sldId="291"/>
            <ac:spMk id="1976" creationId="{5BF65147-9D26-4E1A-A718-5872D63ED571}"/>
          </ac:spMkLst>
        </pc:spChg>
        <pc:spChg chg="add mod">
          <ac:chgData name="Alexander Simon Thrysøe" userId="3f9b9528-1df8-4235-9262-8bdb6141b1d9" providerId="ADAL" clId="{210BC3D0-6D33-4731-A59B-369807834DD2}" dt="2025-11-17T02:47:46.430" v="613"/>
          <ac:spMkLst>
            <pc:docMk/>
            <pc:sldMk cId="1635377456" sldId="291"/>
            <ac:spMk id="1977" creationId="{9F2B4E85-131D-4507-8FF8-729FB531C593}"/>
          </ac:spMkLst>
        </pc:spChg>
        <pc:spChg chg="add mod">
          <ac:chgData name="Alexander Simon Thrysøe" userId="3f9b9528-1df8-4235-9262-8bdb6141b1d9" providerId="ADAL" clId="{210BC3D0-6D33-4731-A59B-369807834DD2}" dt="2025-11-17T02:47:46.435" v="621"/>
          <ac:spMkLst>
            <pc:docMk/>
            <pc:sldMk cId="1635377456" sldId="291"/>
            <ac:spMk id="1978" creationId="{1E23BC49-E80F-4485-BF41-DF57BF20B7EB}"/>
          </ac:spMkLst>
        </pc:spChg>
        <pc:spChg chg="add mod">
          <ac:chgData name="Alexander Simon Thrysøe" userId="3f9b9528-1df8-4235-9262-8bdb6141b1d9" providerId="ADAL" clId="{210BC3D0-6D33-4731-A59B-369807834DD2}" dt="2025-11-17T02:47:46.441" v="629"/>
          <ac:spMkLst>
            <pc:docMk/>
            <pc:sldMk cId="1635377456" sldId="291"/>
            <ac:spMk id="1979" creationId="{A0800A8E-2833-45DD-BCE0-9F801838386A}"/>
          </ac:spMkLst>
        </pc:spChg>
        <pc:spChg chg="add mod">
          <ac:chgData name="Alexander Simon Thrysøe" userId="3f9b9528-1df8-4235-9262-8bdb6141b1d9" providerId="ADAL" clId="{210BC3D0-6D33-4731-A59B-369807834DD2}" dt="2025-11-17T02:47:46.446" v="637"/>
          <ac:spMkLst>
            <pc:docMk/>
            <pc:sldMk cId="1635377456" sldId="291"/>
            <ac:spMk id="1980" creationId="{2DE50CA7-8B21-481F-A2A4-EFA737E1E5BB}"/>
          </ac:spMkLst>
        </pc:spChg>
        <pc:spChg chg="add mod">
          <ac:chgData name="Alexander Simon Thrysøe" userId="3f9b9528-1df8-4235-9262-8bdb6141b1d9" providerId="ADAL" clId="{210BC3D0-6D33-4731-A59B-369807834DD2}" dt="2025-11-17T02:47:46.451" v="645"/>
          <ac:spMkLst>
            <pc:docMk/>
            <pc:sldMk cId="1635377456" sldId="291"/>
            <ac:spMk id="1981" creationId="{9F20BB6F-4AFA-4C42-AA70-1B509CAABC99}"/>
          </ac:spMkLst>
        </pc:spChg>
        <pc:spChg chg="add mod">
          <ac:chgData name="Alexander Simon Thrysøe" userId="3f9b9528-1df8-4235-9262-8bdb6141b1d9" providerId="ADAL" clId="{210BC3D0-6D33-4731-A59B-369807834DD2}" dt="2025-11-17T02:47:46.456" v="653"/>
          <ac:spMkLst>
            <pc:docMk/>
            <pc:sldMk cId="1635377456" sldId="291"/>
            <ac:spMk id="1982" creationId="{00CDF665-8F5C-4CD1-9B37-473401BCFAA1}"/>
          </ac:spMkLst>
        </pc:spChg>
        <pc:spChg chg="add mod">
          <ac:chgData name="Alexander Simon Thrysøe" userId="3f9b9528-1df8-4235-9262-8bdb6141b1d9" providerId="ADAL" clId="{210BC3D0-6D33-4731-A59B-369807834DD2}" dt="2025-11-17T02:47:46.460" v="661"/>
          <ac:spMkLst>
            <pc:docMk/>
            <pc:sldMk cId="1635377456" sldId="291"/>
            <ac:spMk id="1983" creationId="{0AFA90D0-2359-4AAA-9093-2FC41AB1F87A}"/>
          </ac:spMkLst>
        </pc:spChg>
        <pc:spChg chg="add mod">
          <ac:chgData name="Alexander Simon Thrysøe" userId="3f9b9528-1df8-4235-9262-8bdb6141b1d9" providerId="ADAL" clId="{210BC3D0-6D33-4731-A59B-369807834DD2}" dt="2025-11-17T02:47:46.465" v="669"/>
          <ac:spMkLst>
            <pc:docMk/>
            <pc:sldMk cId="1635377456" sldId="291"/>
            <ac:spMk id="1984" creationId="{547BD719-1B0F-40CE-B82D-9BD14E064FF5}"/>
          </ac:spMkLst>
        </pc:spChg>
        <pc:spChg chg="add mod">
          <ac:chgData name="Alexander Simon Thrysøe" userId="3f9b9528-1df8-4235-9262-8bdb6141b1d9" providerId="ADAL" clId="{210BC3D0-6D33-4731-A59B-369807834DD2}" dt="2025-11-17T02:47:46.470" v="677"/>
          <ac:spMkLst>
            <pc:docMk/>
            <pc:sldMk cId="1635377456" sldId="291"/>
            <ac:spMk id="1985" creationId="{5E927E78-EDD0-4560-8D99-8DC36BE03A5B}"/>
          </ac:spMkLst>
        </pc:spChg>
        <pc:spChg chg="add mod">
          <ac:chgData name="Alexander Simon Thrysøe" userId="3f9b9528-1df8-4235-9262-8bdb6141b1d9" providerId="ADAL" clId="{210BC3D0-6D33-4731-A59B-369807834DD2}" dt="2025-11-17T02:47:46.475" v="685"/>
          <ac:spMkLst>
            <pc:docMk/>
            <pc:sldMk cId="1635377456" sldId="291"/>
            <ac:spMk id="1986" creationId="{9CD1CCE8-0222-48A1-B465-F0FF34D3385C}"/>
          </ac:spMkLst>
        </pc:spChg>
        <pc:spChg chg="add mod">
          <ac:chgData name="Alexander Simon Thrysøe" userId="3f9b9528-1df8-4235-9262-8bdb6141b1d9" providerId="ADAL" clId="{210BC3D0-6D33-4731-A59B-369807834DD2}" dt="2025-11-17T02:47:46.480" v="693"/>
          <ac:spMkLst>
            <pc:docMk/>
            <pc:sldMk cId="1635377456" sldId="291"/>
            <ac:spMk id="1987" creationId="{22C6B74B-25A9-4FB5-B076-B29199854A55}"/>
          </ac:spMkLst>
        </pc:spChg>
        <pc:spChg chg="add mod">
          <ac:chgData name="Alexander Simon Thrysøe" userId="3f9b9528-1df8-4235-9262-8bdb6141b1d9" providerId="ADAL" clId="{210BC3D0-6D33-4731-A59B-369807834DD2}" dt="2025-11-17T02:47:46.484" v="701"/>
          <ac:spMkLst>
            <pc:docMk/>
            <pc:sldMk cId="1635377456" sldId="291"/>
            <ac:spMk id="1988" creationId="{23AC5B00-EE56-46E8-82A5-58855AB73846}"/>
          </ac:spMkLst>
        </pc:spChg>
        <pc:spChg chg="add mod">
          <ac:chgData name="Alexander Simon Thrysøe" userId="3f9b9528-1df8-4235-9262-8bdb6141b1d9" providerId="ADAL" clId="{210BC3D0-6D33-4731-A59B-369807834DD2}" dt="2025-11-17T02:47:46.492" v="709"/>
          <ac:spMkLst>
            <pc:docMk/>
            <pc:sldMk cId="1635377456" sldId="291"/>
            <ac:spMk id="1989" creationId="{61B0CAC6-E9D8-44D1-B206-3883DDEBA76F}"/>
          </ac:spMkLst>
        </pc:spChg>
        <pc:spChg chg="add mod">
          <ac:chgData name="Alexander Simon Thrysøe" userId="3f9b9528-1df8-4235-9262-8bdb6141b1d9" providerId="ADAL" clId="{210BC3D0-6D33-4731-A59B-369807834DD2}" dt="2025-11-17T02:47:46.498" v="717"/>
          <ac:spMkLst>
            <pc:docMk/>
            <pc:sldMk cId="1635377456" sldId="291"/>
            <ac:spMk id="1990" creationId="{58E239F6-109E-4431-9154-8FF8B226D519}"/>
          </ac:spMkLst>
        </pc:spChg>
        <pc:spChg chg="add mod">
          <ac:chgData name="Alexander Simon Thrysøe" userId="3f9b9528-1df8-4235-9262-8bdb6141b1d9" providerId="ADAL" clId="{210BC3D0-6D33-4731-A59B-369807834DD2}" dt="2025-11-17T02:47:46.503" v="725"/>
          <ac:spMkLst>
            <pc:docMk/>
            <pc:sldMk cId="1635377456" sldId="291"/>
            <ac:spMk id="1991" creationId="{8CDA71C0-429A-4657-9D29-411021874571}"/>
          </ac:spMkLst>
        </pc:spChg>
        <pc:spChg chg="add mod">
          <ac:chgData name="Alexander Simon Thrysøe" userId="3f9b9528-1df8-4235-9262-8bdb6141b1d9" providerId="ADAL" clId="{210BC3D0-6D33-4731-A59B-369807834DD2}" dt="2025-11-17T02:47:46.509" v="733"/>
          <ac:spMkLst>
            <pc:docMk/>
            <pc:sldMk cId="1635377456" sldId="291"/>
            <ac:spMk id="1992" creationId="{33208EDA-5058-4E31-8369-5C77AFBC92EE}"/>
          </ac:spMkLst>
        </pc:spChg>
        <pc:spChg chg="add mod">
          <ac:chgData name="Alexander Simon Thrysøe" userId="3f9b9528-1df8-4235-9262-8bdb6141b1d9" providerId="ADAL" clId="{210BC3D0-6D33-4731-A59B-369807834DD2}" dt="2025-11-17T02:47:46.514" v="741"/>
          <ac:spMkLst>
            <pc:docMk/>
            <pc:sldMk cId="1635377456" sldId="291"/>
            <ac:spMk id="1993" creationId="{D18D0DDA-9C85-4CBA-B037-A87A2F2A8833}"/>
          </ac:spMkLst>
        </pc:spChg>
        <pc:spChg chg="add mod">
          <ac:chgData name="Alexander Simon Thrysøe" userId="3f9b9528-1df8-4235-9262-8bdb6141b1d9" providerId="ADAL" clId="{210BC3D0-6D33-4731-A59B-369807834DD2}" dt="2025-11-17T02:47:46.519" v="749"/>
          <ac:spMkLst>
            <pc:docMk/>
            <pc:sldMk cId="1635377456" sldId="291"/>
            <ac:spMk id="1994" creationId="{FED5B522-39A4-498A-B1DC-14F22B3320F0}"/>
          </ac:spMkLst>
        </pc:spChg>
        <pc:spChg chg="add mod">
          <ac:chgData name="Alexander Simon Thrysøe" userId="3f9b9528-1df8-4235-9262-8bdb6141b1d9" providerId="ADAL" clId="{210BC3D0-6D33-4731-A59B-369807834DD2}" dt="2025-11-17T02:47:46.524" v="757"/>
          <ac:spMkLst>
            <pc:docMk/>
            <pc:sldMk cId="1635377456" sldId="291"/>
            <ac:spMk id="1995" creationId="{4A406031-5324-4257-BD22-1A91B7EF85C4}"/>
          </ac:spMkLst>
        </pc:spChg>
        <pc:spChg chg="add mod">
          <ac:chgData name="Alexander Simon Thrysøe" userId="3f9b9528-1df8-4235-9262-8bdb6141b1d9" providerId="ADAL" clId="{210BC3D0-6D33-4731-A59B-369807834DD2}" dt="2025-11-17T02:47:46.528" v="765"/>
          <ac:spMkLst>
            <pc:docMk/>
            <pc:sldMk cId="1635377456" sldId="291"/>
            <ac:spMk id="1996" creationId="{0CDE5EC9-0ADB-4FD5-8142-28C352B54232}"/>
          </ac:spMkLst>
        </pc:spChg>
        <pc:spChg chg="add mod">
          <ac:chgData name="Alexander Simon Thrysøe" userId="3f9b9528-1df8-4235-9262-8bdb6141b1d9" providerId="ADAL" clId="{210BC3D0-6D33-4731-A59B-369807834DD2}" dt="2025-11-17T02:47:46.533" v="773"/>
          <ac:spMkLst>
            <pc:docMk/>
            <pc:sldMk cId="1635377456" sldId="291"/>
            <ac:spMk id="1997" creationId="{78E7F3E2-8DC3-4692-A15F-7415BCEFA4E4}"/>
          </ac:spMkLst>
        </pc:spChg>
        <pc:spChg chg="add mod">
          <ac:chgData name="Alexander Simon Thrysøe" userId="3f9b9528-1df8-4235-9262-8bdb6141b1d9" providerId="ADAL" clId="{210BC3D0-6D33-4731-A59B-369807834DD2}" dt="2025-11-17T02:47:46.540" v="781"/>
          <ac:spMkLst>
            <pc:docMk/>
            <pc:sldMk cId="1635377456" sldId="291"/>
            <ac:spMk id="1998" creationId="{0180591F-1840-415B-93BF-6CC314C32442}"/>
          </ac:spMkLst>
        </pc:spChg>
        <pc:spChg chg="add mod">
          <ac:chgData name="Alexander Simon Thrysøe" userId="3f9b9528-1df8-4235-9262-8bdb6141b1d9" providerId="ADAL" clId="{210BC3D0-6D33-4731-A59B-369807834DD2}" dt="2025-11-17T02:47:46.547" v="789"/>
          <ac:spMkLst>
            <pc:docMk/>
            <pc:sldMk cId="1635377456" sldId="291"/>
            <ac:spMk id="1999" creationId="{C3694A5F-0843-42D7-9AF0-9AF867D1795A}"/>
          </ac:spMkLst>
        </pc:spChg>
        <pc:spChg chg="add mod">
          <ac:chgData name="Alexander Simon Thrysøe" userId="3f9b9528-1df8-4235-9262-8bdb6141b1d9" providerId="ADAL" clId="{210BC3D0-6D33-4731-A59B-369807834DD2}" dt="2025-11-17T02:47:46.554" v="797"/>
          <ac:spMkLst>
            <pc:docMk/>
            <pc:sldMk cId="1635377456" sldId="291"/>
            <ac:spMk id="2000" creationId="{9A0C45CD-2B9B-440D-B8D6-EC261E04EDEE}"/>
          </ac:spMkLst>
        </pc:spChg>
        <pc:spChg chg="add mod">
          <ac:chgData name="Alexander Simon Thrysøe" userId="3f9b9528-1df8-4235-9262-8bdb6141b1d9" providerId="ADAL" clId="{210BC3D0-6D33-4731-A59B-369807834DD2}" dt="2025-11-17T02:47:46.560" v="805"/>
          <ac:spMkLst>
            <pc:docMk/>
            <pc:sldMk cId="1635377456" sldId="291"/>
            <ac:spMk id="2001" creationId="{0FC668A6-CCA2-4F42-BF34-EB83E7CA071B}"/>
          </ac:spMkLst>
        </pc:spChg>
        <pc:spChg chg="add mod">
          <ac:chgData name="Alexander Simon Thrysøe" userId="3f9b9528-1df8-4235-9262-8bdb6141b1d9" providerId="ADAL" clId="{210BC3D0-6D33-4731-A59B-369807834DD2}" dt="2025-11-17T02:47:46.565" v="813"/>
          <ac:spMkLst>
            <pc:docMk/>
            <pc:sldMk cId="1635377456" sldId="291"/>
            <ac:spMk id="2002" creationId="{CE99A478-3537-465E-B1B4-797B54E67C9F}"/>
          </ac:spMkLst>
        </pc:spChg>
        <pc:spChg chg="add mod">
          <ac:chgData name="Alexander Simon Thrysøe" userId="3f9b9528-1df8-4235-9262-8bdb6141b1d9" providerId="ADAL" clId="{210BC3D0-6D33-4731-A59B-369807834DD2}" dt="2025-11-17T02:47:46.569" v="821"/>
          <ac:spMkLst>
            <pc:docMk/>
            <pc:sldMk cId="1635377456" sldId="291"/>
            <ac:spMk id="2003" creationId="{A4586078-2C2F-445A-8E8B-3F7E1DB2FE4A}"/>
          </ac:spMkLst>
        </pc:spChg>
        <pc:spChg chg="add mod">
          <ac:chgData name="Alexander Simon Thrysøe" userId="3f9b9528-1df8-4235-9262-8bdb6141b1d9" providerId="ADAL" clId="{210BC3D0-6D33-4731-A59B-369807834DD2}" dt="2025-11-17T02:47:46.574" v="829"/>
          <ac:spMkLst>
            <pc:docMk/>
            <pc:sldMk cId="1635377456" sldId="291"/>
            <ac:spMk id="2004" creationId="{8BFBC093-C0E1-4C1B-B120-B82AAE539D0E}"/>
          </ac:spMkLst>
        </pc:spChg>
        <pc:spChg chg="add mod">
          <ac:chgData name="Alexander Simon Thrysøe" userId="3f9b9528-1df8-4235-9262-8bdb6141b1d9" providerId="ADAL" clId="{210BC3D0-6D33-4731-A59B-369807834DD2}" dt="2025-11-17T02:47:46.579" v="837"/>
          <ac:spMkLst>
            <pc:docMk/>
            <pc:sldMk cId="1635377456" sldId="291"/>
            <ac:spMk id="2005" creationId="{2E906A63-CAD9-4715-9D56-8A4A31BB9C45}"/>
          </ac:spMkLst>
        </pc:spChg>
        <pc:spChg chg="add mod">
          <ac:chgData name="Alexander Simon Thrysøe" userId="3f9b9528-1df8-4235-9262-8bdb6141b1d9" providerId="ADAL" clId="{210BC3D0-6D33-4731-A59B-369807834DD2}" dt="2025-11-17T02:47:46.583" v="845"/>
          <ac:spMkLst>
            <pc:docMk/>
            <pc:sldMk cId="1635377456" sldId="291"/>
            <ac:spMk id="2006" creationId="{52FF8862-452B-4214-9E55-66FABEE0F5D4}"/>
          </ac:spMkLst>
        </pc:spChg>
        <pc:spChg chg="add mod">
          <ac:chgData name="Alexander Simon Thrysøe" userId="3f9b9528-1df8-4235-9262-8bdb6141b1d9" providerId="ADAL" clId="{210BC3D0-6D33-4731-A59B-369807834DD2}" dt="2025-11-17T02:47:46.589" v="853"/>
          <ac:spMkLst>
            <pc:docMk/>
            <pc:sldMk cId="1635377456" sldId="291"/>
            <ac:spMk id="2007" creationId="{C4B95559-A910-46D0-8D05-E15BA4102B50}"/>
          </ac:spMkLst>
        </pc:spChg>
        <pc:spChg chg="add mod">
          <ac:chgData name="Alexander Simon Thrysøe" userId="3f9b9528-1df8-4235-9262-8bdb6141b1d9" providerId="ADAL" clId="{210BC3D0-6D33-4731-A59B-369807834DD2}" dt="2025-11-17T02:47:46.594" v="861"/>
          <ac:spMkLst>
            <pc:docMk/>
            <pc:sldMk cId="1635377456" sldId="291"/>
            <ac:spMk id="2008" creationId="{88BFF814-6E07-4A32-A0E1-113E3168D2B0}"/>
          </ac:spMkLst>
        </pc:spChg>
        <pc:spChg chg="add mod">
          <ac:chgData name="Alexander Simon Thrysøe" userId="3f9b9528-1df8-4235-9262-8bdb6141b1d9" providerId="ADAL" clId="{210BC3D0-6D33-4731-A59B-369807834DD2}" dt="2025-11-17T02:47:46.599" v="869"/>
          <ac:spMkLst>
            <pc:docMk/>
            <pc:sldMk cId="1635377456" sldId="291"/>
            <ac:spMk id="2009" creationId="{FA061952-C239-43F2-AFF2-D825279182B2}"/>
          </ac:spMkLst>
        </pc:spChg>
        <pc:spChg chg="add mod">
          <ac:chgData name="Alexander Simon Thrysøe" userId="3f9b9528-1df8-4235-9262-8bdb6141b1d9" providerId="ADAL" clId="{210BC3D0-6D33-4731-A59B-369807834DD2}" dt="2025-11-17T02:47:46.604" v="877"/>
          <ac:spMkLst>
            <pc:docMk/>
            <pc:sldMk cId="1635377456" sldId="291"/>
            <ac:spMk id="2010" creationId="{5A0CF8AF-279F-4917-B740-3BEFC7757B3F}"/>
          </ac:spMkLst>
        </pc:spChg>
        <pc:spChg chg="add mod">
          <ac:chgData name="Alexander Simon Thrysøe" userId="3f9b9528-1df8-4235-9262-8bdb6141b1d9" providerId="ADAL" clId="{210BC3D0-6D33-4731-A59B-369807834DD2}" dt="2025-11-17T02:47:46.608" v="885"/>
          <ac:spMkLst>
            <pc:docMk/>
            <pc:sldMk cId="1635377456" sldId="291"/>
            <ac:spMk id="2011" creationId="{84A72BDF-0DFE-47C1-A322-14A3225D5915}"/>
          </ac:spMkLst>
        </pc:spChg>
        <pc:spChg chg="add mod">
          <ac:chgData name="Alexander Simon Thrysøe" userId="3f9b9528-1df8-4235-9262-8bdb6141b1d9" providerId="ADAL" clId="{210BC3D0-6D33-4731-A59B-369807834DD2}" dt="2025-11-17T02:47:46.612" v="893"/>
          <ac:spMkLst>
            <pc:docMk/>
            <pc:sldMk cId="1635377456" sldId="291"/>
            <ac:spMk id="2012" creationId="{95FD7B54-3959-4B99-96AB-F9FD4C125F18}"/>
          </ac:spMkLst>
        </pc:spChg>
        <pc:spChg chg="add mod">
          <ac:chgData name="Alexander Simon Thrysøe" userId="3f9b9528-1df8-4235-9262-8bdb6141b1d9" providerId="ADAL" clId="{210BC3D0-6D33-4731-A59B-369807834DD2}" dt="2025-11-17T02:47:46.617" v="901"/>
          <ac:spMkLst>
            <pc:docMk/>
            <pc:sldMk cId="1635377456" sldId="291"/>
            <ac:spMk id="2013" creationId="{CEBD0FE0-527E-4843-8B8C-BDBAE9EA2673}"/>
          </ac:spMkLst>
        </pc:spChg>
        <pc:spChg chg="add mod">
          <ac:chgData name="Alexander Simon Thrysøe" userId="3f9b9528-1df8-4235-9262-8bdb6141b1d9" providerId="ADAL" clId="{210BC3D0-6D33-4731-A59B-369807834DD2}" dt="2025-11-17T02:47:46.621" v="909"/>
          <ac:spMkLst>
            <pc:docMk/>
            <pc:sldMk cId="1635377456" sldId="291"/>
            <ac:spMk id="2014" creationId="{4188C4CA-05E4-43A8-9047-028330F0DF5A}"/>
          </ac:spMkLst>
        </pc:spChg>
        <pc:spChg chg="add mod">
          <ac:chgData name="Alexander Simon Thrysøe" userId="3f9b9528-1df8-4235-9262-8bdb6141b1d9" providerId="ADAL" clId="{210BC3D0-6D33-4731-A59B-369807834DD2}" dt="2025-11-17T02:47:46.621" v="917"/>
          <ac:spMkLst>
            <pc:docMk/>
            <pc:sldMk cId="1635377456" sldId="291"/>
            <ac:spMk id="2015" creationId="{8AA26E62-8499-48F9-921C-5A6BC3E14091}"/>
          </ac:spMkLst>
        </pc:spChg>
        <pc:spChg chg="add mod">
          <ac:chgData name="Alexander Simon Thrysøe" userId="3f9b9528-1df8-4235-9262-8bdb6141b1d9" providerId="ADAL" clId="{210BC3D0-6D33-4731-A59B-369807834DD2}" dt="2025-11-17T02:47:46.629" v="925"/>
          <ac:spMkLst>
            <pc:docMk/>
            <pc:sldMk cId="1635377456" sldId="291"/>
            <ac:spMk id="2016" creationId="{566B678B-EFDD-4D55-9074-EA4630AD1AE8}"/>
          </ac:spMkLst>
        </pc:spChg>
        <pc:spChg chg="add mod">
          <ac:chgData name="Alexander Simon Thrysøe" userId="3f9b9528-1df8-4235-9262-8bdb6141b1d9" providerId="ADAL" clId="{210BC3D0-6D33-4731-A59B-369807834DD2}" dt="2025-11-17T02:47:46.638" v="933"/>
          <ac:spMkLst>
            <pc:docMk/>
            <pc:sldMk cId="1635377456" sldId="291"/>
            <ac:spMk id="2017" creationId="{B50F1C09-EE25-458C-8A34-B62D409F765E}"/>
          </ac:spMkLst>
        </pc:spChg>
        <pc:spChg chg="add mod">
          <ac:chgData name="Alexander Simon Thrysøe" userId="3f9b9528-1df8-4235-9262-8bdb6141b1d9" providerId="ADAL" clId="{210BC3D0-6D33-4731-A59B-369807834DD2}" dt="2025-11-17T02:47:46.643" v="941"/>
          <ac:spMkLst>
            <pc:docMk/>
            <pc:sldMk cId="1635377456" sldId="291"/>
            <ac:spMk id="2018" creationId="{EB66A05E-992A-4AD2-AF0A-08F5A6F9B52B}"/>
          </ac:spMkLst>
        </pc:spChg>
        <pc:spChg chg="add mod">
          <ac:chgData name="Alexander Simon Thrysøe" userId="3f9b9528-1df8-4235-9262-8bdb6141b1d9" providerId="ADAL" clId="{210BC3D0-6D33-4731-A59B-369807834DD2}" dt="2025-11-17T02:47:46.648" v="949"/>
          <ac:spMkLst>
            <pc:docMk/>
            <pc:sldMk cId="1635377456" sldId="291"/>
            <ac:spMk id="2019" creationId="{FB019FA8-AB17-460C-B291-3E4067F1EDC3}"/>
          </ac:spMkLst>
        </pc:spChg>
        <pc:spChg chg="add mod">
          <ac:chgData name="Alexander Simon Thrysøe" userId="3f9b9528-1df8-4235-9262-8bdb6141b1d9" providerId="ADAL" clId="{210BC3D0-6D33-4731-A59B-369807834DD2}" dt="2025-11-17T02:47:46.653" v="957"/>
          <ac:spMkLst>
            <pc:docMk/>
            <pc:sldMk cId="1635377456" sldId="291"/>
            <ac:spMk id="2020" creationId="{E6768474-4DDE-4107-8E7B-D75B02F94817}"/>
          </ac:spMkLst>
        </pc:spChg>
        <pc:spChg chg="add mod">
          <ac:chgData name="Alexander Simon Thrysøe" userId="3f9b9528-1df8-4235-9262-8bdb6141b1d9" providerId="ADAL" clId="{210BC3D0-6D33-4731-A59B-369807834DD2}" dt="2025-11-17T02:47:46.662" v="965"/>
          <ac:spMkLst>
            <pc:docMk/>
            <pc:sldMk cId="1635377456" sldId="291"/>
            <ac:spMk id="2021" creationId="{30DCDA0E-5AB7-4CA0-996F-3D86B3370183}"/>
          </ac:spMkLst>
        </pc:spChg>
        <pc:spChg chg="add mod">
          <ac:chgData name="Alexander Simon Thrysøe" userId="3f9b9528-1df8-4235-9262-8bdb6141b1d9" providerId="ADAL" clId="{210BC3D0-6D33-4731-A59B-369807834DD2}" dt="2025-11-17T02:47:46.667" v="973"/>
          <ac:spMkLst>
            <pc:docMk/>
            <pc:sldMk cId="1635377456" sldId="291"/>
            <ac:spMk id="2022" creationId="{E0F65A79-1B6D-474C-8D13-CBDF02144D9D}"/>
          </ac:spMkLst>
        </pc:spChg>
        <pc:spChg chg="add mod">
          <ac:chgData name="Alexander Simon Thrysøe" userId="3f9b9528-1df8-4235-9262-8bdb6141b1d9" providerId="ADAL" clId="{210BC3D0-6D33-4731-A59B-369807834DD2}" dt="2025-11-17T02:47:46.673" v="981"/>
          <ac:spMkLst>
            <pc:docMk/>
            <pc:sldMk cId="1635377456" sldId="291"/>
            <ac:spMk id="2023" creationId="{2E829262-D3D6-4D38-942C-DF28EA576702}"/>
          </ac:spMkLst>
        </pc:spChg>
        <pc:spChg chg="add mod">
          <ac:chgData name="Alexander Simon Thrysøe" userId="3f9b9528-1df8-4235-9262-8bdb6141b1d9" providerId="ADAL" clId="{210BC3D0-6D33-4731-A59B-369807834DD2}" dt="2025-11-17T02:47:46.678" v="989"/>
          <ac:spMkLst>
            <pc:docMk/>
            <pc:sldMk cId="1635377456" sldId="291"/>
            <ac:spMk id="2024" creationId="{48AEFF5A-04CD-4A31-A34C-BB7E8F15ADCD}"/>
          </ac:spMkLst>
        </pc:spChg>
        <pc:spChg chg="add mod">
          <ac:chgData name="Alexander Simon Thrysøe" userId="3f9b9528-1df8-4235-9262-8bdb6141b1d9" providerId="ADAL" clId="{210BC3D0-6D33-4731-A59B-369807834DD2}" dt="2025-11-17T02:47:46.683" v="997"/>
          <ac:spMkLst>
            <pc:docMk/>
            <pc:sldMk cId="1635377456" sldId="291"/>
            <ac:spMk id="2025" creationId="{8E8094D4-6E3B-4D07-AE87-0042AE17289F}"/>
          </ac:spMkLst>
        </pc:spChg>
        <pc:spChg chg="add mod">
          <ac:chgData name="Alexander Simon Thrysøe" userId="3f9b9528-1df8-4235-9262-8bdb6141b1d9" providerId="ADAL" clId="{210BC3D0-6D33-4731-A59B-369807834DD2}" dt="2025-11-17T02:47:46.691" v="1005"/>
          <ac:spMkLst>
            <pc:docMk/>
            <pc:sldMk cId="1635377456" sldId="291"/>
            <ac:spMk id="2026" creationId="{F83876B7-2390-46D0-8D60-E76121929055}"/>
          </ac:spMkLst>
        </pc:spChg>
        <pc:spChg chg="add mod">
          <ac:chgData name="Alexander Simon Thrysøe" userId="3f9b9528-1df8-4235-9262-8bdb6141b1d9" providerId="ADAL" clId="{210BC3D0-6D33-4731-A59B-369807834DD2}" dt="2025-11-17T02:47:46.698" v="1013"/>
          <ac:spMkLst>
            <pc:docMk/>
            <pc:sldMk cId="1635377456" sldId="291"/>
            <ac:spMk id="2027" creationId="{2CE531F5-7883-403C-9220-C760A45F6A06}"/>
          </ac:spMkLst>
        </pc:spChg>
        <pc:spChg chg="add mod">
          <ac:chgData name="Alexander Simon Thrysøe" userId="3f9b9528-1df8-4235-9262-8bdb6141b1d9" providerId="ADAL" clId="{210BC3D0-6D33-4731-A59B-369807834DD2}" dt="2025-11-17T02:47:46.702" v="1021"/>
          <ac:spMkLst>
            <pc:docMk/>
            <pc:sldMk cId="1635377456" sldId="291"/>
            <ac:spMk id="2028" creationId="{3771318A-599B-43E0-9938-ED8802641375}"/>
          </ac:spMkLst>
        </pc:spChg>
        <pc:spChg chg="add mod">
          <ac:chgData name="Alexander Simon Thrysøe" userId="3f9b9528-1df8-4235-9262-8bdb6141b1d9" providerId="ADAL" clId="{210BC3D0-6D33-4731-A59B-369807834DD2}" dt="2025-11-17T02:47:46.707" v="1029"/>
          <ac:spMkLst>
            <pc:docMk/>
            <pc:sldMk cId="1635377456" sldId="291"/>
            <ac:spMk id="2029" creationId="{00ADEE40-172E-4C55-92EE-E522B47B0E49}"/>
          </ac:spMkLst>
        </pc:spChg>
        <pc:spChg chg="add mod">
          <ac:chgData name="Alexander Simon Thrysøe" userId="3f9b9528-1df8-4235-9262-8bdb6141b1d9" providerId="ADAL" clId="{210BC3D0-6D33-4731-A59B-369807834DD2}" dt="2025-11-17T02:47:46.712" v="1037"/>
          <ac:spMkLst>
            <pc:docMk/>
            <pc:sldMk cId="1635377456" sldId="291"/>
            <ac:spMk id="2030" creationId="{0B718751-1860-409B-8876-419FC33F0046}"/>
          </ac:spMkLst>
        </pc:spChg>
        <pc:spChg chg="add mod">
          <ac:chgData name="Alexander Simon Thrysøe" userId="3f9b9528-1df8-4235-9262-8bdb6141b1d9" providerId="ADAL" clId="{210BC3D0-6D33-4731-A59B-369807834DD2}" dt="2025-11-17T02:47:46.717" v="1045"/>
          <ac:spMkLst>
            <pc:docMk/>
            <pc:sldMk cId="1635377456" sldId="291"/>
            <ac:spMk id="2031" creationId="{F541D77A-AA7C-4971-BE4B-757261AC18E1}"/>
          </ac:spMkLst>
        </pc:spChg>
        <pc:spChg chg="add mod">
          <ac:chgData name="Alexander Simon Thrysøe" userId="3f9b9528-1df8-4235-9262-8bdb6141b1d9" providerId="ADAL" clId="{210BC3D0-6D33-4731-A59B-369807834DD2}" dt="2025-11-17T02:47:46.723" v="1053"/>
          <ac:spMkLst>
            <pc:docMk/>
            <pc:sldMk cId="1635377456" sldId="291"/>
            <ac:spMk id="2032" creationId="{059C7B5E-343E-4AB4-AE78-9237D510E82F}"/>
          </ac:spMkLst>
        </pc:spChg>
        <pc:spChg chg="add mod">
          <ac:chgData name="Alexander Simon Thrysøe" userId="3f9b9528-1df8-4235-9262-8bdb6141b1d9" providerId="ADAL" clId="{210BC3D0-6D33-4731-A59B-369807834DD2}" dt="2025-11-17T02:47:46.728" v="1061"/>
          <ac:spMkLst>
            <pc:docMk/>
            <pc:sldMk cId="1635377456" sldId="291"/>
            <ac:spMk id="2033" creationId="{4F350C2A-02B7-4EF7-8FF9-E3033A46BCE9}"/>
          </ac:spMkLst>
        </pc:spChg>
        <pc:spChg chg="add mod">
          <ac:chgData name="Alexander Simon Thrysøe" userId="3f9b9528-1df8-4235-9262-8bdb6141b1d9" providerId="ADAL" clId="{210BC3D0-6D33-4731-A59B-369807834DD2}" dt="2025-11-17T02:47:46.732" v="1069"/>
          <ac:spMkLst>
            <pc:docMk/>
            <pc:sldMk cId="1635377456" sldId="291"/>
            <ac:spMk id="2034" creationId="{AE958D0A-6CF0-4F0F-A862-19CFC7B89FEA}"/>
          </ac:spMkLst>
        </pc:spChg>
        <pc:spChg chg="add mod">
          <ac:chgData name="Alexander Simon Thrysøe" userId="3f9b9528-1df8-4235-9262-8bdb6141b1d9" providerId="ADAL" clId="{210BC3D0-6D33-4731-A59B-369807834DD2}" dt="2025-11-17T02:47:46.738" v="1077"/>
          <ac:spMkLst>
            <pc:docMk/>
            <pc:sldMk cId="1635377456" sldId="291"/>
            <ac:spMk id="2035" creationId="{61C2A1D2-DCBC-4522-AB77-5DC349FF1528}"/>
          </ac:spMkLst>
        </pc:spChg>
        <pc:spChg chg="add mod">
          <ac:chgData name="Alexander Simon Thrysøe" userId="3f9b9528-1df8-4235-9262-8bdb6141b1d9" providerId="ADAL" clId="{210BC3D0-6D33-4731-A59B-369807834DD2}" dt="2025-11-17T02:47:46.746" v="1085"/>
          <ac:spMkLst>
            <pc:docMk/>
            <pc:sldMk cId="1635377456" sldId="291"/>
            <ac:spMk id="2036" creationId="{259DE366-2406-4567-9D25-C476817054E4}"/>
          </ac:spMkLst>
        </pc:spChg>
        <pc:spChg chg="add mod">
          <ac:chgData name="Alexander Simon Thrysøe" userId="3f9b9528-1df8-4235-9262-8bdb6141b1d9" providerId="ADAL" clId="{210BC3D0-6D33-4731-A59B-369807834DD2}" dt="2025-11-17T02:47:46.753" v="1093"/>
          <ac:spMkLst>
            <pc:docMk/>
            <pc:sldMk cId="1635377456" sldId="291"/>
            <ac:spMk id="2037" creationId="{49D777C4-6DE4-46BC-89CB-1FB971CD35E5}"/>
          </ac:spMkLst>
        </pc:spChg>
        <pc:spChg chg="add mod">
          <ac:chgData name="Alexander Simon Thrysøe" userId="3f9b9528-1df8-4235-9262-8bdb6141b1d9" providerId="ADAL" clId="{210BC3D0-6D33-4731-A59B-369807834DD2}" dt="2025-11-17T02:47:46.759" v="1101"/>
          <ac:spMkLst>
            <pc:docMk/>
            <pc:sldMk cId="1635377456" sldId="291"/>
            <ac:spMk id="2038" creationId="{C702ED69-06D2-430B-A308-8F0A9E10D3DF}"/>
          </ac:spMkLst>
        </pc:spChg>
        <pc:spChg chg="add mod">
          <ac:chgData name="Alexander Simon Thrysøe" userId="3f9b9528-1df8-4235-9262-8bdb6141b1d9" providerId="ADAL" clId="{210BC3D0-6D33-4731-A59B-369807834DD2}" dt="2025-11-17T02:47:46.766" v="1109"/>
          <ac:spMkLst>
            <pc:docMk/>
            <pc:sldMk cId="1635377456" sldId="291"/>
            <ac:spMk id="2039" creationId="{58751CD5-EC57-42BD-86B7-AF8394DCCFB8}"/>
          </ac:spMkLst>
        </pc:spChg>
        <pc:spChg chg="add mod">
          <ac:chgData name="Alexander Simon Thrysøe" userId="3f9b9528-1df8-4235-9262-8bdb6141b1d9" providerId="ADAL" clId="{210BC3D0-6D33-4731-A59B-369807834DD2}" dt="2025-11-17T02:47:46.771" v="1117"/>
          <ac:spMkLst>
            <pc:docMk/>
            <pc:sldMk cId="1635377456" sldId="291"/>
            <ac:spMk id="2040" creationId="{C376D4D8-0F7C-47A4-AF6F-B1B868B698A5}"/>
          </ac:spMkLst>
        </pc:spChg>
        <pc:spChg chg="add mod">
          <ac:chgData name="Alexander Simon Thrysøe" userId="3f9b9528-1df8-4235-9262-8bdb6141b1d9" providerId="ADAL" clId="{210BC3D0-6D33-4731-A59B-369807834DD2}" dt="2025-11-17T02:47:46.775" v="1125"/>
          <ac:spMkLst>
            <pc:docMk/>
            <pc:sldMk cId="1635377456" sldId="291"/>
            <ac:spMk id="2041" creationId="{2735C74B-A21A-4C8E-8CC2-F6C75A87A066}"/>
          </ac:spMkLst>
        </pc:spChg>
        <pc:spChg chg="add mod">
          <ac:chgData name="Alexander Simon Thrysøe" userId="3f9b9528-1df8-4235-9262-8bdb6141b1d9" providerId="ADAL" clId="{210BC3D0-6D33-4731-A59B-369807834DD2}" dt="2025-11-17T02:47:46.780" v="1133"/>
          <ac:spMkLst>
            <pc:docMk/>
            <pc:sldMk cId="1635377456" sldId="291"/>
            <ac:spMk id="2042" creationId="{B122CB72-687B-4366-9D56-80087FA4B89E}"/>
          </ac:spMkLst>
        </pc:spChg>
        <pc:spChg chg="add mod">
          <ac:chgData name="Alexander Simon Thrysøe" userId="3f9b9528-1df8-4235-9262-8bdb6141b1d9" providerId="ADAL" clId="{210BC3D0-6D33-4731-A59B-369807834DD2}" dt="2025-11-17T02:47:46.785" v="1141"/>
          <ac:spMkLst>
            <pc:docMk/>
            <pc:sldMk cId="1635377456" sldId="291"/>
            <ac:spMk id="2043" creationId="{779A17A6-598B-4B57-AD9D-10A80DA4ECED}"/>
          </ac:spMkLst>
        </pc:spChg>
        <pc:spChg chg="add mod">
          <ac:chgData name="Alexander Simon Thrysøe" userId="3f9b9528-1df8-4235-9262-8bdb6141b1d9" providerId="ADAL" clId="{210BC3D0-6D33-4731-A59B-369807834DD2}" dt="2025-11-17T02:47:46.791" v="1149"/>
          <ac:spMkLst>
            <pc:docMk/>
            <pc:sldMk cId="1635377456" sldId="291"/>
            <ac:spMk id="2044" creationId="{F2436584-E0AE-48F5-91BD-F52726A348F8}"/>
          </ac:spMkLst>
        </pc:spChg>
        <pc:spChg chg="add mod">
          <ac:chgData name="Alexander Simon Thrysøe" userId="3f9b9528-1df8-4235-9262-8bdb6141b1d9" providerId="ADAL" clId="{210BC3D0-6D33-4731-A59B-369807834DD2}" dt="2025-11-17T02:47:46.796" v="1157"/>
          <ac:spMkLst>
            <pc:docMk/>
            <pc:sldMk cId="1635377456" sldId="291"/>
            <ac:spMk id="2045" creationId="{C303120A-A479-4C42-AA96-CB845B62DC0D}"/>
          </ac:spMkLst>
        </pc:spChg>
        <pc:spChg chg="add mod">
          <ac:chgData name="Alexander Simon Thrysøe" userId="3f9b9528-1df8-4235-9262-8bdb6141b1d9" providerId="ADAL" clId="{210BC3D0-6D33-4731-A59B-369807834DD2}" dt="2025-11-17T02:47:46.800" v="1165"/>
          <ac:spMkLst>
            <pc:docMk/>
            <pc:sldMk cId="1635377456" sldId="291"/>
            <ac:spMk id="2046" creationId="{63C3C97E-C371-4981-91D7-1873458BBFBE}"/>
          </ac:spMkLst>
        </pc:spChg>
        <pc:spChg chg="add mod">
          <ac:chgData name="Alexander Simon Thrysøe" userId="3f9b9528-1df8-4235-9262-8bdb6141b1d9" providerId="ADAL" clId="{210BC3D0-6D33-4731-A59B-369807834DD2}" dt="2025-11-17T02:47:46.805" v="1173"/>
          <ac:spMkLst>
            <pc:docMk/>
            <pc:sldMk cId="1635377456" sldId="291"/>
            <ac:spMk id="2047" creationId="{01FC84B3-BD3A-4373-AB0A-7B6BDA93D66A}"/>
          </ac:spMkLst>
        </pc:spChg>
        <pc:spChg chg="add mod">
          <ac:chgData name="Alexander Simon Thrysøe" userId="3f9b9528-1df8-4235-9262-8bdb6141b1d9" providerId="ADAL" clId="{210BC3D0-6D33-4731-A59B-369807834DD2}" dt="2025-11-17T02:47:46.809" v="1181"/>
          <ac:spMkLst>
            <pc:docMk/>
            <pc:sldMk cId="1635377456" sldId="291"/>
            <ac:spMk id="2048" creationId="{56219468-64B0-4CE4-ABBB-08D594719541}"/>
          </ac:spMkLst>
        </pc:spChg>
        <pc:spChg chg="add mod">
          <ac:chgData name="Alexander Simon Thrysøe" userId="3f9b9528-1df8-4235-9262-8bdb6141b1d9" providerId="ADAL" clId="{210BC3D0-6D33-4731-A59B-369807834DD2}" dt="2025-11-17T02:47:46.814" v="1189"/>
          <ac:spMkLst>
            <pc:docMk/>
            <pc:sldMk cId="1635377456" sldId="291"/>
            <ac:spMk id="2049" creationId="{64F94421-8EC5-4D7F-A038-0D045D722870}"/>
          </ac:spMkLst>
        </pc:spChg>
        <pc:spChg chg="add mod">
          <ac:chgData name="Alexander Simon Thrysøe" userId="3f9b9528-1df8-4235-9262-8bdb6141b1d9" providerId="ADAL" clId="{210BC3D0-6D33-4731-A59B-369807834DD2}" dt="2025-11-17T02:47:46.819" v="1197"/>
          <ac:spMkLst>
            <pc:docMk/>
            <pc:sldMk cId="1635377456" sldId="291"/>
            <ac:spMk id="2050" creationId="{C979DB51-DA15-4CB4-A659-A6F37259C963}"/>
          </ac:spMkLst>
        </pc:spChg>
        <pc:spChg chg="add mod">
          <ac:chgData name="Alexander Simon Thrysøe" userId="3f9b9528-1df8-4235-9262-8bdb6141b1d9" providerId="ADAL" clId="{210BC3D0-6D33-4731-A59B-369807834DD2}" dt="2025-11-17T02:47:46.824" v="1205"/>
          <ac:spMkLst>
            <pc:docMk/>
            <pc:sldMk cId="1635377456" sldId="291"/>
            <ac:spMk id="2051" creationId="{EF180F73-0B1A-4F8B-8500-2B4B68A326FE}"/>
          </ac:spMkLst>
        </pc:spChg>
        <pc:spChg chg="add mod">
          <ac:chgData name="Alexander Simon Thrysøe" userId="3f9b9528-1df8-4235-9262-8bdb6141b1d9" providerId="ADAL" clId="{210BC3D0-6D33-4731-A59B-369807834DD2}" dt="2025-11-17T02:47:46.829" v="1213"/>
          <ac:spMkLst>
            <pc:docMk/>
            <pc:sldMk cId="1635377456" sldId="291"/>
            <ac:spMk id="2052" creationId="{668D61FC-65AA-413A-B765-58BF6898727F}"/>
          </ac:spMkLst>
        </pc:spChg>
        <pc:spChg chg="add mod">
          <ac:chgData name="Alexander Simon Thrysøe" userId="3f9b9528-1df8-4235-9262-8bdb6141b1d9" providerId="ADAL" clId="{210BC3D0-6D33-4731-A59B-369807834DD2}" dt="2025-11-17T02:47:46.834" v="1221"/>
          <ac:spMkLst>
            <pc:docMk/>
            <pc:sldMk cId="1635377456" sldId="291"/>
            <ac:spMk id="2053" creationId="{1B18F47C-9C66-4C33-8454-39B50A7AB3F3}"/>
          </ac:spMkLst>
        </pc:spChg>
        <pc:spChg chg="add mod">
          <ac:chgData name="Alexander Simon Thrysøe" userId="3f9b9528-1df8-4235-9262-8bdb6141b1d9" providerId="ADAL" clId="{210BC3D0-6D33-4731-A59B-369807834DD2}" dt="2025-11-17T02:47:46.839" v="1229"/>
          <ac:spMkLst>
            <pc:docMk/>
            <pc:sldMk cId="1635377456" sldId="291"/>
            <ac:spMk id="2054" creationId="{9E16801F-79F1-49ED-88C6-F65FE287723C}"/>
          </ac:spMkLst>
        </pc:spChg>
        <pc:spChg chg="add mod">
          <ac:chgData name="Alexander Simon Thrysøe" userId="3f9b9528-1df8-4235-9262-8bdb6141b1d9" providerId="ADAL" clId="{210BC3D0-6D33-4731-A59B-369807834DD2}" dt="2025-11-17T02:47:46.844" v="1237"/>
          <ac:spMkLst>
            <pc:docMk/>
            <pc:sldMk cId="1635377456" sldId="291"/>
            <ac:spMk id="2055" creationId="{27EC17DF-4938-49D2-9218-5F130A5D24C0}"/>
          </ac:spMkLst>
        </pc:spChg>
        <pc:spChg chg="add mod">
          <ac:chgData name="Alexander Simon Thrysøe" userId="3f9b9528-1df8-4235-9262-8bdb6141b1d9" providerId="ADAL" clId="{210BC3D0-6D33-4731-A59B-369807834DD2}" dt="2025-11-17T02:47:46.848" v="1245"/>
          <ac:spMkLst>
            <pc:docMk/>
            <pc:sldMk cId="1635377456" sldId="291"/>
            <ac:spMk id="2056" creationId="{BC446566-A49D-4334-8330-0D6A03F0F266}"/>
          </ac:spMkLst>
        </pc:spChg>
        <pc:spChg chg="add mod">
          <ac:chgData name="Alexander Simon Thrysøe" userId="3f9b9528-1df8-4235-9262-8bdb6141b1d9" providerId="ADAL" clId="{210BC3D0-6D33-4731-A59B-369807834DD2}" dt="2025-11-17T02:47:46.853" v="1253"/>
          <ac:spMkLst>
            <pc:docMk/>
            <pc:sldMk cId="1635377456" sldId="291"/>
            <ac:spMk id="2057" creationId="{282A3452-6F09-4A32-A644-797C8C1FCEA9}"/>
          </ac:spMkLst>
        </pc:spChg>
        <pc:spChg chg="add mod">
          <ac:chgData name="Alexander Simon Thrysøe" userId="3f9b9528-1df8-4235-9262-8bdb6141b1d9" providerId="ADAL" clId="{210BC3D0-6D33-4731-A59B-369807834DD2}" dt="2025-11-17T02:47:46.855" v="1261"/>
          <ac:spMkLst>
            <pc:docMk/>
            <pc:sldMk cId="1635377456" sldId="291"/>
            <ac:spMk id="2058" creationId="{6958CD22-798C-47EC-960C-5A1B3F33EF83}"/>
          </ac:spMkLst>
        </pc:spChg>
        <pc:spChg chg="add mod">
          <ac:chgData name="Alexander Simon Thrysøe" userId="3f9b9528-1df8-4235-9262-8bdb6141b1d9" providerId="ADAL" clId="{210BC3D0-6D33-4731-A59B-369807834DD2}" dt="2025-11-17T02:47:46.855" v="1269"/>
          <ac:spMkLst>
            <pc:docMk/>
            <pc:sldMk cId="1635377456" sldId="291"/>
            <ac:spMk id="2059" creationId="{C2AAA09B-6945-44A7-8D0E-F0959A05AFAC}"/>
          </ac:spMkLst>
        </pc:spChg>
        <pc:spChg chg="add mod">
          <ac:chgData name="Alexander Simon Thrysøe" userId="3f9b9528-1df8-4235-9262-8bdb6141b1d9" providerId="ADAL" clId="{210BC3D0-6D33-4731-A59B-369807834DD2}" dt="2025-11-17T02:47:46.855" v="1277"/>
          <ac:spMkLst>
            <pc:docMk/>
            <pc:sldMk cId="1635377456" sldId="291"/>
            <ac:spMk id="2060" creationId="{36F35ECF-8138-4E65-8857-7A82F66DAA7A}"/>
          </ac:spMkLst>
        </pc:spChg>
        <pc:spChg chg="add mod">
          <ac:chgData name="Alexander Simon Thrysøe" userId="3f9b9528-1df8-4235-9262-8bdb6141b1d9" providerId="ADAL" clId="{210BC3D0-6D33-4731-A59B-369807834DD2}" dt="2025-11-17T02:47:46.872" v="1285"/>
          <ac:spMkLst>
            <pc:docMk/>
            <pc:sldMk cId="1635377456" sldId="291"/>
            <ac:spMk id="2061" creationId="{CC821AAD-67A6-4760-AC95-C20B9395C600}"/>
          </ac:spMkLst>
        </pc:spChg>
        <pc:spChg chg="add mod">
          <ac:chgData name="Alexander Simon Thrysøe" userId="3f9b9528-1df8-4235-9262-8bdb6141b1d9" providerId="ADAL" clId="{210BC3D0-6D33-4731-A59B-369807834DD2}" dt="2025-11-17T02:47:46.872" v="1293"/>
          <ac:spMkLst>
            <pc:docMk/>
            <pc:sldMk cId="1635377456" sldId="291"/>
            <ac:spMk id="2062" creationId="{2941F7D4-91C6-45CF-9028-94893F14E331}"/>
          </ac:spMkLst>
        </pc:spChg>
        <pc:spChg chg="add mod">
          <ac:chgData name="Alexander Simon Thrysøe" userId="3f9b9528-1df8-4235-9262-8bdb6141b1d9" providerId="ADAL" clId="{210BC3D0-6D33-4731-A59B-369807834DD2}" dt="2025-11-17T02:47:46.890" v="1301"/>
          <ac:spMkLst>
            <pc:docMk/>
            <pc:sldMk cId="1635377456" sldId="291"/>
            <ac:spMk id="2063" creationId="{D317C839-BFDC-4190-8759-BF0988D15D75}"/>
          </ac:spMkLst>
        </pc:spChg>
        <pc:spChg chg="add mod">
          <ac:chgData name="Alexander Simon Thrysøe" userId="3f9b9528-1df8-4235-9262-8bdb6141b1d9" providerId="ADAL" clId="{210BC3D0-6D33-4731-A59B-369807834DD2}" dt="2025-11-17T02:47:46.890" v="1309"/>
          <ac:spMkLst>
            <pc:docMk/>
            <pc:sldMk cId="1635377456" sldId="291"/>
            <ac:spMk id="2064" creationId="{50C7FB5F-744E-4145-8855-F5C538FADFD0}"/>
          </ac:spMkLst>
        </pc:spChg>
        <pc:spChg chg="add mod">
          <ac:chgData name="Alexander Simon Thrysøe" userId="3f9b9528-1df8-4235-9262-8bdb6141b1d9" providerId="ADAL" clId="{210BC3D0-6D33-4731-A59B-369807834DD2}" dt="2025-11-17T02:47:46.904" v="1317"/>
          <ac:spMkLst>
            <pc:docMk/>
            <pc:sldMk cId="1635377456" sldId="291"/>
            <ac:spMk id="2065" creationId="{2809D7E8-E6EE-4BE8-A693-112E0E543066}"/>
          </ac:spMkLst>
        </pc:spChg>
        <pc:spChg chg="add mod">
          <ac:chgData name="Alexander Simon Thrysøe" userId="3f9b9528-1df8-4235-9262-8bdb6141b1d9" providerId="ADAL" clId="{210BC3D0-6D33-4731-A59B-369807834DD2}" dt="2025-11-17T02:47:46.906" v="1325"/>
          <ac:spMkLst>
            <pc:docMk/>
            <pc:sldMk cId="1635377456" sldId="291"/>
            <ac:spMk id="2066" creationId="{6B0C6304-E079-4D94-8CE0-85EA073CDE17}"/>
          </ac:spMkLst>
        </pc:spChg>
        <pc:spChg chg="add mod">
          <ac:chgData name="Alexander Simon Thrysøe" userId="3f9b9528-1df8-4235-9262-8bdb6141b1d9" providerId="ADAL" clId="{210BC3D0-6D33-4731-A59B-369807834DD2}" dt="2025-11-17T02:47:46.906" v="1333"/>
          <ac:spMkLst>
            <pc:docMk/>
            <pc:sldMk cId="1635377456" sldId="291"/>
            <ac:spMk id="2067" creationId="{CAA13A5C-581B-433A-A185-1F8A0D53767B}"/>
          </ac:spMkLst>
        </pc:spChg>
        <pc:spChg chg="add mod">
          <ac:chgData name="Alexander Simon Thrysøe" userId="3f9b9528-1df8-4235-9262-8bdb6141b1d9" providerId="ADAL" clId="{210BC3D0-6D33-4731-A59B-369807834DD2}" dt="2025-11-17T02:47:46.906" v="1341"/>
          <ac:spMkLst>
            <pc:docMk/>
            <pc:sldMk cId="1635377456" sldId="291"/>
            <ac:spMk id="2068" creationId="{060CA4B1-53B5-4DAA-97E4-F396AD4142FD}"/>
          </ac:spMkLst>
        </pc:spChg>
        <pc:spChg chg="add mod">
          <ac:chgData name="Alexander Simon Thrysøe" userId="3f9b9528-1df8-4235-9262-8bdb6141b1d9" providerId="ADAL" clId="{210BC3D0-6D33-4731-A59B-369807834DD2}" dt="2025-11-17T02:47:46.922" v="1349"/>
          <ac:spMkLst>
            <pc:docMk/>
            <pc:sldMk cId="1635377456" sldId="291"/>
            <ac:spMk id="2069" creationId="{E3BD5340-8EDA-4C90-A259-72CA576CF741}"/>
          </ac:spMkLst>
        </pc:spChg>
        <pc:spChg chg="add mod">
          <ac:chgData name="Alexander Simon Thrysøe" userId="3f9b9528-1df8-4235-9262-8bdb6141b1d9" providerId="ADAL" clId="{210BC3D0-6D33-4731-A59B-369807834DD2}" dt="2025-11-17T02:47:46.932" v="1357"/>
          <ac:spMkLst>
            <pc:docMk/>
            <pc:sldMk cId="1635377456" sldId="291"/>
            <ac:spMk id="2070" creationId="{E169868F-6A5B-4806-92F0-817A0F9EB6BC}"/>
          </ac:spMkLst>
        </pc:spChg>
        <pc:spChg chg="add mod">
          <ac:chgData name="Alexander Simon Thrysøe" userId="3f9b9528-1df8-4235-9262-8bdb6141b1d9" providerId="ADAL" clId="{210BC3D0-6D33-4731-A59B-369807834DD2}" dt="2025-11-17T02:47:46.940" v="1365"/>
          <ac:spMkLst>
            <pc:docMk/>
            <pc:sldMk cId="1635377456" sldId="291"/>
            <ac:spMk id="2071" creationId="{242B666E-3C7D-4FE4-B63C-AF5D60DBBF00}"/>
          </ac:spMkLst>
        </pc:spChg>
        <pc:spChg chg="add mod">
          <ac:chgData name="Alexander Simon Thrysøe" userId="3f9b9528-1df8-4235-9262-8bdb6141b1d9" providerId="ADAL" clId="{210BC3D0-6D33-4731-A59B-369807834DD2}" dt="2025-11-17T02:47:46.940" v="1373"/>
          <ac:spMkLst>
            <pc:docMk/>
            <pc:sldMk cId="1635377456" sldId="291"/>
            <ac:spMk id="2072" creationId="{B95C4026-A7A5-48C5-8B80-D58D1E032D4B}"/>
          </ac:spMkLst>
        </pc:spChg>
        <pc:spChg chg="add mod">
          <ac:chgData name="Alexander Simon Thrysøe" userId="3f9b9528-1df8-4235-9262-8bdb6141b1d9" providerId="ADAL" clId="{210BC3D0-6D33-4731-A59B-369807834DD2}" dt="2025-11-17T02:47:46.940" v="1381"/>
          <ac:spMkLst>
            <pc:docMk/>
            <pc:sldMk cId="1635377456" sldId="291"/>
            <ac:spMk id="2073" creationId="{2CFCA827-E3EC-429A-A452-95DC7E6DC7AE}"/>
          </ac:spMkLst>
        </pc:spChg>
        <pc:spChg chg="add mod">
          <ac:chgData name="Alexander Simon Thrysøe" userId="3f9b9528-1df8-4235-9262-8bdb6141b1d9" providerId="ADAL" clId="{210BC3D0-6D33-4731-A59B-369807834DD2}" dt="2025-11-17T02:47:46.957" v="1389"/>
          <ac:spMkLst>
            <pc:docMk/>
            <pc:sldMk cId="1635377456" sldId="291"/>
            <ac:spMk id="2074" creationId="{BD1B9468-7EE9-4C8B-B8AE-D3DB8680624B}"/>
          </ac:spMkLst>
        </pc:spChg>
        <pc:spChg chg="add mod">
          <ac:chgData name="Alexander Simon Thrysøe" userId="3f9b9528-1df8-4235-9262-8bdb6141b1d9" providerId="ADAL" clId="{210BC3D0-6D33-4731-A59B-369807834DD2}" dt="2025-11-17T02:47:46.960" v="1397"/>
          <ac:spMkLst>
            <pc:docMk/>
            <pc:sldMk cId="1635377456" sldId="291"/>
            <ac:spMk id="2075" creationId="{A9AF7388-828C-4772-AF2F-7C9A417F9C9D}"/>
          </ac:spMkLst>
        </pc:spChg>
        <pc:spChg chg="add mod">
          <ac:chgData name="Alexander Simon Thrysøe" userId="3f9b9528-1df8-4235-9262-8bdb6141b1d9" providerId="ADAL" clId="{210BC3D0-6D33-4731-A59B-369807834DD2}" dt="2025-11-17T02:47:46.960" v="1405"/>
          <ac:spMkLst>
            <pc:docMk/>
            <pc:sldMk cId="1635377456" sldId="291"/>
            <ac:spMk id="2076" creationId="{C743DCC3-7D4E-4F92-A019-E2A78C785161}"/>
          </ac:spMkLst>
        </pc:spChg>
        <pc:spChg chg="add mod">
          <ac:chgData name="Alexander Simon Thrysøe" userId="3f9b9528-1df8-4235-9262-8bdb6141b1d9" providerId="ADAL" clId="{210BC3D0-6D33-4731-A59B-369807834DD2}" dt="2025-11-17T02:47:46.973" v="1413"/>
          <ac:spMkLst>
            <pc:docMk/>
            <pc:sldMk cId="1635377456" sldId="291"/>
            <ac:spMk id="2077" creationId="{E2E734B5-C2C6-4DE8-9371-B89F4E8C5EAA}"/>
          </ac:spMkLst>
        </pc:spChg>
        <pc:spChg chg="add mod">
          <ac:chgData name="Alexander Simon Thrysøe" userId="3f9b9528-1df8-4235-9262-8bdb6141b1d9" providerId="ADAL" clId="{210BC3D0-6D33-4731-A59B-369807834DD2}" dt="2025-11-17T02:47:46.973" v="1421"/>
          <ac:spMkLst>
            <pc:docMk/>
            <pc:sldMk cId="1635377456" sldId="291"/>
            <ac:spMk id="2078" creationId="{A720D34B-DEE0-4190-AD1C-16E3E29CF756}"/>
          </ac:spMkLst>
        </pc:spChg>
        <pc:spChg chg="add mod">
          <ac:chgData name="Alexander Simon Thrysøe" userId="3f9b9528-1df8-4235-9262-8bdb6141b1d9" providerId="ADAL" clId="{210BC3D0-6D33-4731-A59B-369807834DD2}" dt="2025-11-17T02:47:46.973" v="1429"/>
          <ac:spMkLst>
            <pc:docMk/>
            <pc:sldMk cId="1635377456" sldId="291"/>
            <ac:spMk id="2079" creationId="{F9D288D9-B63A-442F-BD1B-6596C12C3A29}"/>
          </ac:spMkLst>
        </pc:spChg>
        <pc:spChg chg="add mod">
          <ac:chgData name="Alexander Simon Thrysøe" userId="3f9b9528-1df8-4235-9262-8bdb6141b1d9" providerId="ADAL" clId="{210BC3D0-6D33-4731-A59B-369807834DD2}" dt="2025-11-17T02:47:46.988" v="1437"/>
          <ac:spMkLst>
            <pc:docMk/>
            <pc:sldMk cId="1635377456" sldId="291"/>
            <ac:spMk id="2080" creationId="{8F7A0D93-4777-49D7-AAE4-FFB5633F2CB8}"/>
          </ac:spMkLst>
        </pc:spChg>
        <pc:spChg chg="add mod">
          <ac:chgData name="Alexander Simon Thrysøe" userId="3f9b9528-1df8-4235-9262-8bdb6141b1d9" providerId="ADAL" clId="{210BC3D0-6D33-4731-A59B-369807834DD2}" dt="2025-11-17T02:47:46.993" v="1445"/>
          <ac:spMkLst>
            <pc:docMk/>
            <pc:sldMk cId="1635377456" sldId="291"/>
            <ac:spMk id="2081" creationId="{CB3747CA-CC70-4A4B-94F0-7F0BF31F7745}"/>
          </ac:spMkLst>
        </pc:spChg>
        <pc:spChg chg="add mod">
          <ac:chgData name="Alexander Simon Thrysøe" userId="3f9b9528-1df8-4235-9262-8bdb6141b1d9" providerId="ADAL" clId="{210BC3D0-6D33-4731-A59B-369807834DD2}" dt="2025-11-17T02:47:46.994" v="1453"/>
          <ac:spMkLst>
            <pc:docMk/>
            <pc:sldMk cId="1635377456" sldId="291"/>
            <ac:spMk id="2082" creationId="{1C5C3F89-2239-4B55-AD9E-D8C0AFEC5EC6}"/>
          </ac:spMkLst>
        </pc:spChg>
        <pc:spChg chg="add mod">
          <ac:chgData name="Alexander Simon Thrysøe" userId="3f9b9528-1df8-4235-9262-8bdb6141b1d9" providerId="ADAL" clId="{210BC3D0-6D33-4731-A59B-369807834DD2}" dt="2025-11-17T02:47:46.994" v="1461"/>
          <ac:spMkLst>
            <pc:docMk/>
            <pc:sldMk cId="1635377456" sldId="291"/>
            <ac:spMk id="2083" creationId="{9303683E-4C6B-4AB7-A56B-97CEEC1F160B}"/>
          </ac:spMkLst>
        </pc:spChg>
        <pc:spChg chg="add mod">
          <ac:chgData name="Alexander Simon Thrysøe" userId="3f9b9528-1df8-4235-9262-8bdb6141b1d9" providerId="ADAL" clId="{210BC3D0-6D33-4731-A59B-369807834DD2}" dt="2025-11-17T02:47:47.009" v="1469"/>
          <ac:spMkLst>
            <pc:docMk/>
            <pc:sldMk cId="1635377456" sldId="291"/>
            <ac:spMk id="2084" creationId="{836E6621-BBAD-47E6-82EC-59CC3C35E8E6}"/>
          </ac:spMkLst>
        </pc:spChg>
        <pc:spChg chg="add mod">
          <ac:chgData name="Alexander Simon Thrysøe" userId="3f9b9528-1df8-4235-9262-8bdb6141b1d9" providerId="ADAL" clId="{210BC3D0-6D33-4731-A59B-369807834DD2}" dt="2025-11-17T02:47:47.011" v="1477"/>
          <ac:spMkLst>
            <pc:docMk/>
            <pc:sldMk cId="1635377456" sldId="291"/>
            <ac:spMk id="2085" creationId="{A728F82D-B8E6-4AB6-9DD5-5794AD3D82FE}"/>
          </ac:spMkLst>
        </pc:spChg>
        <pc:spChg chg="add mod">
          <ac:chgData name="Alexander Simon Thrysøe" userId="3f9b9528-1df8-4235-9262-8bdb6141b1d9" providerId="ADAL" clId="{210BC3D0-6D33-4731-A59B-369807834DD2}" dt="2025-11-17T02:47:47.011" v="1485"/>
          <ac:spMkLst>
            <pc:docMk/>
            <pc:sldMk cId="1635377456" sldId="291"/>
            <ac:spMk id="2086" creationId="{95737161-6506-4BCE-9D36-75ED1B791D57}"/>
          </ac:spMkLst>
        </pc:spChg>
        <pc:spChg chg="add mod">
          <ac:chgData name="Alexander Simon Thrysøe" userId="3f9b9528-1df8-4235-9262-8bdb6141b1d9" providerId="ADAL" clId="{210BC3D0-6D33-4731-A59B-369807834DD2}" dt="2025-11-17T02:47:47.024" v="1493"/>
          <ac:spMkLst>
            <pc:docMk/>
            <pc:sldMk cId="1635377456" sldId="291"/>
            <ac:spMk id="2087" creationId="{E4BB37F1-44D5-4A6E-8707-D2A427DF1EA0}"/>
          </ac:spMkLst>
        </pc:spChg>
        <pc:spChg chg="add mod">
          <ac:chgData name="Alexander Simon Thrysøe" userId="3f9b9528-1df8-4235-9262-8bdb6141b1d9" providerId="ADAL" clId="{210BC3D0-6D33-4731-A59B-369807834DD2}" dt="2025-11-17T02:47:47.028" v="1501"/>
          <ac:spMkLst>
            <pc:docMk/>
            <pc:sldMk cId="1635377456" sldId="291"/>
            <ac:spMk id="2088" creationId="{EF2B418B-25FE-4288-8066-29F78748CC25}"/>
          </ac:spMkLst>
        </pc:spChg>
        <pc:spChg chg="add mod">
          <ac:chgData name="Alexander Simon Thrysøe" userId="3f9b9528-1df8-4235-9262-8bdb6141b1d9" providerId="ADAL" clId="{210BC3D0-6D33-4731-A59B-369807834DD2}" dt="2025-11-17T02:47:47.028" v="1509"/>
          <ac:spMkLst>
            <pc:docMk/>
            <pc:sldMk cId="1635377456" sldId="291"/>
            <ac:spMk id="2089" creationId="{F12B7E1E-916E-4028-93CC-8786D13353F5}"/>
          </ac:spMkLst>
        </pc:spChg>
        <pc:spChg chg="add mod">
          <ac:chgData name="Alexander Simon Thrysøe" userId="3f9b9528-1df8-4235-9262-8bdb6141b1d9" providerId="ADAL" clId="{210BC3D0-6D33-4731-A59B-369807834DD2}" dt="2025-11-17T02:47:47.038" v="1517"/>
          <ac:spMkLst>
            <pc:docMk/>
            <pc:sldMk cId="1635377456" sldId="291"/>
            <ac:spMk id="2090" creationId="{6100FFB7-D3C8-475D-B854-9AA4F5D4C948}"/>
          </ac:spMkLst>
        </pc:spChg>
        <pc:spChg chg="add mod">
          <ac:chgData name="Alexander Simon Thrysøe" userId="3f9b9528-1df8-4235-9262-8bdb6141b1d9" providerId="ADAL" clId="{210BC3D0-6D33-4731-A59B-369807834DD2}" dt="2025-11-17T02:47:47.044" v="1525"/>
          <ac:spMkLst>
            <pc:docMk/>
            <pc:sldMk cId="1635377456" sldId="291"/>
            <ac:spMk id="2091" creationId="{8A71AF69-0B08-4B26-938C-0BCFC271D978}"/>
          </ac:spMkLst>
        </pc:spChg>
        <pc:spChg chg="add mod">
          <ac:chgData name="Alexander Simon Thrysøe" userId="3f9b9528-1df8-4235-9262-8bdb6141b1d9" providerId="ADAL" clId="{210BC3D0-6D33-4731-A59B-369807834DD2}" dt="2025-11-17T02:47:47.044" v="1533"/>
          <ac:spMkLst>
            <pc:docMk/>
            <pc:sldMk cId="1635377456" sldId="291"/>
            <ac:spMk id="2092" creationId="{B5B931D8-0374-4F48-9543-EAA38B6E0E6C}"/>
          </ac:spMkLst>
        </pc:spChg>
        <pc:spChg chg="add mod">
          <ac:chgData name="Alexander Simon Thrysøe" userId="3f9b9528-1df8-4235-9262-8bdb6141b1d9" providerId="ADAL" clId="{210BC3D0-6D33-4731-A59B-369807834DD2}" dt="2025-11-17T02:47:47.044" v="1541"/>
          <ac:spMkLst>
            <pc:docMk/>
            <pc:sldMk cId="1635377456" sldId="291"/>
            <ac:spMk id="2093" creationId="{0B9C0C70-3C9D-437D-95BD-DF9F20BAEAE3}"/>
          </ac:spMkLst>
        </pc:spChg>
        <pc:spChg chg="add mod">
          <ac:chgData name="Alexander Simon Thrysøe" userId="3f9b9528-1df8-4235-9262-8bdb6141b1d9" providerId="ADAL" clId="{210BC3D0-6D33-4731-A59B-369807834DD2}" dt="2025-11-17T02:47:47.058" v="1549"/>
          <ac:spMkLst>
            <pc:docMk/>
            <pc:sldMk cId="1635377456" sldId="291"/>
            <ac:spMk id="2094" creationId="{C403FA1C-589F-4563-9074-42F2250C318D}"/>
          </ac:spMkLst>
        </pc:spChg>
        <pc:spChg chg="add mod">
          <ac:chgData name="Alexander Simon Thrysøe" userId="3f9b9528-1df8-4235-9262-8bdb6141b1d9" providerId="ADAL" clId="{210BC3D0-6D33-4731-A59B-369807834DD2}" dt="2025-11-17T02:47:47.063" v="1557"/>
          <ac:spMkLst>
            <pc:docMk/>
            <pc:sldMk cId="1635377456" sldId="291"/>
            <ac:spMk id="2095" creationId="{CC8D8B7B-9BFF-4CB7-AC51-ADFEDA5F506E}"/>
          </ac:spMkLst>
        </pc:spChg>
        <pc:spChg chg="add mod">
          <ac:chgData name="Alexander Simon Thrysøe" userId="3f9b9528-1df8-4235-9262-8bdb6141b1d9" providerId="ADAL" clId="{210BC3D0-6D33-4731-A59B-369807834DD2}" dt="2025-11-17T02:47:47.067" v="1565"/>
          <ac:spMkLst>
            <pc:docMk/>
            <pc:sldMk cId="1635377456" sldId="291"/>
            <ac:spMk id="2096" creationId="{C539FC3C-FEE1-4043-95C9-8DD358A7C22D}"/>
          </ac:spMkLst>
        </pc:spChg>
        <pc:spChg chg="add mod">
          <ac:chgData name="Alexander Simon Thrysøe" userId="3f9b9528-1df8-4235-9262-8bdb6141b1d9" providerId="ADAL" clId="{210BC3D0-6D33-4731-A59B-369807834DD2}" dt="2025-11-17T02:47:47.073" v="1573"/>
          <ac:spMkLst>
            <pc:docMk/>
            <pc:sldMk cId="1635377456" sldId="291"/>
            <ac:spMk id="2097" creationId="{D28B4E02-70F7-4FBF-877D-161418211DCF}"/>
          </ac:spMkLst>
        </pc:spChg>
        <pc:spChg chg="add mod">
          <ac:chgData name="Alexander Simon Thrysøe" userId="3f9b9528-1df8-4235-9262-8bdb6141b1d9" providerId="ADAL" clId="{210BC3D0-6D33-4731-A59B-369807834DD2}" dt="2025-11-17T02:47:47.077" v="1581"/>
          <ac:spMkLst>
            <pc:docMk/>
            <pc:sldMk cId="1635377456" sldId="291"/>
            <ac:spMk id="2098" creationId="{0F81AA94-A4FE-4CE4-9265-5AC952709B21}"/>
          </ac:spMkLst>
        </pc:spChg>
        <pc:spChg chg="add mod">
          <ac:chgData name="Alexander Simon Thrysøe" userId="3f9b9528-1df8-4235-9262-8bdb6141b1d9" providerId="ADAL" clId="{210BC3D0-6D33-4731-A59B-369807834DD2}" dt="2025-11-17T02:47:47.081" v="1589"/>
          <ac:spMkLst>
            <pc:docMk/>
            <pc:sldMk cId="1635377456" sldId="291"/>
            <ac:spMk id="2099" creationId="{2D9A462C-02E7-4896-AE51-D97764461DB2}"/>
          </ac:spMkLst>
        </pc:spChg>
        <pc:spChg chg="add mod">
          <ac:chgData name="Alexander Simon Thrysøe" userId="3f9b9528-1df8-4235-9262-8bdb6141b1d9" providerId="ADAL" clId="{210BC3D0-6D33-4731-A59B-369807834DD2}" dt="2025-11-17T02:47:47.086" v="1597"/>
          <ac:spMkLst>
            <pc:docMk/>
            <pc:sldMk cId="1635377456" sldId="291"/>
            <ac:spMk id="2100" creationId="{6A716B67-EF5F-4C7A-8EBF-2E79BD6C7092}"/>
          </ac:spMkLst>
        </pc:spChg>
        <pc:spChg chg="add mod">
          <ac:chgData name="Alexander Simon Thrysøe" userId="3f9b9528-1df8-4235-9262-8bdb6141b1d9" providerId="ADAL" clId="{210BC3D0-6D33-4731-A59B-369807834DD2}" dt="2025-11-17T02:47:47.090" v="1605"/>
          <ac:spMkLst>
            <pc:docMk/>
            <pc:sldMk cId="1635377456" sldId="291"/>
            <ac:spMk id="2101" creationId="{A671B958-FA77-425B-A12D-CE8B1807BDD8}"/>
          </ac:spMkLst>
        </pc:spChg>
        <pc:spChg chg="add mod">
          <ac:chgData name="Alexander Simon Thrysøe" userId="3f9b9528-1df8-4235-9262-8bdb6141b1d9" providerId="ADAL" clId="{210BC3D0-6D33-4731-A59B-369807834DD2}" dt="2025-11-17T02:47:47.093" v="1613"/>
          <ac:spMkLst>
            <pc:docMk/>
            <pc:sldMk cId="1635377456" sldId="291"/>
            <ac:spMk id="2102" creationId="{7CEB88A3-9BE5-4F5F-8AF3-28E08BDED5AC}"/>
          </ac:spMkLst>
        </pc:spChg>
        <pc:spChg chg="add mod">
          <ac:chgData name="Alexander Simon Thrysøe" userId="3f9b9528-1df8-4235-9262-8bdb6141b1d9" providerId="ADAL" clId="{210BC3D0-6D33-4731-A59B-369807834DD2}" dt="2025-11-17T02:47:47.093" v="1621"/>
          <ac:spMkLst>
            <pc:docMk/>
            <pc:sldMk cId="1635377456" sldId="291"/>
            <ac:spMk id="2103" creationId="{2D401E98-E57A-41A1-9604-2322C9984D60}"/>
          </ac:spMkLst>
        </pc:spChg>
        <pc:spChg chg="add mod">
          <ac:chgData name="Alexander Simon Thrysøe" userId="3f9b9528-1df8-4235-9262-8bdb6141b1d9" providerId="ADAL" clId="{210BC3D0-6D33-4731-A59B-369807834DD2}" dt="2025-11-17T02:47:47.106" v="1629"/>
          <ac:spMkLst>
            <pc:docMk/>
            <pc:sldMk cId="1635377456" sldId="291"/>
            <ac:spMk id="2104" creationId="{5FD1A59B-68FE-46EA-8E65-0DE287A4A708}"/>
          </ac:spMkLst>
        </pc:spChg>
        <pc:spChg chg="add mod">
          <ac:chgData name="Alexander Simon Thrysøe" userId="3f9b9528-1df8-4235-9262-8bdb6141b1d9" providerId="ADAL" clId="{210BC3D0-6D33-4731-A59B-369807834DD2}" dt="2025-11-17T02:47:47.110" v="1637"/>
          <ac:spMkLst>
            <pc:docMk/>
            <pc:sldMk cId="1635377456" sldId="291"/>
            <ac:spMk id="2105" creationId="{1118FF7E-9F62-4CB6-B912-3CEBB3D6906F}"/>
          </ac:spMkLst>
        </pc:spChg>
        <pc:spChg chg="add mod">
          <ac:chgData name="Alexander Simon Thrysøe" userId="3f9b9528-1df8-4235-9262-8bdb6141b1d9" providerId="ADAL" clId="{210BC3D0-6D33-4731-A59B-369807834DD2}" dt="2025-11-17T02:47:47.110" v="1645"/>
          <ac:spMkLst>
            <pc:docMk/>
            <pc:sldMk cId="1635377456" sldId="291"/>
            <ac:spMk id="2106" creationId="{A50D1510-9D5A-4CDB-AF8D-68C0575B173B}"/>
          </ac:spMkLst>
        </pc:spChg>
        <pc:spChg chg="add mod">
          <ac:chgData name="Alexander Simon Thrysøe" userId="3f9b9528-1df8-4235-9262-8bdb6141b1d9" providerId="ADAL" clId="{210BC3D0-6D33-4731-A59B-369807834DD2}" dt="2025-11-17T02:47:47.121" v="1653"/>
          <ac:spMkLst>
            <pc:docMk/>
            <pc:sldMk cId="1635377456" sldId="291"/>
            <ac:spMk id="2107" creationId="{F4E0D96F-6F8D-4C5D-955F-ABFD180D6982}"/>
          </ac:spMkLst>
        </pc:spChg>
        <pc:spChg chg="add mod">
          <ac:chgData name="Alexander Simon Thrysøe" userId="3f9b9528-1df8-4235-9262-8bdb6141b1d9" providerId="ADAL" clId="{210BC3D0-6D33-4731-A59B-369807834DD2}" dt="2025-11-17T02:47:47.126" v="1661"/>
          <ac:spMkLst>
            <pc:docMk/>
            <pc:sldMk cId="1635377456" sldId="291"/>
            <ac:spMk id="2108" creationId="{9AFC3C65-79D2-42CD-AECA-C371532C03C7}"/>
          </ac:spMkLst>
        </pc:spChg>
        <pc:spChg chg="add mod">
          <ac:chgData name="Alexander Simon Thrysøe" userId="3f9b9528-1df8-4235-9262-8bdb6141b1d9" providerId="ADAL" clId="{210BC3D0-6D33-4731-A59B-369807834DD2}" dt="2025-11-17T02:47:47.127" v="1669"/>
          <ac:spMkLst>
            <pc:docMk/>
            <pc:sldMk cId="1635377456" sldId="291"/>
            <ac:spMk id="2109" creationId="{924E0CF1-5DA5-45E4-B2E3-374ABBEAF822}"/>
          </ac:spMkLst>
        </pc:spChg>
        <pc:spChg chg="add mod">
          <ac:chgData name="Alexander Simon Thrysøe" userId="3f9b9528-1df8-4235-9262-8bdb6141b1d9" providerId="ADAL" clId="{210BC3D0-6D33-4731-A59B-369807834DD2}" dt="2025-11-17T02:47:47.127" v="1677"/>
          <ac:spMkLst>
            <pc:docMk/>
            <pc:sldMk cId="1635377456" sldId="291"/>
            <ac:spMk id="2110" creationId="{0B39E5D9-4C51-4C45-AA1B-1B321D7D9F2F}"/>
          </ac:spMkLst>
        </pc:spChg>
        <pc:spChg chg="add mod">
          <ac:chgData name="Alexander Simon Thrysøe" userId="3f9b9528-1df8-4235-9262-8bdb6141b1d9" providerId="ADAL" clId="{210BC3D0-6D33-4731-A59B-369807834DD2}" dt="2025-11-17T02:47:47.140" v="1685"/>
          <ac:spMkLst>
            <pc:docMk/>
            <pc:sldMk cId="1635377456" sldId="291"/>
            <ac:spMk id="2111" creationId="{F56224A9-5690-4CE3-B363-288FCC7AB72E}"/>
          </ac:spMkLst>
        </pc:spChg>
        <pc:spChg chg="add mod">
          <ac:chgData name="Alexander Simon Thrysøe" userId="3f9b9528-1df8-4235-9262-8bdb6141b1d9" providerId="ADAL" clId="{210BC3D0-6D33-4731-A59B-369807834DD2}" dt="2025-11-17T02:47:47.144" v="1693"/>
          <ac:spMkLst>
            <pc:docMk/>
            <pc:sldMk cId="1635377456" sldId="291"/>
            <ac:spMk id="2112" creationId="{330D7F99-77B7-4859-8103-86E1AEE38628}"/>
          </ac:spMkLst>
        </pc:spChg>
        <pc:spChg chg="add mod">
          <ac:chgData name="Alexander Simon Thrysøe" userId="3f9b9528-1df8-4235-9262-8bdb6141b1d9" providerId="ADAL" clId="{210BC3D0-6D33-4731-A59B-369807834DD2}" dt="2025-11-17T02:47:47.144" v="1701"/>
          <ac:spMkLst>
            <pc:docMk/>
            <pc:sldMk cId="1635377456" sldId="291"/>
            <ac:spMk id="2113" creationId="{A0FF0157-1423-4528-9A40-2F2CE21B813E}"/>
          </ac:spMkLst>
        </pc:spChg>
        <pc:spChg chg="add mod">
          <ac:chgData name="Alexander Simon Thrysøe" userId="3f9b9528-1df8-4235-9262-8bdb6141b1d9" providerId="ADAL" clId="{210BC3D0-6D33-4731-A59B-369807834DD2}" dt="2025-11-17T02:47:47.155" v="1709"/>
          <ac:spMkLst>
            <pc:docMk/>
            <pc:sldMk cId="1635377456" sldId="291"/>
            <ac:spMk id="2114" creationId="{1F63ADAC-FE14-46B7-8498-C9C0D5155488}"/>
          </ac:spMkLst>
        </pc:spChg>
        <pc:spChg chg="add mod">
          <ac:chgData name="Alexander Simon Thrysøe" userId="3f9b9528-1df8-4235-9262-8bdb6141b1d9" providerId="ADAL" clId="{210BC3D0-6D33-4731-A59B-369807834DD2}" dt="2025-11-17T02:47:47.159" v="1717"/>
          <ac:spMkLst>
            <pc:docMk/>
            <pc:sldMk cId="1635377456" sldId="291"/>
            <ac:spMk id="2115" creationId="{8BA15350-5BEB-4175-BFC3-29BC297E5A3F}"/>
          </ac:spMkLst>
        </pc:spChg>
        <pc:spChg chg="add mod">
          <ac:chgData name="Alexander Simon Thrysøe" userId="3f9b9528-1df8-4235-9262-8bdb6141b1d9" providerId="ADAL" clId="{210BC3D0-6D33-4731-A59B-369807834DD2}" dt="2025-11-17T02:47:47.164" v="1725"/>
          <ac:spMkLst>
            <pc:docMk/>
            <pc:sldMk cId="1635377456" sldId="291"/>
            <ac:spMk id="2116" creationId="{E48A6293-D95A-415B-90EB-D93F9D14E664}"/>
          </ac:spMkLst>
        </pc:spChg>
        <pc:spChg chg="add mod">
          <ac:chgData name="Alexander Simon Thrysøe" userId="3f9b9528-1df8-4235-9262-8bdb6141b1d9" providerId="ADAL" clId="{210BC3D0-6D33-4731-A59B-369807834DD2}" dt="2025-11-17T02:47:47.169" v="1733"/>
          <ac:spMkLst>
            <pc:docMk/>
            <pc:sldMk cId="1635377456" sldId="291"/>
            <ac:spMk id="2117" creationId="{33D3ACFD-CB63-4773-982C-FF044D7E499A}"/>
          </ac:spMkLst>
        </pc:spChg>
        <pc:spChg chg="add mod">
          <ac:chgData name="Alexander Simon Thrysøe" userId="3f9b9528-1df8-4235-9262-8bdb6141b1d9" providerId="ADAL" clId="{210BC3D0-6D33-4731-A59B-369807834DD2}" dt="2025-11-17T02:47:47.174" v="1741"/>
          <ac:spMkLst>
            <pc:docMk/>
            <pc:sldMk cId="1635377456" sldId="291"/>
            <ac:spMk id="2118" creationId="{E7CD0FD2-6270-47B5-BD5F-4EE23D81B778}"/>
          </ac:spMkLst>
        </pc:spChg>
        <pc:spChg chg="add mod">
          <ac:chgData name="Alexander Simon Thrysøe" userId="3f9b9528-1df8-4235-9262-8bdb6141b1d9" providerId="ADAL" clId="{210BC3D0-6D33-4731-A59B-369807834DD2}" dt="2025-11-17T02:47:47.174" v="1749"/>
          <ac:spMkLst>
            <pc:docMk/>
            <pc:sldMk cId="1635377456" sldId="291"/>
            <ac:spMk id="2119" creationId="{87835401-D9FB-4C30-A5A1-6618F3A0A1E8}"/>
          </ac:spMkLst>
        </pc:spChg>
        <pc:spChg chg="add mod">
          <ac:chgData name="Alexander Simon Thrysøe" userId="3f9b9528-1df8-4235-9262-8bdb6141b1d9" providerId="ADAL" clId="{210BC3D0-6D33-4731-A59B-369807834DD2}" dt="2025-11-17T02:47:47.174" v="1757"/>
          <ac:spMkLst>
            <pc:docMk/>
            <pc:sldMk cId="1635377456" sldId="291"/>
            <ac:spMk id="2120" creationId="{5B0C11DD-B966-4B5C-8A3D-97A1B6AF014C}"/>
          </ac:spMkLst>
        </pc:spChg>
        <pc:spChg chg="add mod">
          <ac:chgData name="Alexander Simon Thrysøe" userId="3f9b9528-1df8-4235-9262-8bdb6141b1d9" providerId="ADAL" clId="{210BC3D0-6D33-4731-A59B-369807834DD2}" dt="2025-11-17T02:47:47.192" v="1765"/>
          <ac:spMkLst>
            <pc:docMk/>
            <pc:sldMk cId="1635377456" sldId="291"/>
            <ac:spMk id="2121" creationId="{7D537E5E-94AD-4FA0-84BF-6120FD8C4954}"/>
          </ac:spMkLst>
        </pc:spChg>
        <pc:spChg chg="add mod">
          <ac:chgData name="Alexander Simon Thrysøe" userId="3f9b9528-1df8-4235-9262-8bdb6141b1d9" providerId="ADAL" clId="{210BC3D0-6D33-4731-A59B-369807834DD2}" dt="2025-11-17T02:47:47.196" v="1773"/>
          <ac:spMkLst>
            <pc:docMk/>
            <pc:sldMk cId="1635377456" sldId="291"/>
            <ac:spMk id="2122" creationId="{4A0D12D5-9B6A-4B13-AC7D-CB15966208C4}"/>
          </ac:spMkLst>
        </pc:spChg>
        <pc:spChg chg="add mod">
          <ac:chgData name="Alexander Simon Thrysøe" userId="3f9b9528-1df8-4235-9262-8bdb6141b1d9" providerId="ADAL" clId="{210BC3D0-6D33-4731-A59B-369807834DD2}" dt="2025-11-17T02:47:47.201" v="1781"/>
          <ac:spMkLst>
            <pc:docMk/>
            <pc:sldMk cId="1635377456" sldId="291"/>
            <ac:spMk id="2123" creationId="{FC1002BD-9F30-4151-90F8-FC22CA29378E}"/>
          </ac:spMkLst>
        </pc:spChg>
        <pc:spChg chg="add mod">
          <ac:chgData name="Alexander Simon Thrysøe" userId="3f9b9528-1df8-4235-9262-8bdb6141b1d9" providerId="ADAL" clId="{210BC3D0-6D33-4731-A59B-369807834DD2}" dt="2025-11-17T02:47:47.205" v="1789"/>
          <ac:spMkLst>
            <pc:docMk/>
            <pc:sldMk cId="1635377456" sldId="291"/>
            <ac:spMk id="2124" creationId="{403D6B33-17F3-4AA0-9FA1-929F458D06B2}"/>
          </ac:spMkLst>
        </pc:spChg>
        <pc:spChg chg="add mod">
          <ac:chgData name="Alexander Simon Thrysøe" userId="3f9b9528-1df8-4235-9262-8bdb6141b1d9" providerId="ADAL" clId="{210BC3D0-6D33-4731-A59B-369807834DD2}" dt="2025-11-17T02:47:47.209" v="1797"/>
          <ac:spMkLst>
            <pc:docMk/>
            <pc:sldMk cId="1635377456" sldId="291"/>
            <ac:spMk id="2125" creationId="{E9085DBC-001F-4944-A75F-9A135016DF21}"/>
          </ac:spMkLst>
        </pc:spChg>
        <pc:spChg chg="add mod">
          <ac:chgData name="Alexander Simon Thrysøe" userId="3f9b9528-1df8-4235-9262-8bdb6141b1d9" providerId="ADAL" clId="{210BC3D0-6D33-4731-A59B-369807834DD2}" dt="2025-11-17T02:47:47.214" v="1805"/>
          <ac:spMkLst>
            <pc:docMk/>
            <pc:sldMk cId="1635377456" sldId="291"/>
            <ac:spMk id="2126" creationId="{EBC63EEF-3CDC-4AD5-B3A9-B486205C2851}"/>
          </ac:spMkLst>
        </pc:spChg>
        <pc:spChg chg="add mod">
          <ac:chgData name="Alexander Simon Thrysøe" userId="3f9b9528-1df8-4235-9262-8bdb6141b1d9" providerId="ADAL" clId="{210BC3D0-6D33-4731-A59B-369807834DD2}" dt="2025-11-17T02:47:47.219" v="1813"/>
          <ac:spMkLst>
            <pc:docMk/>
            <pc:sldMk cId="1635377456" sldId="291"/>
            <ac:spMk id="2127" creationId="{332FD037-B77F-41EE-810E-D115F67EACC5}"/>
          </ac:spMkLst>
        </pc:spChg>
        <pc:spChg chg="add mod">
          <ac:chgData name="Alexander Simon Thrysøe" userId="3f9b9528-1df8-4235-9262-8bdb6141b1d9" providerId="ADAL" clId="{210BC3D0-6D33-4731-A59B-369807834DD2}" dt="2025-11-17T02:47:47.224" v="1821"/>
          <ac:spMkLst>
            <pc:docMk/>
            <pc:sldMk cId="1635377456" sldId="291"/>
            <ac:spMk id="2128" creationId="{A43FD9BC-1A64-4844-8EC7-D37C0BD17FE2}"/>
          </ac:spMkLst>
        </pc:spChg>
        <pc:spChg chg="add mod">
          <ac:chgData name="Alexander Simon Thrysøe" userId="3f9b9528-1df8-4235-9262-8bdb6141b1d9" providerId="ADAL" clId="{210BC3D0-6D33-4731-A59B-369807834DD2}" dt="2025-11-17T02:47:47.229" v="1829"/>
          <ac:spMkLst>
            <pc:docMk/>
            <pc:sldMk cId="1635377456" sldId="291"/>
            <ac:spMk id="2129" creationId="{3EFAD37F-DCBB-4ECD-B325-4DAB8D230EAC}"/>
          </ac:spMkLst>
        </pc:spChg>
        <pc:spChg chg="add mod">
          <ac:chgData name="Alexander Simon Thrysøe" userId="3f9b9528-1df8-4235-9262-8bdb6141b1d9" providerId="ADAL" clId="{210BC3D0-6D33-4731-A59B-369807834DD2}" dt="2025-11-17T02:47:47.234" v="1837"/>
          <ac:spMkLst>
            <pc:docMk/>
            <pc:sldMk cId="1635377456" sldId="291"/>
            <ac:spMk id="2130" creationId="{09E8083D-6944-40EA-9C66-B58A7FFF5C92}"/>
          </ac:spMkLst>
        </pc:spChg>
        <pc:spChg chg="add mod">
          <ac:chgData name="Alexander Simon Thrysøe" userId="3f9b9528-1df8-4235-9262-8bdb6141b1d9" providerId="ADAL" clId="{210BC3D0-6D33-4731-A59B-369807834DD2}" dt="2025-11-17T02:47:47.239" v="1845"/>
          <ac:spMkLst>
            <pc:docMk/>
            <pc:sldMk cId="1635377456" sldId="291"/>
            <ac:spMk id="2131" creationId="{2C8A1D21-714A-4068-A065-2F6D8CCED3E2}"/>
          </ac:spMkLst>
        </pc:spChg>
        <pc:spChg chg="add mod">
          <ac:chgData name="Alexander Simon Thrysøe" userId="3f9b9528-1df8-4235-9262-8bdb6141b1d9" providerId="ADAL" clId="{210BC3D0-6D33-4731-A59B-369807834DD2}" dt="2025-11-17T02:47:47.244" v="1853"/>
          <ac:spMkLst>
            <pc:docMk/>
            <pc:sldMk cId="1635377456" sldId="291"/>
            <ac:spMk id="2132" creationId="{3CE31E5F-CFC2-4C11-A740-DF38486A3AC9}"/>
          </ac:spMkLst>
        </pc:spChg>
        <pc:spChg chg="add mod">
          <ac:chgData name="Alexander Simon Thrysøe" userId="3f9b9528-1df8-4235-9262-8bdb6141b1d9" providerId="ADAL" clId="{210BC3D0-6D33-4731-A59B-369807834DD2}" dt="2025-11-17T02:47:47.249" v="1861"/>
          <ac:spMkLst>
            <pc:docMk/>
            <pc:sldMk cId="1635377456" sldId="291"/>
            <ac:spMk id="2133" creationId="{80BD307A-FB18-4DC2-8142-569729F326A4}"/>
          </ac:spMkLst>
        </pc:spChg>
        <pc:spChg chg="add mod">
          <ac:chgData name="Alexander Simon Thrysøe" userId="3f9b9528-1df8-4235-9262-8bdb6141b1d9" providerId="ADAL" clId="{210BC3D0-6D33-4731-A59B-369807834DD2}" dt="2025-11-17T02:47:47.253" v="1869"/>
          <ac:spMkLst>
            <pc:docMk/>
            <pc:sldMk cId="1635377456" sldId="291"/>
            <ac:spMk id="2134" creationId="{8610A8C2-EE1E-4FA8-870B-B0AFD08F7F7B}"/>
          </ac:spMkLst>
        </pc:spChg>
        <pc:spChg chg="add mod">
          <ac:chgData name="Alexander Simon Thrysøe" userId="3f9b9528-1df8-4235-9262-8bdb6141b1d9" providerId="ADAL" clId="{210BC3D0-6D33-4731-A59B-369807834DD2}" dt="2025-11-17T02:47:47.254" v="1877"/>
          <ac:spMkLst>
            <pc:docMk/>
            <pc:sldMk cId="1635377456" sldId="291"/>
            <ac:spMk id="2135" creationId="{7337617D-2641-48A0-89A2-ABF62B3EAE73}"/>
          </ac:spMkLst>
        </pc:spChg>
        <pc:spChg chg="add mod">
          <ac:chgData name="Alexander Simon Thrysøe" userId="3f9b9528-1df8-4235-9262-8bdb6141b1d9" providerId="ADAL" clId="{210BC3D0-6D33-4731-A59B-369807834DD2}" dt="2025-11-17T02:47:47.254" v="1885"/>
          <ac:spMkLst>
            <pc:docMk/>
            <pc:sldMk cId="1635377456" sldId="291"/>
            <ac:spMk id="2136" creationId="{F11F7141-3B4D-484F-BAC5-006B05106F7C}"/>
          </ac:spMkLst>
        </pc:spChg>
        <pc:spChg chg="add mod">
          <ac:chgData name="Alexander Simon Thrysøe" userId="3f9b9528-1df8-4235-9262-8bdb6141b1d9" providerId="ADAL" clId="{210BC3D0-6D33-4731-A59B-369807834DD2}" dt="2025-11-17T02:47:47.254" v="1893"/>
          <ac:spMkLst>
            <pc:docMk/>
            <pc:sldMk cId="1635377456" sldId="291"/>
            <ac:spMk id="2137" creationId="{6887BAAD-AD7A-4DC4-8B48-2153A78CE502}"/>
          </ac:spMkLst>
        </pc:spChg>
        <pc:spChg chg="add mod">
          <ac:chgData name="Alexander Simon Thrysøe" userId="3f9b9528-1df8-4235-9262-8bdb6141b1d9" providerId="ADAL" clId="{210BC3D0-6D33-4731-A59B-369807834DD2}" dt="2025-11-17T02:47:47.269" v="1901"/>
          <ac:spMkLst>
            <pc:docMk/>
            <pc:sldMk cId="1635377456" sldId="291"/>
            <ac:spMk id="2138" creationId="{1F188844-33DC-46E0-927A-0034D6B82C37}"/>
          </ac:spMkLst>
        </pc:spChg>
        <pc:spChg chg="add mod">
          <ac:chgData name="Alexander Simon Thrysøe" userId="3f9b9528-1df8-4235-9262-8bdb6141b1d9" providerId="ADAL" clId="{210BC3D0-6D33-4731-A59B-369807834DD2}" dt="2025-11-17T02:47:47.269" v="1909"/>
          <ac:spMkLst>
            <pc:docMk/>
            <pc:sldMk cId="1635377456" sldId="291"/>
            <ac:spMk id="2139" creationId="{3BD4E418-8F41-410C-943B-45CC59751FF2}"/>
          </ac:spMkLst>
        </pc:spChg>
        <pc:spChg chg="add mod">
          <ac:chgData name="Alexander Simon Thrysøe" userId="3f9b9528-1df8-4235-9262-8bdb6141b1d9" providerId="ADAL" clId="{210BC3D0-6D33-4731-A59B-369807834DD2}" dt="2025-11-17T02:47:47.269" v="1917"/>
          <ac:spMkLst>
            <pc:docMk/>
            <pc:sldMk cId="1635377456" sldId="291"/>
            <ac:spMk id="2140" creationId="{37D49F5A-0A80-454F-A670-7018F48E44D1}"/>
          </ac:spMkLst>
        </pc:spChg>
        <pc:spChg chg="add mod">
          <ac:chgData name="Alexander Simon Thrysøe" userId="3f9b9528-1df8-4235-9262-8bdb6141b1d9" providerId="ADAL" clId="{210BC3D0-6D33-4731-A59B-369807834DD2}" dt="2025-11-17T02:47:47.285" v="1925"/>
          <ac:spMkLst>
            <pc:docMk/>
            <pc:sldMk cId="1635377456" sldId="291"/>
            <ac:spMk id="2141" creationId="{CFD05385-55C4-4333-A803-0571EFABD9F6}"/>
          </ac:spMkLst>
        </pc:spChg>
        <pc:spChg chg="add mod">
          <ac:chgData name="Alexander Simon Thrysøe" userId="3f9b9528-1df8-4235-9262-8bdb6141b1d9" providerId="ADAL" clId="{210BC3D0-6D33-4731-A59B-369807834DD2}" dt="2025-11-17T02:47:47.285" v="1933"/>
          <ac:spMkLst>
            <pc:docMk/>
            <pc:sldMk cId="1635377456" sldId="291"/>
            <ac:spMk id="2142" creationId="{45F7D07A-127F-4A64-BC7C-43942EE635FC}"/>
          </ac:spMkLst>
        </pc:spChg>
        <pc:spChg chg="add mod">
          <ac:chgData name="Alexander Simon Thrysøe" userId="3f9b9528-1df8-4235-9262-8bdb6141b1d9" providerId="ADAL" clId="{210BC3D0-6D33-4731-A59B-369807834DD2}" dt="2025-11-17T02:47:47.285" v="1941"/>
          <ac:spMkLst>
            <pc:docMk/>
            <pc:sldMk cId="1635377456" sldId="291"/>
            <ac:spMk id="2143" creationId="{313668DF-388F-458D-8146-445EFFABA733}"/>
          </ac:spMkLst>
        </pc:spChg>
        <pc:spChg chg="add mod">
          <ac:chgData name="Alexander Simon Thrysøe" userId="3f9b9528-1df8-4235-9262-8bdb6141b1d9" providerId="ADAL" clId="{210BC3D0-6D33-4731-A59B-369807834DD2}" dt="2025-11-17T02:47:47.302" v="1949"/>
          <ac:spMkLst>
            <pc:docMk/>
            <pc:sldMk cId="1635377456" sldId="291"/>
            <ac:spMk id="2144" creationId="{330BBBA1-CAA1-486B-8758-06E28B7740C5}"/>
          </ac:spMkLst>
        </pc:spChg>
        <pc:spChg chg="add mod">
          <ac:chgData name="Alexander Simon Thrysøe" userId="3f9b9528-1df8-4235-9262-8bdb6141b1d9" providerId="ADAL" clId="{210BC3D0-6D33-4731-A59B-369807834DD2}" dt="2025-11-17T02:47:47.302" v="1957"/>
          <ac:spMkLst>
            <pc:docMk/>
            <pc:sldMk cId="1635377456" sldId="291"/>
            <ac:spMk id="2145" creationId="{2A915C67-BD6F-40D5-9E00-4C97B748777F}"/>
          </ac:spMkLst>
        </pc:spChg>
        <pc:spChg chg="add mod">
          <ac:chgData name="Alexander Simon Thrysøe" userId="3f9b9528-1df8-4235-9262-8bdb6141b1d9" providerId="ADAL" clId="{210BC3D0-6D33-4731-A59B-369807834DD2}" dt="2025-11-17T02:47:47.302" v="1965"/>
          <ac:spMkLst>
            <pc:docMk/>
            <pc:sldMk cId="1635377456" sldId="291"/>
            <ac:spMk id="2146" creationId="{740B456C-60F6-4CB8-896D-6D030A9C2533}"/>
          </ac:spMkLst>
        </pc:spChg>
        <pc:spChg chg="add mod">
          <ac:chgData name="Alexander Simon Thrysøe" userId="3f9b9528-1df8-4235-9262-8bdb6141b1d9" providerId="ADAL" clId="{210BC3D0-6D33-4731-A59B-369807834DD2}" dt="2025-11-17T02:47:47.302" v="1973"/>
          <ac:spMkLst>
            <pc:docMk/>
            <pc:sldMk cId="1635377456" sldId="291"/>
            <ac:spMk id="2147" creationId="{88D8E9DB-466B-4DB8-B4CC-05FBF9B226F0}"/>
          </ac:spMkLst>
        </pc:spChg>
        <pc:spChg chg="add mod">
          <ac:chgData name="Alexander Simon Thrysøe" userId="3f9b9528-1df8-4235-9262-8bdb6141b1d9" providerId="ADAL" clId="{210BC3D0-6D33-4731-A59B-369807834DD2}" dt="2025-11-17T02:47:47.317" v="1981"/>
          <ac:spMkLst>
            <pc:docMk/>
            <pc:sldMk cId="1635377456" sldId="291"/>
            <ac:spMk id="2148" creationId="{ED0C25C7-5FE5-42ED-8BDA-C79A77DF1E4E}"/>
          </ac:spMkLst>
        </pc:spChg>
        <pc:spChg chg="add mod">
          <ac:chgData name="Alexander Simon Thrysøe" userId="3f9b9528-1df8-4235-9262-8bdb6141b1d9" providerId="ADAL" clId="{210BC3D0-6D33-4731-A59B-369807834DD2}" dt="2025-11-17T02:47:47.317" v="1989"/>
          <ac:spMkLst>
            <pc:docMk/>
            <pc:sldMk cId="1635377456" sldId="291"/>
            <ac:spMk id="2149" creationId="{B7FE44E1-82FC-4D51-BB8C-DDAF0C37530D}"/>
          </ac:spMkLst>
        </pc:spChg>
        <pc:spChg chg="add mod">
          <ac:chgData name="Alexander Simon Thrysøe" userId="3f9b9528-1df8-4235-9262-8bdb6141b1d9" providerId="ADAL" clId="{210BC3D0-6D33-4731-A59B-369807834DD2}" dt="2025-11-17T02:47:47.317" v="1997"/>
          <ac:spMkLst>
            <pc:docMk/>
            <pc:sldMk cId="1635377456" sldId="291"/>
            <ac:spMk id="2150" creationId="{BD5B3E56-43A7-440F-AFA9-C868D7DB45D0}"/>
          </ac:spMkLst>
        </pc:spChg>
        <pc:spChg chg="add mod">
          <ac:chgData name="Alexander Simon Thrysøe" userId="3f9b9528-1df8-4235-9262-8bdb6141b1d9" providerId="ADAL" clId="{210BC3D0-6D33-4731-A59B-369807834DD2}" dt="2025-11-17T02:47:47.333" v="2005"/>
          <ac:spMkLst>
            <pc:docMk/>
            <pc:sldMk cId="1635377456" sldId="291"/>
            <ac:spMk id="2151" creationId="{528E75B6-83AD-4C2E-BAD5-E4DBFB8CAC42}"/>
          </ac:spMkLst>
        </pc:spChg>
        <pc:spChg chg="add mod">
          <ac:chgData name="Alexander Simon Thrysøe" userId="3f9b9528-1df8-4235-9262-8bdb6141b1d9" providerId="ADAL" clId="{210BC3D0-6D33-4731-A59B-369807834DD2}" dt="2025-11-17T02:47:47.333" v="2013"/>
          <ac:spMkLst>
            <pc:docMk/>
            <pc:sldMk cId="1635377456" sldId="291"/>
            <ac:spMk id="2152" creationId="{EC7E5F99-AF48-42AD-ADFE-978C6C1E488B}"/>
          </ac:spMkLst>
        </pc:spChg>
        <pc:spChg chg="add mod">
          <ac:chgData name="Alexander Simon Thrysøe" userId="3f9b9528-1df8-4235-9262-8bdb6141b1d9" providerId="ADAL" clId="{210BC3D0-6D33-4731-A59B-369807834DD2}" dt="2025-11-17T02:47:47.333" v="2021"/>
          <ac:spMkLst>
            <pc:docMk/>
            <pc:sldMk cId="1635377456" sldId="291"/>
            <ac:spMk id="2153" creationId="{E25E6F5E-EC54-4C1D-B18C-64C8BA57FF23}"/>
          </ac:spMkLst>
        </pc:spChg>
        <pc:spChg chg="add mod">
          <ac:chgData name="Alexander Simon Thrysøe" userId="3f9b9528-1df8-4235-9262-8bdb6141b1d9" providerId="ADAL" clId="{210BC3D0-6D33-4731-A59B-369807834DD2}" dt="2025-11-17T02:47:47.349" v="2029"/>
          <ac:spMkLst>
            <pc:docMk/>
            <pc:sldMk cId="1635377456" sldId="291"/>
            <ac:spMk id="2154" creationId="{BB26B53E-4549-4699-ADDE-A7FEFBBF118B}"/>
          </ac:spMkLst>
        </pc:spChg>
        <pc:spChg chg="add mod">
          <ac:chgData name="Alexander Simon Thrysøe" userId="3f9b9528-1df8-4235-9262-8bdb6141b1d9" providerId="ADAL" clId="{210BC3D0-6D33-4731-A59B-369807834DD2}" dt="2025-11-17T02:47:47.349" v="2037"/>
          <ac:spMkLst>
            <pc:docMk/>
            <pc:sldMk cId="1635377456" sldId="291"/>
            <ac:spMk id="2155" creationId="{6D5F850F-1EC9-4FAF-9B39-0C994AFB3B11}"/>
          </ac:spMkLst>
        </pc:spChg>
        <pc:spChg chg="add mod">
          <ac:chgData name="Alexander Simon Thrysøe" userId="3f9b9528-1df8-4235-9262-8bdb6141b1d9" providerId="ADAL" clId="{210BC3D0-6D33-4731-A59B-369807834DD2}" dt="2025-11-17T02:47:47.349" v="2045"/>
          <ac:spMkLst>
            <pc:docMk/>
            <pc:sldMk cId="1635377456" sldId="291"/>
            <ac:spMk id="2156" creationId="{24BFC3A8-F96C-4345-984C-9084538BF124}"/>
          </ac:spMkLst>
        </pc:spChg>
        <pc:spChg chg="add mod">
          <ac:chgData name="Alexander Simon Thrysøe" userId="3f9b9528-1df8-4235-9262-8bdb6141b1d9" providerId="ADAL" clId="{210BC3D0-6D33-4731-A59B-369807834DD2}" dt="2025-11-17T02:47:47.349" v="2053"/>
          <ac:spMkLst>
            <pc:docMk/>
            <pc:sldMk cId="1635377456" sldId="291"/>
            <ac:spMk id="2157" creationId="{C3440206-0073-462B-B5D9-6A5F49570CAF}"/>
          </ac:spMkLst>
        </pc:spChg>
        <pc:spChg chg="add mod">
          <ac:chgData name="Alexander Simon Thrysøe" userId="3f9b9528-1df8-4235-9262-8bdb6141b1d9" providerId="ADAL" clId="{210BC3D0-6D33-4731-A59B-369807834DD2}" dt="2025-11-17T02:47:47.370" v="2061"/>
          <ac:spMkLst>
            <pc:docMk/>
            <pc:sldMk cId="1635377456" sldId="291"/>
            <ac:spMk id="2158" creationId="{DAD2921C-87DD-4F37-9674-2671DC90F98D}"/>
          </ac:spMkLst>
        </pc:spChg>
        <pc:spChg chg="add mod">
          <ac:chgData name="Alexander Simon Thrysøe" userId="3f9b9528-1df8-4235-9262-8bdb6141b1d9" providerId="ADAL" clId="{210BC3D0-6D33-4731-A59B-369807834DD2}" dt="2025-11-17T02:47:47.375" v="2069"/>
          <ac:spMkLst>
            <pc:docMk/>
            <pc:sldMk cId="1635377456" sldId="291"/>
            <ac:spMk id="2159" creationId="{39597DED-4A71-462D-BA01-84B5AA2DA36C}"/>
          </ac:spMkLst>
        </pc:spChg>
        <pc:spChg chg="add mod">
          <ac:chgData name="Alexander Simon Thrysøe" userId="3f9b9528-1df8-4235-9262-8bdb6141b1d9" providerId="ADAL" clId="{210BC3D0-6D33-4731-A59B-369807834DD2}" dt="2025-11-17T02:47:47.379" v="2077"/>
          <ac:spMkLst>
            <pc:docMk/>
            <pc:sldMk cId="1635377456" sldId="291"/>
            <ac:spMk id="2160" creationId="{08D5365B-B049-42E4-B659-7635FABD8A8A}"/>
          </ac:spMkLst>
        </pc:spChg>
        <pc:spChg chg="add mod">
          <ac:chgData name="Alexander Simon Thrysøe" userId="3f9b9528-1df8-4235-9262-8bdb6141b1d9" providerId="ADAL" clId="{210BC3D0-6D33-4731-A59B-369807834DD2}" dt="2025-11-17T02:47:47.384" v="2085"/>
          <ac:spMkLst>
            <pc:docMk/>
            <pc:sldMk cId="1635377456" sldId="291"/>
            <ac:spMk id="2161" creationId="{CE45297B-84BF-409B-953F-109CE2AA145A}"/>
          </ac:spMkLst>
        </pc:spChg>
        <pc:spChg chg="add mod">
          <ac:chgData name="Alexander Simon Thrysøe" userId="3f9b9528-1df8-4235-9262-8bdb6141b1d9" providerId="ADAL" clId="{210BC3D0-6D33-4731-A59B-369807834DD2}" dt="2025-11-17T02:47:47.387" v="2093"/>
          <ac:spMkLst>
            <pc:docMk/>
            <pc:sldMk cId="1635377456" sldId="291"/>
            <ac:spMk id="2162" creationId="{29F0DAAA-0C71-488D-ABD5-02A97298F1AF}"/>
          </ac:spMkLst>
        </pc:spChg>
        <pc:spChg chg="add mod">
          <ac:chgData name="Alexander Simon Thrysøe" userId="3f9b9528-1df8-4235-9262-8bdb6141b1d9" providerId="ADAL" clId="{210BC3D0-6D33-4731-A59B-369807834DD2}" dt="2025-11-17T02:47:47.387" v="2101"/>
          <ac:spMkLst>
            <pc:docMk/>
            <pc:sldMk cId="1635377456" sldId="291"/>
            <ac:spMk id="2163" creationId="{0CD02636-1710-450E-BD97-6237CDDDF015}"/>
          </ac:spMkLst>
        </pc:spChg>
        <pc:spChg chg="add mod">
          <ac:chgData name="Alexander Simon Thrysøe" userId="3f9b9528-1df8-4235-9262-8bdb6141b1d9" providerId="ADAL" clId="{210BC3D0-6D33-4731-A59B-369807834DD2}" dt="2025-11-17T02:47:47.387" v="2109"/>
          <ac:spMkLst>
            <pc:docMk/>
            <pc:sldMk cId="1635377456" sldId="291"/>
            <ac:spMk id="2164" creationId="{CBDFAC81-FB6C-4FBA-9F29-7ACC11946E0D}"/>
          </ac:spMkLst>
        </pc:spChg>
        <pc:spChg chg="add mod">
          <ac:chgData name="Alexander Simon Thrysøe" userId="3f9b9528-1df8-4235-9262-8bdb6141b1d9" providerId="ADAL" clId="{210BC3D0-6D33-4731-A59B-369807834DD2}" dt="2025-11-17T02:47:47.403" v="2117"/>
          <ac:spMkLst>
            <pc:docMk/>
            <pc:sldMk cId="1635377456" sldId="291"/>
            <ac:spMk id="2165" creationId="{95BFBAA0-CD84-4413-9DEE-8477A5BEDBBC}"/>
          </ac:spMkLst>
        </pc:spChg>
        <pc:spChg chg="add mod">
          <ac:chgData name="Alexander Simon Thrysøe" userId="3f9b9528-1df8-4235-9262-8bdb6141b1d9" providerId="ADAL" clId="{210BC3D0-6D33-4731-A59B-369807834DD2}" dt="2025-11-17T02:47:47.403" v="2125"/>
          <ac:spMkLst>
            <pc:docMk/>
            <pc:sldMk cId="1635377456" sldId="291"/>
            <ac:spMk id="2166" creationId="{6AF46E43-B6EE-41F9-8C1B-80E3629AD359}"/>
          </ac:spMkLst>
        </pc:spChg>
        <pc:spChg chg="add mod">
          <ac:chgData name="Alexander Simon Thrysøe" userId="3f9b9528-1df8-4235-9262-8bdb6141b1d9" providerId="ADAL" clId="{210BC3D0-6D33-4731-A59B-369807834DD2}" dt="2025-11-17T02:47:47.403" v="2133"/>
          <ac:spMkLst>
            <pc:docMk/>
            <pc:sldMk cId="1635377456" sldId="291"/>
            <ac:spMk id="2167" creationId="{9DBB7B04-E9E5-4B06-83AE-1D0132EB5FA1}"/>
          </ac:spMkLst>
        </pc:spChg>
        <pc:spChg chg="add mod">
          <ac:chgData name="Alexander Simon Thrysøe" userId="3f9b9528-1df8-4235-9262-8bdb6141b1d9" providerId="ADAL" clId="{210BC3D0-6D33-4731-A59B-369807834DD2}" dt="2025-11-17T02:47:47.419" v="2141"/>
          <ac:spMkLst>
            <pc:docMk/>
            <pc:sldMk cId="1635377456" sldId="291"/>
            <ac:spMk id="2168" creationId="{87FBB24B-DB84-46EB-8C03-373BC157E71D}"/>
          </ac:spMkLst>
        </pc:spChg>
        <pc:spChg chg="add mod">
          <ac:chgData name="Alexander Simon Thrysøe" userId="3f9b9528-1df8-4235-9262-8bdb6141b1d9" providerId="ADAL" clId="{210BC3D0-6D33-4731-A59B-369807834DD2}" dt="2025-11-17T02:47:47.419" v="2149"/>
          <ac:spMkLst>
            <pc:docMk/>
            <pc:sldMk cId="1635377456" sldId="291"/>
            <ac:spMk id="2169" creationId="{8000D5FD-4B38-4CEE-94FF-B637FD712C02}"/>
          </ac:spMkLst>
        </pc:spChg>
        <pc:spChg chg="add mod">
          <ac:chgData name="Alexander Simon Thrysøe" userId="3f9b9528-1df8-4235-9262-8bdb6141b1d9" providerId="ADAL" clId="{210BC3D0-6D33-4731-A59B-369807834DD2}" dt="2025-11-17T02:47:47.419" v="2157"/>
          <ac:spMkLst>
            <pc:docMk/>
            <pc:sldMk cId="1635377456" sldId="291"/>
            <ac:spMk id="2170" creationId="{220BA6C0-6F0A-486E-B82B-63E1DB15413A}"/>
          </ac:spMkLst>
        </pc:spChg>
        <pc:spChg chg="add mod">
          <ac:chgData name="Alexander Simon Thrysøe" userId="3f9b9528-1df8-4235-9262-8bdb6141b1d9" providerId="ADAL" clId="{210BC3D0-6D33-4731-A59B-369807834DD2}" dt="2025-11-17T02:47:47.419" v="2165"/>
          <ac:spMkLst>
            <pc:docMk/>
            <pc:sldMk cId="1635377456" sldId="291"/>
            <ac:spMk id="2171" creationId="{5952C5B4-9BCD-4C62-BD2B-757836C9DE1B}"/>
          </ac:spMkLst>
        </pc:spChg>
        <pc:spChg chg="add mod">
          <ac:chgData name="Alexander Simon Thrysøe" userId="3f9b9528-1df8-4235-9262-8bdb6141b1d9" providerId="ADAL" clId="{210BC3D0-6D33-4731-A59B-369807834DD2}" dt="2025-11-17T02:47:47.434" v="2173"/>
          <ac:spMkLst>
            <pc:docMk/>
            <pc:sldMk cId="1635377456" sldId="291"/>
            <ac:spMk id="2172" creationId="{0996415B-CA9E-482C-806B-D00F07EEDF68}"/>
          </ac:spMkLst>
        </pc:spChg>
        <pc:spChg chg="add mod">
          <ac:chgData name="Alexander Simon Thrysøe" userId="3f9b9528-1df8-4235-9262-8bdb6141b1d9" providerId="ADAL" clId="{210BC3D0-6D33-4731-A59B-369807834DD2}" dt="2025-11-17T02:47:47.434" v="2181"/>
          <ac:spMkLst>
            <pc:docMk/>
            <pc:sldMk cId="1635377456" sldId="291"/>
            <ac:spMk id="2173" creationId="{2948DFF4-D592-452F-8E01-C2E1A14C60DE}"/>
          </ac:spMkLst>
        </pc:spChg>
        <pc:spChg chg="add mod">
          <ac:chgData name="Alexander Simon Thrysøe" userId="3f9b9528-1df8-4235-9262-8bdb6141b1d9" providerId="ADAL" clId="{210BC3D0-6D33-4731-A59B-369807834DD2}" dt="2025-11-17T02:47:47.434" v="2189"/>
          <ac:spMkLst>
            <pc:docMk/>
            <pc:sldMk cId="1635377456" sldId="291"/>
            <ac:spMk id="2174" creationId="{E2EFC050-70AE-459A-A3D3-715AE1C70F76}"/>
          </ac:spMkLst>
        </pc:spChg>
        <pc:spChg chg="add mod">
          <ac:chgData name="Alexander Simon Thrysøe" userId="3f9b9528-1df8-4235-9262-8bdb6141b1d9" providerId="ADAL" clId="{210BC3D0-6D33-4731-A59B-369807834DD2}" dt="2025-11-17T02:47:47.450" v="2197"/>
          <ac:spMkLst>
            <pc:docMk/>
            <pc:sldMk cId="1635377456" sldId="291"/>
            <ac:spMk id="2175" creationId="{9C2A533F-8EA0-4B4A-81B5-8FBC83D87D9B}"/>
          </ac:spMkLst>
        </pc:spChg>
        <pc:spChg chg="add mod">
          <ac:chgData name="Alexander Simon Thrysøe" userId="3f9b9528-1df8-4235-9262-8bdb6141b1d9" providerId="ADAL" clId="{210BC3D0-6D33-4731-A59B-369807834DD2}" dt="2025-11-17T02:47:47.450" v="2205"/>
          <ac:spMkLst>
            <pc:docMk/>
            <pc:sldMk cId="1635377456" sldId="291"/>
            <ac:spMk id="2176" creationId="{AEA03982-8CBE-4A2C-BB64-5AD39770A7E1}"/>
          </ac:spMkLst>
        </pc:spChg>
        <pc:spChg chg="add mod">
          <ac:chgData name="Alexander Simon Thrysøe" userId="3f9b9528-1df8-4235-9262-8bdb6141b1d9" providerId="ADAL" clId="{210BC3D0-6D33-4731-A59B-369807834DD2}" dt="2025-11-17T02:47:47.461" v="2213"/>
          <ac:spMkLst>
            <pc:docMk/>
            <pc:sldMk cId="1635377456" sldId="291"/>
            <ac:spMk id="2177" creationId="{F7B61375-8904-4D80-9513-530675D95AC8}"/>
          </ac:spMkLst>
        </pc:spChg>
        <pc:spChg chg="add mod">
          <ac:chgData name="Alexander Simon Thrysøe" userId="3f9b9528-1df8-4235-9262-8bdb6141b1d9" providerId="ADAL" clId="{210BC3D0-6D33-4731-A59B-369807834DD2}" dt="2025-11-17T02:47:47.468" v="2221"/>
          <ac:spMkLst>
            <pc:docMk/>
            <pc:sldMk cId="1635377456" sldId="291"/>
            <ac:spMk id="2178" creationId="{6A0E9764-446C-4666-AEB4-1643A48BAD58}"/>
          </ac:spMkLst>
        </pc:spChg>
        <pc:spChg chg="add mod">
          <ac:chgData name="Alexander Simon Thrysøe" userId="3f9b9528-1df8-4235-9262-8bdb6141b1d9" providerId="ADAL" clId="{210BC3D0-6D33-4731-A59B-369807834DD2}" dt="2025-11-17T02:47:47.470" v="2229"/>
          <ac:spMkLst>
            <pc:docMk/>
            <pc:sldMk cId="1635377456" sldId="291"/>
            <ac:spMk id="2179" creationId="{E4CFA972-1861-4D0F-9955-DA913D628920}"/>
          </ac:spMkLst>
        </pc:spChg>
        <pc:spChg chg="add mod">
          <ac:chgData name="Alexander Simon Thrysøe" userId="3f9b9528-1df8-4235-9262-8bdb6141b1d9" providerId="ADAL" clId="{210BC3D0-6D33-4731-A59B-369807834DD2}" dt="2025-11-17T02:47:47.479" v="2237"/>
          <ac:spMkLst>
            <pc:docMk/>
            <pc:sldMk cId="1635377456" sldId="291"/>
            <ac:spMk id="2180" creationId="{4E7D9EE0-2C63-4447-A185-271CD130CDA8}"/>
          </ac:spMkLst>
        </pc:spChg>
        <pc:spChg chg="add mod">
          <ac:chgData name="Alexander Simon Thrysøe" userId="3f9b9528-1df8-4235-9262-8bdb6141b1d9" providerId="ADAL" clId="{210BC3D0-6D33-4731-A59B-369807834DD2}" dt="2025-11-17T02:47:47.484" v="2245"/>
          <ac:spMkLst>
            <pc:docMk/>
            <pc:sldMk cId="1635377456" sldId="291"/>
            <ac:spMk id="2181" creationId="{3BFF388C-F5D7-447C-80A3-C0E934054A4D}"/>
          </ac:spMkLst>
        </pc:spChg>
        <pc:spChg chg="add mod">
          <ac:chgData name="Alexander Simon Thrysøe" userId="3f9b9528-1df8-4235-9262-8bdb6141b1d9" providerId="ADAL" clId="{210BC3D0-6D33-4731-A59B-369807834DD2}" dt="2025-11-17T02:47:47.486" v="2253"/>
          <ac:spMkLst>
            <pc:docMk/>
            <pc:sldMk cId="1635377456" sldId="291"/>
            <ac:spMk id="2182" creationId="{E428DD70-E932-412C-9B49-3E1350F46A7C}"/>
          </ac:spMkLst>
        </pc:spChg>
        <pc:spChg chg="add mod">
          <ac:chgData name="Alexander Simon Thrysøe" userId="3f9b9528-1df8-4235-9262-8bdb6141b1d9" providerId="ADAL" clId="{210BC3D0-6D33-4731-A59B-369807834DD2}" dt="2025-11-17T02:47:47.492" v="2261"/>
          <ac:spMkLst>
            <pc:docMk/>
            <pc:sldMk cId="1635377456" sldId="291"/>
            <ac:spMk id="2183" creationId="{AB9912CC-5F89-4486-A37F-FC87750D1E08}"/>
          </ac:spMkLst>
        </pc:spChg>
        <pc:spChg chg="add mod">
          <ac:chgData name="Alexander Simon Thrysøe" userId="3f9b9528-1df8-4235-9262-8bdb6141b1d9" providerId="ADAL" clId="{210BC3D0-6D33-4731-A59B-369807834DD2}" dt="2025-11-17T02:47:47.500" v="2269"/>
          <ac:spMkLst>
            <pc:docMk/>
            <pc:sldMk cId="1635377456" sldId="291"/>
            <ac:spMk id="2184" creationId="{B4966489-DD89-4B0A-93AA-97B0B0B8702D}"/>
          </ac:spMkLst>
        </pc:spChg>
        <pc:spChg chg="add mod">
          <ac:chgData name="Alexander Simon Thrysøe" userId="3f9b9528-1df8-4235-9262-8bdb6141b1d9" providerId="ADAL" clId="{210BC3D0-6D33-4731-A59B-369807834DD2}" dt="2025-11-17T02:47:47.505" v="2277"/>
          <ac:spMkLst>
            <pc:docMk/>
            <pc:sldMk cId="1635377456" sldId="291"/>
            <ac:spMk id="2185" creationId="{F03E59FD-4BB2-4D18-A958-FAB296B2CC72}"/>
          </ac:spMkLst>
        </pc:spChg>
        <pc:spChg chg="add mod">
          <ac:chgData name="Alexander Simon Thrysøe" userId="3f9b9528-1df8-4235-9262-8bdb6141b1d9" providerId="ADAL" clId="{210BC3D0-6D33-4731-A59B-369807834DD2}" dt="2025-11-17T02:47:47.505" v="2285"/>
          <ac:spMkLst>
            <pc:docMk/>
            <pc:sldMk cId="1635377456" sldId="291"/>
            <ac:spMk id="2186" creationId="{840B9F22-1EF4-4741-A8CD-D5B2696C4913}"/>
          </ac:spMkLst>
        </pc:spChg>
        <pc:spChg chg="add mod">
          <ac:chgData name="Alexander Simon Thrysøe" userId="3f9b9528-1df8-4235-9262-8bdb6141b1d9" providerId="ADAL" clId="{210BC3D0-6D33-4731-A59B-369807834DD2}" dt="2025-11-17T02:47:47.514" v="2293"/>
          <ac:spMkLst>
            <pc:docMk/>
            <pc:sldMk cId="1635377456" sldId="291"/>
            <ac:spMk id="2187" creationId="{24A275AB-9598-438D-B19D-9D0A0B990CD1}"/>
          </ac:spMkLst>
        </pc:spChg>
        <pc:spChg chg="add mod">
          <ac:chgData name="Alexander Simon Thrysøe" userId="3f9b9528-1df8-4235-9262-8bdb6141b1d9" providerId="ADAL" clId="{210BC3D0-6D33-4731-A59B-369807834DD2}" dt="2025-11-17T02:47:47.514" v="2301"/>
          <ac:spMkLst>
            <pc:docMk/>
            <pc:sldMk cId="1635377456" sldId="291"/>
            <ac:spMk id="2188" creationId="{2D381B63-0EE9-4ECA-A02E-FCDA344CB87A}"/>
          </ac:spMkLst>
        </pc:spChg>
        <pc:spChg chg="add mod">
          <ac:chgData name="Alexander Simon Thrysøe" userId="3f9b9528-1df8-4235-9262-8bdb6141b1d9" providerId="ADAL" clId="{210BC3D0-6D33-4731-A59B-369807834DD2}" dt="2025-11-17T02:47:47.514" v="2309"/>
          <ac:spMkLst>
            <pc:docMk/>
            <pc:sldMk cId="1635377456" sldId="291"/>
            <ac:spMk id="2189" creationId="{0167E4C6-1C1C-4E42-862D-353F928BC90A}"/>
          </ac:spMkLst>
        </pc:spChg>
        <pc:spChg chg="add mod">
          <ac:chgData name="Alexander Simon Thrysøe" userId="3f9b9528-1df8-4235-9262-8bdb6141b1d9" providerId="ADAL" clId="{210BC3D0-6D33-4731-A59B-369807834DD2}" dt="2025-11-17T02:47:47.514" v="2317"/>
          <ac:spMkLst>
            <pc:docMk/>
            <pc:sldMk cId="1635377456" sldId="291"/>
            <ac:spMk id="2190" creationId="{E71D6C2A-282E-405D-9FD8-679183163CB0}"/>
          </ac:spMkLst>
        </pc:spChg>
        <pc:spChg chg="add mod">
          <ac:chgData name="Alexander Simon Thrysøe" userId="3f9b9528-1df8-4235-9262-8bdb6141b1d9" providerId="ADAL" clId="{210BC3D0-6D33-4731-A59B-369807834DD2}" dt="2025-11-17T02:47:47.530" v="2325"/>
          <ac:spMkLst>
            <pc:docMk/>
            <pc:sldMk cId="1635377456" sldId="291"/>
            <ac:spMk id="2191" creationId="{D3F16117-5021-44C2-833A-E87CC7250502}"/>
          </ac:spMkLst>
        </pc:spChg>
        <pc:spChg chg="add mod">
          <ac:chgData name="Alexander Simon Thrysøe" userId="3f9b9528-1df8-4235-9262-8bdb6141b1d9" providerId="ADAL" clId="{210BC3D0-6D33-4731-A59B-369807834DD2}" dt="2025-11-17T02:47:47.530" v="2333"/>
          <ac:spMkLst>
            <pc:docMk/>
            <pc:sldMk cId="1635377456" sldId="291"/>
            <ac:spMk id="2192" creationId="{2096BACE-2C3E-4C5E-A4E8-25511A8DEA93}"/>
          </ac:spMkLst>
        </pc:spChg>
        <pc:spChg chg="add mod">
          <ac:chgData name="Alexander Simon Thrysøe" userId="3f9b9528-1df8-4235-9262-8bdb6141b1d9" providerId="ADAL" clId="{210BC3D0-6D33-4731-A59B-369807834DD2}" dt="2025-11-17T02:47:47.530" v="2341"/>
          <ac:spMkLst>
            <pc:docMk/>
            <pc:sldMk cId="1635377456" sldId="291"/>
            <ac:spMk id="2193" creationId="{3B013494-CEC1-4811-824A-9D39DD1DF17F}"/>
          </ac:spMkLst>
        </pc:spChg>
        <pc:spChg chg="add mod">
          <ac:chgData name="Alexander Simon Thrysøe" userId="3f9b9528-1df8-4235-9262-8bdb6141b1d9" providerId="ADAL" clId="{210BC3D0-6D33-4731-A59B-369807834DD2}" dt="2025-11-17T02:47:47.546" v="2349"/>
          <ac:spMkLst>
            <pc:docMk/>
            <pc:sldMk cId="1635377456" sldId="291"/>
            <ac:spMk id="2194" creationId="{CD039036-6B35-4898-A728-B353BBF1221A}"/>
          </ac:spMkLst>
        </pc:spChg>
        <pc:spChg chg="add mod">
          <ac:chgData name="Alexander Simon Thrysøe" userId="3f9b9528-1df8-4235-9262-8bdb6141b1d9" providerId="ADAL" clId="{210BC3D0-6D33-4731-A59B-369807834DD2}" dt="2025-11-17T02:47:47.546" v="2357"/>
          <ac:spMkLst>
            <pc:docMk/>
            <pc:sldMk cId="1635377456" sldId="291"/>
            <ac:spMk id="2195" creationId="{67CF5B2E-48B1-44FF-9D28-9EAEAB4B6348}"/>
          </ac:spMkLst>
        </pc:spChg>
        <pc:spChg chg="add mod">
          <ac:chgData name="Alexander Simon Thrysøe" userId="3f9b9528-1df8-4235-9262-8bdb6141b1d9" providerId="ADAL" clId="{210BC3D0-6D33-4731-A59B-369807834DD2}" dt="2025-11-17T02:47:47.546" v="2365"/>
          <ac:spMkLst>
            <pc:docMk/>
            <pc:sldMk cId="1635377456" sldId="291"/>
            <ac:spMk id="2196" creationId="{CDBDA5F8-717A-4204-9407-978DA9CAC586}"/>
          </ac:spMkLst>
        </pc:spChg>
        <pc:spChg chg="add mod">
          <ac:chgData name="Alexander Simon Thrysøe" userId="3f9b9528-1df8-4235-9262-8bdb6141b1d9" providerId="ADAL" clId="{210BC3D0-6D33-4731-A59B-369807834DD2}" dt="2025-11-17T02:47:47.562" v="2373"/>
          <ac:spMkLst>
            <pc:docMk/>
            <pc:sldMk cId="1635377456" sldId="291"/>
            <ac:spMk id="2197" creationId="{0B7F8093-2CED-4400-BFF6-5FFB88F540EA}"/>
          </ac:spMkLst>
        </pc:spChg>
        <pc:spChg chg="add mod">
          <ac:chgData name="Alexander Simon Thrysøe" userId="3f9b9528-1df8-4235-9262-8bdb6141b1d9" providerId="ADAL" clId="{210BC3D0-6D33-4731-A59B-369807834DD2}" dt="2025-11-17T02:47:47.562" v="2381"/>
          <ac:spMkLst>
            <pc:docMk/>
            <pc:sldMk cId="1635377456" sldId="291"/>
            <ac:spMk id="2198" creationId="{01DC4C4B-F5CA-4643-8381-5678B149CFBC}"/>
          </ac:spMkLst>
        </pc:spChg>
        <pc:spChg chg="add mod">
          <ac:chgData name="Alexander Simon Thrysøe" userId="3f9b9528-1df8-4235-9262-8bdb6141b1d9" providerId="ADAL" clId="{210BC3D0-6D33-4731-A59B-369807834DD2}" dt="2025-11-17T02:47:47.562" v="2389"/>
          <ac:spMkLst>
            <pc:docMk/>
            <pc:sldMk cId="1635377456" sldId="291"/>
            <ac:spMk id="2199" creationId="{5B693A7E-6067-4110-BD21-1016C5DC61E6}"/>
          </ac:spMkLst>
        </pc:spChg>
        <pc:spChg chg="add mod">
          <ac:chgData name="Alexander Simon Thrysøe" userId="3f9b9528-1df8-4235-9262-8bdb6141b1d9" providerId="ADAL" clId="{210BC3D0-6D33-4731-A59B-369807834DD2}" dt="2025-11-17T02:47:47.562" v="2397"/>
          <ac:spMkLst>
            <pc:docMk/>
            <pc:sldMk cId="1635377456" sldId="291"/>
            <ac:spMk id="2200" creationId="{BACAD43E-2AAB-4D99-B93B-A8470EE090BC}"/>
          </ac:spMkLst>
        </pc:spChg>
        <pc:spChg chg="add mod">
          <ac:chgData name="Alexander Simon Thrysøe" userId="3f9b9528-1df8-4235-9262-8bdb6141b1d9" providerId="ADAL" clId="{210BC3D0-6D33-4731-A59B-369807834DD2}" dt="2025-11-17T02:47:47.578" v="2405"/>
          <ac:spMkLst>
            <pc:docMk/>
            <pc:sldMk cId="1635377456" sldId="291"/>
            <ac:spMk id="2201" creationId="{8B2D8DC4-3624-4A9D-9C54-BF0A2F4C60E4}"/>
          </ac:spMkLst>
        </pc:spChg>
        <pc:spChg chg="add mod">
          <ac:chgData name="Alexander Simon Thrysøe" userId="3f9b9528-1df8-4235-9262-8bdb6141b1d9" providerId="ADAL" clId="{210BC3D0-6D33-4731-A59B-369807834DD2}" dt="2025-11-17T02:47:47.578" v="2413"/>
          <ac:spMkLst>
            <pc:docMk/>
            <pc:sldMk cId="1635377456" sldId="291"/>
            <ac:spMk id="2202" creationId="{1CBD673D-2857-4766-8DE2-6E9424F7B9CF}"/>
          </ac:spMkLst>
        </pc:spChg>
        <pc:spChg chg="add mod">
          <ac:chgData name="Alexander Simon Thrysøe" userId="3f9b9528-1df8-4235-9262-8bdb6141b1d9" providerId="ADAL" clId="{210BC3D0-6D33-4731-A59B-369807834DD2}" dt="2025-11-17T02:47:47.578" v="2421"/>
          <ac:spMkLst>
            <pc:docMk/>
            <pc:sldMk cId="1635377456" sldId="291"/>
            <ac:spMk id="2203" creationId="{0F758D04-20DD-42D1-9328-E2831A09FD70}"/>
          </ac:spMkLst>
        </pc:spChg>
        <pc:spChg chg="add mod">
          <ac:chgData name="Alexander Simon Thrysøe" userId="3f9b9528-1df8-4235-9262-8bdb6141b1d9" providerId="ADAL" clId="{210BC3D0-6D33-4731-A59B-369807834DD2}" dt="2025-11-17T02:47:47.594" v="2429"/>
          <ac:spMkLst>
            <pc:docMk/>
            <pc:sldMk cId="1635377456" sldId="291"/>
            <ac:spMk id="2204" creationId="{BD30FB33-55F8-4E09-A1F0-656A5515F954}"/>
          </ac:spMkLst>
        </pc:spChg>
        <pc:spChg chg="add mod">
          <ac:chgData name="Alexander Simon Thrysøe" userId="3f9b9528-1df8-4235-9262-8bdb6141b1d9" providerId="ADAL" clId="{210BC3D0-6D33-4731-A59B-369807834DD2}" dt="2025-11-17T02:47:47.594" v="2437"/>
          <ac:spMkLst>
            <pc:docMk/>
            <pc:sldMk cId="1635377456" sldId="291"/>
            <ac:spMk id="2205" creationId="{FDF69D72-5A79-4523-A2E2-003DAA4CD4EF}"/>
          </ac:spMkLst>
        </pc:spChg>
        <pc:spChg chg="add mod">
          <ac:chgData name="Alexander Simon Thrysøe" userId="3f9b9528-1df8-4235-9262-8bdb6141b1d9" providerId="ADAL" clId="{210BC3D0-6D33-4731-A59B-369807834DD2}" dt="2025-11-17T02:47:47.594" v="2445"/>
          <ac:spMkLst>
            <pc:docMk/>
            <pc:sldMk cId="1635377456" sldId="291"/>
            <ac:spMk id="2206" creationId="{CC05C9E2-647F-4A29-BD6D-185D26859F9F}"/>
          </ac:spMkLst>
        </pc:spChg>
        <pc:spChg chg="add mod">
          <ac:chgData name="Alexander Simon Thrysøe" userId="3f9b9528-1df8-4235-9262-8bdb6141b1d9" providerId="ADAL" clId="{210BC3D0-6D33-4731-A59B-369807834DD2}" dt="2025-11-17T02:47:47.610" v="2453"/>
          <ac:spMkLst>
            <pc:docMk/>
            <pc:sldMk cId="1635377456" sldId="291"/>
            <ac:spMk id="2207" creationId="{A22C09FF-6701-4A0C-B9DC-9E13160DE5D1}"/>
          </ac:spMkLst>
        </pc:spChg>
        <pc:spChg chg="add mod">
          <ac:chgData name="Alexander Simon Thrysøe" userId="3f9b9528-1df8-4235-9262-8bdb6141b1d9" providerId="ADAL" clId="{210BC3D0-6D33-4731-A59B-369807834DD2}" dt="2025-11-17T02:47:47.610" v="2461"/>
          <ac:spMkLst>
            <pc:docMk/>
            <pc:sldMk cId="1635377456" sldId="291"/>
            <ac:spMk id="2208" creationId="{700C35DC-F02E-4D2C-B570-B95BEE652B7A}"/>
          </ac:spMkLst>
        </pc:spChg>
        <pc:spChg chg="add mod">
          <ac:chgData name="Alexander Simon Thrysøe" userId="3f9b9528-1df8-4235-9262-8bdb6141b1d9" providerId="ADAL" clId="{210BC3D0-6D33-4731-A59B-369807834DD2}" dt="2025-11-17T02:47:47.610" v="2469"/>
          <ac:spMkLst>
            <pc:docMk/>
            <pc:sldMk cId="1635377456" sldId="291"/>
            <ac:spMk id="2209" creationId="{D4880FD6-88AD-4E0D-8198-992C5AEDCDC2}"/>
          </ac:spMkLst>
        </pc:spChg>
        <pc:spChg chg="add mod">
          <ac:chgData name="Alexander Simon Thrysøe" userId="3f9b9528-1df8-4235-9262-8bdb6141b1d9" providerId="ADAL" clId="{210BC3D0-6D33-4731-A59B-369807834DD2}" dt="2025-11-17T02:47:47.610" v="2477"/>
          <ac:spMkLst>
            <pc:docMk/>
            <pc:sldMk cId="1635377456" sldId="291"/>
            <ac:spMk id="2210" creationId="{1F17FED7-F983-4D7B-A34D-3E3B43E57F58}"/>
          </ac:spMkLst>
        </pc:spChg>
        <pc:spChg chg="add mod">
          <ac:chgData name="Alexander Simon Thrysøe" userId="3f9b9528-1df8-4235-9262-8bdb6141b1d9" providerId="ADAL" clId="{210BC3D0-6D33-4731-A59B-369807834DD2}" dt="2025-11-17T02:47:47.626" v="2485"/>
          <ac:spMkLst>
            <pc:docMk/>
            <pc:sldMk cId="1635377456" sldId="291"/>
            <ac:spMk id="2211" creationId="{254CCD2A-AE53-4AA7-BF13-C3A753E2FFBF}"/>
          </ac:spMkLst>
        </pc:spChg>
        <pc:spChg chg="add mod">
          <ac:chgData name="Alexander Simon Thrysøe" userId="3f9b9528-1df8-4235-9262-8bdb6141b1d9" providerId="ADAL" clId="{210BC3D0-6D33-4731-A59B-369807834DD2}" dt="2025-11-17T02:47:47.626" v="2493"/>
          <ac:spMkLst>
            <pc:docMk/>
            <pc:sldMk cId="1635377456" sldId="291"/>
            <ac:spMk id="2212" creationId="{7B597F2C-9417-41FB-A26E-675442DFD54C}"/>
          </ac:spMkLst>
        </pc:spChg>
        <pc:spChg chg="add mod">
          <ac:chgData name="Alexander Simon Thrysøe" userId="3f9b9528-1df8-4235-9262-8bdb6141b1d9" providerId="ADAL" clId="{210BC3D0-6D33-4731-A59B-369807834DD2}" dt="2025-11-17T02:47:47.626" v="2501"/>
          <ac:spMkLst>
            <pc:docMk/>
            <pc:sldMk cId="1635377456" sldId="291"/>
            <ac:spMk id="2213" creationId="{66262DEA-E002-4132-8C8C-0AB091551C29}"/>
          </ac:spMkLst>
        </pc:spChg>
        <pc:spChg chg="add mod">
          <ac:chgData name="Alexander Simon Thrysøe" userId="3f9b9528-1df8-4235-9262-8bdb6141b1d9" providerId="ADAL" clId="{210BC3D0-6D33-4731-A59B-369807834DD2}" dt="2025-11-17T02:47:47.642" v="2509"/>
          <ac:spMkLst>
            <pc:docMk/>
            <pc:sldMk cId="1635377456" sldId="291"/>
            <ac:spMk id="2214" creationId="{031E36C5-1D77-4259-9744-69756ECE5524}"/>
          </ac:spMkLst>
        </pc:spChg>
        <pc:spChg chg="add mod">
          <ac:chgData name="Alexander Simon Thrysøe" userId="3f9b9528-1df8-4235-9262-8bdb6141b1d9" providerId="ADAL" clId="{210BC3D0-6D33-4731-A59B-369807834DD2}" dt="2025-11-17T02:47:47.642" v="2517"/>
          <ac:spMkLst>
            <pc:docMk/>
            <pc:sldMk cId="1635377456" sldId="291"/>
            <ac:spMk id="2215" creationId="{134A6ED4-AD95-4700-AD4B-7F08A8829B13}"/>
          </ac:spMkLst>
        </pc:spChg>
        <pc:spChg chg="add mod">
          <ac:chgData name="Alexander Simon Thrysøe" userId="3f9b9528-1df8-4235-9262-8bdb6141b1d9" providerId="ADAL" clId="{210BC3D0-6D33-4731-A59B-369807834DD2}" dt="2025-11-17T02:47:47.642" v="2525"/>
          <ac:spMkLst>
            <pc:docMk/>
            <pc:sldMk cId="1635377456" sldId="291"/>
            <ac:spMk id="2216" creationId="{4A8BFE5C-B602-446A-B8CA-A1B537CBC70D}"/>
          </ac:spMkLst>
        </pc:spChg>
        <pc:spChg chg="add mod">
          <ac:chgData name="Alexander Simon Thrysøe" userId="3f9b9528-1df8-4235-9262-8bdb6141b1d9" providerId="ADAL" clId="{210BC3D0-6D33-4731-A59B-369807834DD2}" dt="2025-11-17T02:47:47.657" v="2533"/>
          <ac:spMkLst>
            <pc:docMk/>
            <pc:sldMk cId="1635377456" sldId="291"/>
            <ac:spMk id="2217" creationId="{246C3806-8408-46C0-BE1D-5D70F4970C8F}"/>
          </ac:spMkLst>
        </pc:spChg>
        <pc:spChg chg="add mod">
          <ac:chgData name="Alexander Simon Thrysøe" userId="3f9b9528-1df8-4235-9262-8bdb6141b1d9" providerId="ADAL" clId="{210BC3D0-6D33-4731-A59B-369807834DD2}" dt="2025-11-17T02:47:47.657" v="2541"/>
          <ac:spMkLst>
            <pc:docMk/>
            <pc:sldMk cId="1635377456" sldId="291"/>
            <ac:spMk id="2218" creationId="{1C3BC9C6-CD79-4461-873B-0F7A4A351B01}"/>
          </ac:spMkLst>
        </pc:spChg>
        <pc:spChg chg="add mod">
          <ac:chgData name="Alexander Simon Thrysøe" userId="3f9b9528-1df8-4235-9262-8bdb6141b1d9" providerId="ADAL" clId="{210BC3D0-6D33-4731-A59B-369807834DD2}" dt="2025-11-17T02:47:47.657" v="2549"/>
          <ac:spMkLst>
            <pc:docMk/>
            <pc:sldMk cId="1635377456" sldId="291"/>
            <ac:spMk id="2219" creationId="{6AB8B0C6-95AA-4D14-B883-2BEE440BA242}"/>
          </ac:spMkLst>
        </pc:spChg>
        <pc:spChg chg="add mod">
          <ac:chgData name="Alexander Simon Thrysøe" userId="3f9b9528-1df8-4235-9262-8bdb6141b1d9" providerId="ADAL" clId="{210BC3D0-6D33-4731-A59B-369807834DD2}" dt="2025-11-17T02:47:47.657" v="2557"/>
          <ac:spMkLst>
            <pc:docMk/>
            <pc:sldMk cId="1635377456" sldId="291"/>
            <ac:spMk id="2220" creationId="{776AF869-B731-47E9-B683-D69C792AD2C2}"/>
          </ac:spMkLst>
        </pc:spChg>
        <pc:spChg chg="add mod">
          <ac:chgData name="Alexander Simon Thrysøe" userId="3f9b9528-1df8-4235-9262-8bdb6141b1d9" providerId="ADAL" clId="{210BC3D0-6D33-4731-A59B-369807834DD2}" dt="2025-11-17T02:47:47.673" v="2565"/>
          <ac:spMkLst>
            <pc:docMk/>
            <pc:sldMk cId="1635377456" sldId="291"/>
            <ac:spMk id="2221" creationId="{EFDC0A17-436E-461E-9A80-8923D7600390}"/>
          </ac:spMkLst>
        </pc:spChg>
        <pc:spChg chg="add mod">
          <ac:chgData name="Alexander Simon Thrysøe" userId="3f9b9528-1df8-4235-9262-8bdb6141b1d9" providerId="ADAL" clId="{210BC3D0-6D33-4731-A59B-369807834DD2}" dt="2025-11-17T02:47:47.673" v="2573"/>
          <ac:spMkLst>
            <pc:docMk/>
            <pc:sldMk cId="1635377456" sldId="291"/>
            <ac:spMk id="2222" creationId="{FEE14533-AC31-4EBF-8AB4-5C811D7A09EF}"/>
          </ac:spMkLst>
        </pc:spChg>
        <pc:spChg chg="add mod">
          <ac:chgData name="Alexander Simon Thrysøe" userId="3f9b9528-1df8-4235-9262-8bdb6141b1d9" providerId="ADAL" clId="{210BC3D0-6D33-4731-A59B-369807834DD2}" dt="2025-11-17T02:47:47.673" v="2581"/>
          <ac:spMkLst>
            <pc:docMk/>
            <pc:sldMk cId="1635377456" sldId="291"/>
            <ac:spMk id="2223" creationId="{78C02E87-7F1E-47EE-9E66-4DE93BDCBB5B}"/>
          </ac:spMkLst>
        </pc:spChg>
        <pc:spChg chg="add mod">
          <ac:chgData name="Alexander Simon Thrysøe" userId="3f9b9528-1df8-4235-9262-8bdb6141b1d9" providerId="ADAL" clId="{210BC3D0-6D33-4731-A59B-369807834DD2}" dt="2025-11-17T02:47:47.689" v="2589"/>
          <ac:spMkLst>
            <pc:docMk/>
            <pc:sldMk cId="1635377456" sldId="291"/>
            <ac:spMk id="2224" creationId="{EB148863-42D4-4D0C-A091-A55102BF6F34}"/>
          </ac:spMkLst>
        </pc:spChg>
        <pc:spChg chg="add mod">
          <ac:chgData name="Alexander Simon Thrysøe" userId="3f9b9528-1df8-4235-9262-8bdb6141b1d9" providerId="ADAL" clId="{210BC3D0-6D33-4731-A59B-369807834DD2}" dt="2025-11-17T02:47:47.689" v="2597"/>
          <ac:spMkLst>
            <pc:docMk/>
            <pc:sldMk cId="1635377456" sldId="291"/>
            <ac:spMk id="2225" creationId="{AC878A44-8768-42D5-8172-89DEDFDE6337}"/>
          </ac:spMkLst>
        </pc:spChg>
        <pc:spChg chg="add mod">
          <ac:chgData name="Alexander Simon Thrysøe" userId="3f9b9528-1df8-4235-9262-8bdb6141b1d9" providerId="ADAL" clId="{210BC3D0-6D33-4731-A59B-369807834DD2}" dt="2025-11-17T02:47:47.689" v="2605"/>
          <ac:spMkLst>
            <pc:docMk/>
            <pc:sldMk cId="1635377456" sldId="291"/>
            <ac:spMk id="2226" creationId="{B58C5CE5-D59D-4855-9357-8BE42EC91367}"/>
          </ac:spMkLst>
        </pc:spChg>
        <pc:spChg chg="add mod">
          <ac:chgData name="Alexander Simon Thrysøe" userId="3f9b9528-1df8-4235-9262-8bdb6141b1d9" providerId="ADAL" clId="{210BC3D0-6D33-4731-A59B-369807834DD2}" dt="2025-11-17T02:47:47.705" v="2613"/>
          <ac:spMkLst>
            <pc:docMk/>
            <pc:sldMk cId="1635377456" sldId="291"/>
            <ac:spMk id="2227" creationId="{F6CE0856-04E3-4B49-AB13-585AD88E749F}"/>
          </ac:spMkLst>
        </pc:spChg>
        <pc:spChg chg="add mod">
          <ac:chgData name="Alexander Simon Thrysøe" userId="3f9b9528-1df8-4235-9262-8bdb6141b1d9" providerId="ADAL" clId="{210BC3D0-6D33-4731-A59B-369807834DD2}" dt="2025-11-17T02:47:47.705" v="2621"/>
          <ac:spMkLst>
            <pc:docMk/>
            <pc:sldMk cId="1635377456" sldId="291"/>
            <ac:spMk id="2228" creationId="{7C1CAFFE-709A-4085-A588-42AD4E537F7B}"/>
          </ac:spMkLst>
        </pc:spChg>
        <pc:spChg chg="add mod">
          <ac:chgData name="Alexander Simon Thrysøe" userId="3f9b9528-1df8-4235-9262-8bdb6141b1d9" providerId="ADAL" clId="{210BC3D0-6D33-4731-A59B-369807834DD2}" dt="2025-11-17T02:47:47.711" v="2629"/>
          <ac:spMkLst>
            <pc:docMk/>
            <pc:sldMk cId="1635377456" sldId="291"/>
            <ac:spMk id="2229" creationId="{55CFB7F8-37CD-4FF6-A37B-196D6BB6CCC7}"/>
          </ac:spMkLst>
        </pc:spChg>
        <pc:spChg chg="add mod">
          <ac:chgData name="Alexander Simon Thrysøe" userId="3f9b9528-1df8-4235-9262-8bdb6141b1d9" providerId="ADAL" clId="{210BC3D0-6D33-4731-A59B-369807834DD2}" dt="2025-11-17T02:47:47.711" v="2637"/>
          <ac:spMkLst>
            <pc:docMk/>
            <pc:sldMk cId="1635377456" sldId="291"/>
            <ac:spMk id="2230" creationId="{90208C29-732A-4367-AE01-4271922DCBCE}"/>
          </ac:spMkLst>
        </pc:spChg>
        <pc:spChg chg="add mod">
          <ac:chgData name="Alexander Simon Thrysøe" userId="3f9b9528-1df8-4235-9262-8bdb6141b1d9" providerId="ADAL" clId="{210BC3D0-6D33-4731-A59B-369807834DD2}" dt="2025-11-17T02:47:47.721" v="2645"/>
          <ac:spMkLst>
            <pc:docMk/>
            <pc:sldMk cId="1635377456" sldId="291"/>
            <ac:spMk id="2231" creationId="{3784D5A5-36FA-4417-B9DE-B35B44F15379}"/>
          </ac:spMkLst>
        </pc:spChg>
        <pc:spChg chg="add mod">
          <ac:chgData name="Alexander Simon Thrysøe" userId="3f9b9528-1df8-4235-9262-8bdb6141b1d9" providerId="ADAL" clId="{210BC3D0-6D33-4731-A59B-369807834DD2}" dt="2025-11-17T02:47:47.721" v="2653"/>
          <ac:spMkLst>
            <pc:docMk/>
            <pc:sldMk cId="1635377456" sldId="291"/>
            <ac:spMk id="2232" creationId="{A2C89AB5-0A1D-4003-BA08-63353B3EA8AF}"/>
          </ac:spMkLst>
        </pc:spChg>
        <pc:spChg chg="add mod">
          <ac:chgData name="Alexander Simon Thrysøe" userId="3f9b9528-1df8-4235-9262-8bdb6141b1d9" providerId="ADAL" clId="{210BC3D0-6D33-4731-A59B-369807834DD2}" dt="2025-11-17T02:47:47.721" v="2661"/>
          <ac:spMkLst>
            <pc:docMk/>
            <pc:sldMk cId="1635377456" sldId="291"/>
            <ac:spMk id="2233" creationId="{468C4AF5-E0E9-4ECF-B16B-D5A901BD8F27}"/>
          </ac:spMkLst>
        </pc:spChg>
        <pc:spChg chg="add mod">
          <ac:chgData name="Alexander Simon Thrysøe" userId="3f9b9528-1df8-4235-9262-8bdb6141b1d9" providerId="ADAL" clId="{210BC3D0-6D33-4731-A59B-369807834DD2}" dt="2025-11-17T02:47:47.736" v="2669"/>
          <ac:spMkLst>
            <pc:docMk/>
            <pc:sldMk cId="1635377456" sldId="291"/>
            <ac:spMk id="2234" creationId="{113DDEE6-80B0-499E-BCBD-6CF940CAF7F5}"/>
          </ac:spMkLst>
        </pc:spChg>
        <pc:spChg chg="add mod">
          <ac:chgData name="Alexander Simon Thrysøe" userId="3f9b9528-1df8-4235-9262-8bdb6141b1d9" providerId="ADAL" clId="{210BC3D0-6D33-4731-A59B-369807834DD2}" dt="2025-11-17T02:47:47.736" v="2677"/>
          <ac:spMkLst>
            <pc:docMk/>
            <pc:sldMk cId="1635377456" sldId="291"/>
            <ac:spMk id="2235" creationId="{B3448DA1-ECFE-41F9-BDFD-61B5D0348B42}"/>
          </ac:spMkLst>
        </pc:spChg>
        <pc:spChg chg="add mod">
          <ac:chgData name="Alexander Simon Thrysøe" userId="3f9b9528-1df8-4235-9262-8bdb6141b1d9" providerId="ADAL" clId="{210BC3D0-6D33-4731-A59B-369807834DD2}" dt="2025-11-17T02:47:47.736" v="2685"/>
          <ac:spMkLst>
            <pc:docMk/>
            <pc:sldMk cId="1635377456" sldId="291"/>
            <ac:spMk id="2236" creationId="{C846EE67-0AE7-4FF5-9CF7-31FF66CEF42C}"/>
          </ac:spMkLst>
        </pc:spChg>
        <pc:spChg chg="add mod">
          <ac:chgData name="Alexander Simon Thrysøe" userId="3f9b9528-1df8-4235-9262-8bdb6141b1d9" providerId="ADAL" clId="{210BC3D0-6D33-4731-A59B-369807834DD2}" dt="2025-11-17T02:47:47.752" v="2693"/>
          <ac:spMkLst>
            <pc:docMk/>
            <pc:sldMk cId="1635377456" sldId="291"/>
            <ac:spMk id="2237" creationId="{C0386965-1566-4582-87C5-6CAD1890ACBB}"/>
          </ac:spMkLst>
        </pc:spChg>
        <pc:spChg chg="add mod">
          <ac:chgData name="Alexander Simon Thrysøe" userId="3f9b9528-1df8-4235-9262-8bdb6141b1d9" providerId="ADAL" clId="{210BC3D0-6D33-4731-A59B-369807834DD2}" dt="2025-11-17T02:47:47.752" v="2701"/>
          <ac:spMkLst>
            <pc:docMk/>
            <pc:sldMk cId="1635377456" sldId="291"/>
            <ac:spMk id="2238" creationId="{C99F010E-B749-4802-904A-166DB6A5B990}"/>
          </ac:spMkLst>
        </pc:spChg>
        <pc:spChg chg="add mod">
          <ac:chgData name="Alexander Simon Thrysøe" userId="3f9b9528-1df8-4235-9262-8bdb6141b1d9" providerId="ADAL" clId="{210BC3D0-6D33-4731-A59B-369807834DD2}" dt="2025-11-17T02:47:47.752" v="2709"/>
          <ac:spMkLst>
            <pc:docMk/>
            <pc:sldMk cId="1635377456" sldId="291"/>
            <ac:spMk id="2239" creationId="{52468AC1-6DA0-4886-B3E0-C74C456E1651}"/>
          </ac:spMkLst>
        </pc:spChg>
        <pc:spChg chg="add mod">
          <ac:chgData name="Alexander Simon Thrysøe" userId="3f9b9528-1df8-4235-9262-8bdb6141b1d9" providerId="ADAL" clId="{210BC3D0-6D33-4731-A59B-369807834DD2}" dt="2025-11-17T02:47:47.768" v="2717"/>
          <ac:spMkLst>
            <pc:docMk/>
            <pc:sldMk cId="1635377456" sldId="291"/>
            <ac:spMk id="2240" creationId="{31F17D2D-4172-4E60-A188-4BB2B8294CE8}"/>
          </ac:spMkLst>
        </pc:spChg>
        <pc:spChg chg="add mod">
          <ac:chgData name="Alexander Simon Thrysøe" userId="3f9b9528-1df8-4235-9262-8bdb6141b1d9" providerId="ADAL" clId="{210BC3D0-6D33-4731-A59B-369807834DD2}" dt="2025-11-17T02:47:47.768" v="2725"/>
          <ac:spMkLst>
            <pc:docMk/>
            <pc:sldMk cId="1635377456" sldId="291"/>
            <ac:spMk id="2241" creationId="{C88B0DC9-536A-436D-B324-57887B9BEABF}"/>
          </ac:spMkLst>
        </pc:spChg>
        <pc:spChg chg="add mod">
          <ac:chgData name="Alexander Simon Thrysøe" userId="3f9b9528-1df8-4235-9262-8bdb6141b1d9" providerId="ADAL" clId="{210BC3D0-6D33-4731-A59B-369807834DD2}" dt="2025-11-17T02:47:47.768" v="2733"/>
          <ac:spMkLst>
            <pc:docMk/>
            <pc:sldMk cId="1635377456" sldId="291"/>
            <ac:spMk id="2242" creationId="{D038C012-D82E-4CE5-BC07-72ED2F8C289F}"/>
          </ac:spMkLst>
        </pc:spChg>
        <pc:spChg chg="add mod">
          <ac:chgData name="Alexander Simon Thrysøe" userId="3f9b9528-1df8-4235-9262-8bdb6141b1d9" providerId="ADAL" clId="{210BC3D0-6D33-4731-A59B-369807834DD2}" dt="2025-11-17T02:47:47.768" v="2741"/>
          <ac:spMkLst>
            <pc:docMk/>
            <pc:sldMk cId="1635377456" sldId="291"/>
            <ac:spMk id="2243" creationId="{36C317D2-8BAA-4A75-8872-8B35AD8040DC}"/>
          </ac:spMkLst>
        </pc:spChg>
        <pc:spChg chg="add mod">
          <ac:chgData name="Alexander Simon Thrysøe" userId="3f9b9528-1df8-4235-9262-8bdb6141b1d9" providerId="ADAL" clId="{210BC3D0-6D33-4731-A59B-369807834DD2}" dt="2025-11-17T02:47:47.784" v="2749"/>
          <ac:spMkLst>
            <pc:docMk/>
            <pc:sldMk cId="1635377456" sldId="291"/>
            <ac:spMk id="2244" creationId="{7B33EBC9-9F06-4554-92C9-69F3C979F791}"/>
          </ac:spMkLst>
        </pc:spChg>
        <pc:spChg chg="add mod">
          <ac:chgData name="Alexander Simon Thrysøe" userId="3f9b9528-1df8-4235-9262-8bdb6141b1d9" providerId="ADAL" clId="{210BC3D0-6D33-4731-A59B-369807834DD2}" dt="2025-11-17T02:47:47.784" v="2757"/>
          <ac:spMkLst>
            <pc:docMk/>
            <pc:sldMk cId="1635377456" sldId="291"/>
            <ac:spMk id="2245" creationId="{B50BBFB1-AA67-4998-B360-06B35C9F586E}"/>
          </ac:spMkLst>
        </pc:spChg>
        <pc:spChg chg="add mod">
          <ac:chgData name="Alexander Simon Thrysøe" userId="3f9b9528-1df8-4235-9262-8bdb6141b1d9" providerId="ADAL" clId="{210BC3D0-6D33-4731-A59B-369807834DD2}" dt="2025-11-17T02:47:47.784" v="2765"/>
          <ac:spMkLst>
            <pc:docMk/>
            <pc:sldMk cId="1635377456" sldId="291"/>
            <ac:spMk id="2246" creationId="{C4F8411B-1C01-4E39-A636-4C23BF915A57}"/>
          </ac:spMkLst>
        </pc:spChg>
        <pc:spChg chg="add mod">
          <ac:chgData name="Alexander Simon Thrysøe" userId="3f9b9528-1df8-4235-9262-8bdb6141b1d9" providerId="ADAL" clId="{210BC3D0-6D33-4731-A59B-369807834DD2}" dt="2025-11-17T02:47:47.800" v="2773"/>
          <ac:spMkLst>
            <pc:docMk/>
            <pc:sldMk cId="1635377456" sldId="291"/>
            <ac:spMk id="2247" creationId="{86DA2CFD-6725-4D15-AC88-B3587C7A5D80}"/>
          </ac:spMkLst>
        </pc:spChg>
        <pc:spChg chg="add mod">
          <ac:chgData name="Alexander Simon Thrysøe" userId="3f9b9528-1df8-4235-9262-8bdb6141b1d9" providerId="ADAL" clId="{210BC3D0-6D33-4731-A59B-369807834DD2}" dt="2025-11-17T02:47:47.800" v="2781"/>
          <ac:spMkLst>
            <pc:docMk/>
            <pc:sldMk cId="1635377456" sldId="291"/>
            <ac:spMk id="2248" creationId="{801FE02E-31A1-41CF-BC55-06ED972657AE}"/>
          </ac:spMkLst>
        </pc:spChg>
        <pc:spChg chg="add mod">
          <ac:chgData name="Alexander Simon Thrysøe" userId="3f9b9528-1df8-4235-9262-8bdb6141b1d9" providerId="ADAL" clId="{210BC3D0-6D33-4731-A59B-369807834DD2}" dt="2025-11-17T02:47:47.800" v="2789"/>
          <ac:spMkLst>
            <pc:docMk/>
            <pc:sldMk cId="1635377456" sldId="291"/>
            <ac:spMk id="2249" creationId="{0AFAD23A-BCC4-495A-A39F-0DC7B572EA81}"/>
          </ac:spMkLst>
        </pc:spChg>
        <pc:spChg chg="add mod">
          <ac:chgData name="Alexander Simon Thrysøe" userId="3f9b9528-1df8-4235-9262-8bdb6141b1d9" providerId="ADAL" clId="{210BC3D0-6D33-4731-A59B-369807834DD2}" dt="2025-11-17T02:47:47.800" v="2797"/>
          <ac:spMkLst>
            <pc:docMk/>
            <pc:sldMk cId="1635377456" sldId="291"/>
            <ac:spMk id="2250" creationId="{925FDE26-7768-478C-A60A-9B720F29DE19}"/>
          </ac:spMkLst>
        </pc:spChg>
        <pc:spChg chg="add mod">
          <ac:chgData name="Alexander Simon Thrysøe" userId="3f9b9528-1df8-4235-9262-8bdb6141b1d9" providerId="ADAL" clId="{210BC3D0-6D33-4731-A59B-369807834DD2}" dt="2025-11-17T02:47:47.816" v="2805"/>
          <ac:spMkLst>
            <pc:docMk/>
            <pc:sldMk cId="1635377456" sldId="291"/>
            <ac:spMk id="2251" creationId="{D4F9AFBB-5969-4F93-B43D-CFEE03E65405}"/>
          </ac:spMkLst>
        </pc:spChg>
        <pc:spChg chg="add mod">
          <ac:chgData name="Alexander Simon Thrysøe" userId="3f9b9528-1df8-4235-9262-8bdb6141b1d9" providerId="ADAL" clId="{210BC3D0-6D33-4731-A59B-369807834DD2}" dt="2025-11-17T02:47:47.824" v="2813"/>
          <ac:spMkLst>
            <pc:docMk/>
            <pc:sldMk cId="1635377456" sldId="291"/>
            <ac:spMk id="2252" creationId="{69584ABD-6E82-4596-8240-D338FE4708D5}"/>
          </ac:spMkLst>
        </pc:spChg>
        <pc:spChg chg="add mod">
          <ac:chgData name="Alexander Simon Thrysøe" userId="3f9b9528-1df8-4235-9262-8bdb6141b1d9" providerId="ADAL" clId="{210BC3D0-6D33-4731-A59B-369807834DD2}" dt="2025-11-17T02:47:47.828" v="2821"/>
          <ac:spMkLst>
            <pc:docMk/>
            <pc:sldMk cId="1635377456" sldId="291"/>
            <ac:spMk id="2253" creationId="{0ABB9BF0-FE2E-4CFA-B293-832421F44BDC}"/>
          </ac:spMkLst>
        </pc:spChg>
        <pc:spChg chg="add mod">
          <ac:chgData name="Alexander Simon Thrysøe" userId="3f9b9528-1df8-4235-9262-8bdb6141b1d9" providerId="ADAL" clId="{210BC3D0-6D33-4731-A59B-369807834DD2}" dt="2025-11-17T02:47:47.834" v="2829"/>
          <ac:spMkLst>
            <pc:docMk/>
            <pc:sldMk cId="1635377456" sldId="291"/>
            <ac:spMk id="2254" creationId="{A75A3B28-4CF8-41CD-A545-2FAC8B5EAB66}"/>
          </ac:spMkLst>
        </pc:spChg>
        <pc:spChg chg="add mod">
          <ac:chgData name="Alexander Simon Thrysøe" userId="3f9b9528-1df8-4235-9262-8bdb6141b1d9" providerId="ADAL" clId="{210BC3D0-6D33-4731-A59B-369807834DD2}" dt="2025-11-17T02:47:47.839" v="2837"/>
          <ac:spMkLst>
            <pc:docMk/>
            <pc:sldMk cId="1635377456" sldId="291"/>
            <ac:spMk id="2255" creationId="{1FAF5743-D160-4123-96A8-B4ACC51714AA}"/>
          </ac:spMkLst>
        </pc:spChg>
        <pc:spChg chg="add mod">
          <ac:chgData name="Alexander Simon Thrysøe" userId="3f9b9528-1df8-4235-9262-8bdb6141b1d9" providerId="ADAL" clId="{210BC3D0-6D33-4731-A59B-369807834DD2}" dt="2025-11-17T02:47:47.841" v="2845"/>
          <ac:spMkLst>
            <pc:docMk/>
            <pc:sldMk cId="1635377456" sldId="291"/>
            <ac:spMk id="2256" creationId="{0123F0C3-E6D9-4A35-BE26-E3660007C168}"/>
          </ac:spMkLst>
        </pc:spChg>
        <pc:spChg chg="add mod">
          <ac:chgData name="Alexander Simon Thrysøe" userId="3f9b9528-1df8-4235-9262-8bdb6141b1d9" providerId="ADAL" clId="{210BC3D0-6D33-4731-A59B-369807834DD2}" dt="2025-11-17T02:47:47.847" v="2853"/>
          <ac:spMkLst>
            <pc:docMk/>
            <pc:sldMk cId="1635377456" sldId="291"/>
            <ac:spMk id="2257" creationId="{7B71256E-5F5E-4E3D-AB7D-017FB9D4B811}"/>
          </ac:spMkLst>
        </pc:spChg>
        <pc:spChg chg="add mod">
          <ac:chgData name="Alexander Simon Thrysøe" userId="3f9b9528-1df8-4235-9262-8bdb6141b1d9" providerId="ADAL" clId="{210BC3D0-6D33-4731-A59B-369807834DD2}" dt="2025-11-17T02:47:47.847" v="2861"/>
          <ac:spMkLst>
            <pc:docMk/>
            <pc:sldMk cId="1635377456" sldId="291"/>
            <ac:spMk id="2258" creationId="{263C14E0-D98D-41F3-A7A7-ED056ED664C4}"/>
          </ac:spMkLst>
        </pc:spChg>
        <pc:spChg chg="add mod">
          <ac:chgData name="Alexander Simon Thrysøe" userId="3f9b9528-1df8-4235-9262-8bdb6141b1d9" providerId="ADAL" clId="{210BC3D0-6D33-4731-A59B-369807834DD2}" dt="2025-11-17T02:47:47.847" v="2869"/>
          <ac:spMkLst>
            <pc:docMk/>
            <pc:sldMk cId="1635377456" sldId="291"/>
            <ac:spMk id="2259" creationId="{6EB1091B-83F4-46BB-8E17-785D2C1F1685}"/>
          </ac:spMkLst>
        </pc:spChg>
        <pc:spChg chg="add mod">
          <ac:chgData name="Alexander Simon Thrysøe" userId="3f9b9528-1df8-4235-9262-8bdb6141b1d9" providerId="ADAL" clId="{210BC3D0-6D33-4731-A59B-369807834DD2}" dt="2025-11-17T02:47:47.847" v="2877"/>
          <ac:spMkLst>
            <pc:docMk/>
            <pc:sldMk cId="1635377456" sldId="291"/>
            <ac:spMk id="2260" creationId="{A179EC5C-4538-4682-9A7B-48B9C22BF44B}"/>
          </ac:spMkLst>
        </pc:spChg>
        <pc:spChg chg="add mod">
          <ac:chgData name="Alexander Simon Thrysøe" userId="3f9b9528-1df8-4235-9262-8bdb6141b1d9" providerId="ADAL" clId="{210BC3D0-6D33-4731-A59B-369807834DD2}" dt="2025-11-17T02:47:47.864" v="2885"/>
          <ac:spMkLst>
            <pc:docMk/>
            <pc:sldMk cId="1635377456" sldId="291"/>
            <ac:spMk id="2261" creationId="{EAFDBB4E-AA72-439A-B833-2FF649D783ED}"/>
          </ac:spMkLst>
        </pc:spChg>
        <pc:spChg chg="add mod">
          <ac:chgData name="Alexander Simon Thrysøe" userId="3f9b9528-1df8-4235-9262-8bdb6141b1d9" providerId="ADAL" clId="{210BC3D0-6D33-4731-A59B-369807834DD2}" dt="2025-11-17T02:47:47.864" v="2893"/>
          <ac:spMkLst>
            <pc:docMk/>
            <pc:sldMk cId="1635377456" sldId="291"/>
            <ac:spMk id="2262" creationId="{F5181F65-B06B-4B53-8A74-65E471DFDE77}"/>
          </ac:spMkLst>
        </pc:spChg>
        <pc:spChg chg="add mod">
          <ac:chgData name="Alexander Simon Thrysøe" userId="3f9b9528-1df8-4235-9262-8bdb6141b1d9" providerId="ADAL" clId="{210BC3D0-6D33-4731-A59B-369807834DD2}" dt="2025-11-17T02:47:47.864" v="2901"/>
          <ac:spMkLst>
            <pc:docMk/>
            <pc:sldMk cId="1635377456" sldId="291"/>
            <ac:spMk id="2263" creationId="{FFC4A9CA-D674-4751-9AEF-FB55761E9AD5}"/>
          </ac:spMkLst>
        </pc:spChg>
        <pc:spChg chg="add mod">
          <ac:chgData name="Alexander Simon Thrysøe" userId="3f9b9528-1df8-4235-9262-8bdb6141b1d9" providerId="ADAL" clId="{210BC3D0-6D33-4731-A59B-369807834DD2}" dt="2025-11-17T02:47:47.879" v="2909"/>
          <ac:spMkLst>
            <pc:docMk/>
            <pc:sldMk cId="1635377456" sldId="291"/>
            <ac:spMk id="2264" creationId="{D56764D2-F048-4198-8EDC-70E62FB2E380}"/>
          </ac:spMkLst>
        </pc:spChg>
        <pc:spChg chg="add mod">
          <ac:chgData name="Alexander Simon Thrysøe" userId="3f9b9528-1df8-4235-9262-8bdb6141b1d9" providerId="ADAL" clId="{210BC3D0-6D33-4731-A59B-369807834DD2}" dt="2025-11-17T02:47:47.879" v="2917"/>
          <ac:spMkLst>
            <pc:docMk/>
            <pc:sldMk cId="1635377456" sldId="291"/>
            <ac:spMk id="2265" creationId="{58082FC2-B870-4300-B52B-02C793FD83C5}"/>
          </ac:spMkLst>
        </pc:spChg>
        <pc:spChg chg="add mod">
          <ac:chgData name="Alexander Simon Thrysøe" userId="3f9b9528-1df8-4235-9262-8bdb6141b1d9" providerId="ADAL" clId="{210BC3D0-6D33-4731-A59B-369807834DD2}" dt="2025-11-17T02:47:47.879" v="2925"/>
          <ac:spMkLst>
            <pc:docMk/>
            <pc:sldMk cId="1635377456" sldId="291"/>
            <ac:spMk id="2266" creationId="{B91B6A61-02FA-4C7D-A9EA-85F62E69BFD7}"/>
          </ac:spMkLst>
        </pc:spChg>
        <pc:spChg chg="add mod">
          <ac:chgData name="Alexander Simon Thrysøe" userId="3f9b9528-1df8-4235-9262-8bdb6141b1d9" providerId="ADAL" clId="{210BC3D0-6D33-4731-A59B-369807834DD2}" dt="2025-11-17T02:47:47.895" v="2933"/>
          <ac:spMkLst>
            <pc:docMk/>
            <pc:sldMk cId="1635377456" sldId="291"/>
            <ac:spMk id="2267" creationId="{78371508-EB36-4960-9225-BB73DA990B9B}"/>
          </ac:spMkLst>
        </pc:spChg>
        <pc:spChg chg="add mod">
          <ac:chgData name="Alexander Simon Thrysøe" userId="3f9b9528-1df8-4235-9262-8bdb6141b1d9" providerId="ADAL" clId="{210BC3D0-6D33-4731-A59B-369807834DD2}" dt="2025-11-17T02:47:47.895" v="2941"/>
          <ac:spMkLst>
            <pc:docMk/>
            <pc:sldMk cId="1635377456" sldId="291"/>
            <ac:spMk id="2268" creationId="{021781F2-BD2C-4C12-94C7-48B6A808DC59}"/>
          </ac:spMkLst>
        </pc:spChg>
        <pc:spChg chg="add mod">
          <ac:chgData name="Alexander Simon Thrysøe" userId="3f9b9528-1df8-4235-9262-8bdb6141b1d9" providerId="ADAL" clId="{210BC3D0-6D33-4731-A59B-369807834DD2}" dt="2025-11-17T02:47:47.895" v="2949"/>
          <ac:spMkLst>
            <pc:docMk/>
            <pc:sldMk cId="1635377456" sldId="291"/>
            <ac:spMk id="2269" creationId="{10E2514B-698C-4DDF-A8A6-203F38AFBF89}"/>
          </ac:spMkLst>
        </pc:spChg>
        <pc:spChg chg="add mod">
          <ac:chgData name="Alexander Simon Thrysøe" userId="3f9b9528-1df8-4235-9262-8bdb6141b1d9" providerId="ADAL" clId="{210BC3D0-6D33-4731-A59B-369807834DD2}" dt="2025-11-17T02:47:47.895" v="2957"/>
          <ac:spMkLst>
            <pc:docMk/>
            <pc:sldMk cId="1635377456" sldId="291"/>
            <ac:spMk id="2270" creationId="{2C44636E-EC47-439F-B6BE-0242A84DC4AE}"/>
          </ac:spMkLst>
        </pc:spChg>
        <pc:spChg chg="add mod">
          <ac:chgData name="Alexander Simon Thrysøe" userId="3f9b9528-1df8-4235-9262-8bdb6141b1d9" providerId="ADAL" clId="{210BC3D0-6D33-4731-A59B-369807834DD2}" dt="2025-11-17T02:47:47.911" v="2965"/>
          <ac:spMkLst>
            <pc:docMk/>
            <pc:sldMk cId="1635377456" sldId="291"/>
            <ac:spMk id="2271" creationId="{32F90419-83ED-4203-93C6-F187AC7D428C}"/>
          </ac:spMkLst>
        </pc:spChg>
        <pc:spChg chg="add mod">
          <ac:chgData name="Alexander Simon Thrysøe" userId="3f9b9528-1df8-4235-9262-8bdb6141b1d9" providerId="ADAL" clId="{210BC3D0-6D33-4731-A59B-369807834DD2}" dt="2025-11-17T02:47:47.911" v="2973"/>
          <ac:spMkLst>
            <pc:docMk/>
            <pc:sldMk cId="1635377456" sldId="291"/>
            <ac:spMk id="2272" creationId="{B35D878D-8276-4560-9A61-4024B84FFD35}"/>
          </ac:spMkLst>
        </pc:spChg>
        <pc:spChg chg="add mod">
          <ac:chgData name="Alexander Simon Thrysøe" userId="3f9b9528-1df8-4235-9262-8bdb6141b1d9" providerId="ADAL" clId="{210BC3D0-6D33-4731-A59B-369807834DD2}" dt="2025-11-17T02:47:47.911" v="2981"/>
          <ac:spMkLst>
            <pc:docMk/>
            <pc:sldMk cId="1635377456" sldId="291"/>
            <ac:spMk id="2273" creationId="{7F1F1E43-D4F0-4FA4-90BD-E189C9DEFDA5}"/>
          </ac:spMkLst>
        </pc:spChg>
        <pc:spChg chg="add mod">
          <ac:chgData name="Alexander Simon Thrysøe" userId="3f9b9528-1df8-4235-9262-8bdb6141b1d9" providerId="ADAL" clId="{210BC3D0-6D33-4731-A59B-369807834DD2}" dt="2025-11-17T02:47:47.927" v="2989"/>
          <ac:spMkLst>
            <pc:docMk/>
            <pc:sldMk cId="1635377456" sldId="291"/>
            <ac:spMk id="2274" creationId="{AA8FA653-7554-440E-955D-B81457F56761}"/>
          </ac:spMkLst>
        </pc:spChg>
        <pc:spChg chg="add mod">
          <ac:chgData name="Alexander Simon Thrysøe" userId="3f9b9528-1df8-4235-9262-8bdb6141b1d9" providerId="ADAL" clId="{210BC3D0-6D33-4731-A59B-369807834DD2}" dt="2025-11-17T02:47:47.927" v="2997"/>
          <ac:spMkLst>
            <pc:docMk/>
            <pc:sldMk cId="1635377456" sldId="291"/>
            <ac:spMk id="2275" creationId="{387E0930-DD44-4B9D-9F4F-9A6E83F6C223}"/>
          </ac:spMkLst>
        </pc:spChg>
        <pc:spChg chg="add mod">
          <ac:chgData name="Alexander Simon Thrysøe" userId="3f9b9528-1df8-4235-9262-8bdb6141b1d9" providerId="ADAL" clId="{210BC3D0-6D33-4731-A59B-369807834DD2}" dt="2025-11-17T02:47:47.927" v="3005"/>
          <ac:spMkLst>
            <pc:docMk/>
            <pc:sldMk cId="1635377456" sldId="291"/>
            <ac:spMk id="2276" creationId="{32C45A64-BD27-4B76-B9D8-8FF4E94F1140}"/>
          </ac:spMkLst>
        </pc:spChg>
        <pc:spChg chg="add mod">
          <ac:chgData name="Alexander Simon Thrysøe" userId="3f9b9528-1df8-4235-9262-8bdb6141b1d9" providerId="ADAL" clId="{210BC3D0-6D33-4731-A59B-369807834DD2}" dt="2025-11-17T02:47:47.943" v="3013"/>
          <ac:spMkLst>
            <pc:docMk/>
            <pc:sldMk cId="1635377456" sldId="291"/>
            <ac:spMk id="2277" creationId="{7E109E09-3491-4CCA-85A5-D06E448E069E}"/>
          </ac:spMkLst>
        </pc:spChg>
        <pc:spChg chg="add mod">
          <ac:chgData name="Alexander Simon Thrysøe" userId="3f9b9528-1df8-4235-9262-8bdb6141b1d9" providerId="ADAL" clId="{210BC3D0-6D33-4731-A59B-369807834DD2}" dt="2025-11-17T02:47:47.943" v="3021"/>
          <ac:spMkLst>
            <pc:docMk/>
            <pc:sldMk cId="1635377456" sldId="291"/>
            <ac:spMk id="2278" creationId="{2AC73CC1-7F96-4003-921E-6E17A6F484B3}"/>
          </ac:spMkLst>
        </pc:spChg>
        <pc:spChg chg="add mod">
          <ac:chgData name="Alexander Simon Thrysøe" userId="3f9b9528-1df8-4235-9262-8bdb6141b1d9" providerId="ADAL" clId="{210BC3D0-6D33-4731-A59B-369807834DD2}" dt="2025-11-17T02:47:47.943" v="3029"/>
          <ac:spMkLst>
            <pc:docMk/>
            <pc:sldMk cId="1635377456" sldId="291"/>
            <ac:spMk id="2279" creationId="{016820B7-925A-4CAE-8B19-53B0FF463979}"/>
          </ac:spMkLst>
        </pc:spChg>
        <pc:spChg chg="add mod">
          <ac:chgData name="Alexander Simon Thrysøe" userId="3f9b9528-1df8-4235-9262-8bdb6141b1d9" providerId="ADAL" clId="{210BC3D0-6D33-4731-A59B-369807834DD2}" dt="2025-11-17T02:47:47.956" v="3037"/>
          <ac:spMkLst>
            <pc:docMk/>
            <pc:sldMk cId="1635377456" sldId="291"/>
            <ac:spMk id="2280" creationId="{10F504B3-25A7-4D01-AE1B-AE82604748EA}"/>
          </ac:spMkLst>
        </pc:spChg>
        <pc:spChg chg="add mod">
          <ac:chgData name="Alexander Simon Thrysøe" userId="3f9b9528-1df8-4235-9262-8bdb6141b1d9" providerId="ADAL" clId="{210BC3D0-6D33-4731-A59B-369807834DD2}" dt="2025-11-17T02:47:47.964" v="3045"/>
          <ac:spMkLst>
            <pc:docMk/>
            <pc:sldMk cId="1635377456" sldId="291"/>
            <ac:spMk id="2281" creationId="{B265CD43-8FE1-48FB-BFF9-723646635833}"/>
          </ac:spMkLst>
        </pc:spChg>
        <pc:spChg chg="add mod">
          <ac:chgData name="Alexander Simon Thrysøe" userId="3f9b9528-1df8-4235-9262-8bdb6141b1d9" providerId="ADAL" clId="{210BC3D0-6D33-4731-A59B-369807834DD2}" dt="2025-11-17T02:47:47.968" v="3053"/>
          <ac:spMkLst>
            <pc:docMk/>
            <pc:sldMk cId="1635377456" sldId="291"/>
            <ac:spMk id="2282" creationId="{66D149D8-C5D9-4F33-B838-8FAB696CB090}"/>
          </ac:spMkLst>
        </pc:spChg>
        <pc:spChg chg="add mod">
          <ac:chgData name="Alexander Simon Thrysøe" userId="3f9b9528-1df8-4235-9262-8bdb6141b1d9" providerId="ADAL" clId="{210BC3D0-6D33-4731-A59B-369807834DD2}" dt="2025-11-17T02:47:47.974" v="3061"/>
          <ac:spMkLst>
            <pc:docMk/>
            <pc:sldMk cId="1635377456" sldId="291"/>
            <ac:spMk id="2283" creationId="{294AFB04-7A9B-4B33-A4B3-CC68047498C0}"/>
          </ac:spMkLst>
        </pc:spChg>
        <pc:spChg chg="add mod">
          <ac:chgData name="Alexander Simon Thrysøe" userId="3f9b9528-1df8-4235-9262-8bdb6141b1d9" providerId="ADAL" clId="{210BC3D0-6D33-4731-A59B-369807834DD2}" dt="2025-11-17T02:47:47.979" v="3069"/>
          <ac:spMkLst>
            <pc:docMk/>
            <pc:sldMk cId="1635377456" sldId="291"/>
            <ac:spMk id="2284" creationId="{EBC721E4-9667-4E13-956E-A9BC2A3E658B}"/>
          </ac:spMkLst>
        </pc:spChg>
        <pc:spChg chg="add mod">
          <ac:chgData name="Alexander Simon Thrysøe" userId="3f9b9528-1df8-4235-9262-8bdb6141b1d9" providerId="ADAL" clId="{210BC3D0-6D33-4731-A59B-369807834DD2}" dt="2025-11-17T02:47:47.983" v="3077"/>
          <ac:spMkLst>
            <pc:docMk/>
            <pc:sldMk cId="1635377456" sldId="291"/>
            <ac:spMk id="2285" creationId="{08CF7AE2-F51E-485F-B532-4688E16EF880}"/>
          </ac:spMkLst>
        </pc:spChg>
        <pc:spChg chg="add mod">
          <ac:chgData name="Alexander Simon Thrysøe" userId="3f9b9528-1df8-4235-9262-8bdb6141b1d9" providerId="ADAL" clId="{210BC3D0-6D33-4731-A59B-369807834DD2}" dt="2025-11-17T02:47:47.987" v="3085"/>
          <ac:spMkLst>
            <pc:docMk/>
            <pc:sldMk cId="1635377456" sldId="291"/>
            <ac:spMk id="2286" creationId="{34CA9A3A-2225-49FE-A4E8-E3EAAB71D9FC}"/>
          </ac:spMkLst>
        </pc:spChg>
        <pc:spChg chg="add mod">
          <ac:chgData name="Alexander Simon Thrysøe" userId="3f9b9528-1df8-4235-9262-8bdb6141b1d9" providerId="ADAL" clId="{210BC3D0-6D33-4731-A59B-369807834DD2}" dt="2025-11-17T02:47:47.993" v="3093"/>
          <ac:spMkLst>
            <pc:docMk/>
            <pc:sldMk cId="1635377456" sldId="291"/>
            <ac:spMk id="2287" creationId="{F5469E57-931D-4658-8E56-C480FEA0E608}"/>
          </ac:spMkLst>
        </pc:spChg>
        <pc:spChg chg="add mod">
          <ac:chgData name="Alexander Simon Thrysøe" userId="3f9b9528-1df8-4235-9262-8bdb6141b1d9" providerId="ADAL" clId="{210BC3D0-6D33-4731-A59B-369807834DD2}" dt="2025-11-17T02:47:47.997" v="3101"/>
          <ac:spMkLst>
            <pc:docMk/>
            <pc:sldMk cId="1635377456" sldId="291"/>
            <ac:spMk id="2288" creationId="{005236CF-A5B8-4AB0-A24C-BFFB133C814D}"/>
          </ac:spMkLst>
        </pc:spChg>
        <pc:spChg chg="add mod">
          <ac:chgData name="Alexander Simon Thrysøe" userId="3f9b9528-1df8-4235-9262-8bdb6141b1d9" providerId="ADAL" clId="{210BC3D0-6D33-4731-A59B-369807834DD2}" dt="2025-11-17T02:47:48.003" v="3109"/>
          <ac:spMkLst>
            <pc:docMk/>
            <pc:sldMk cId="1635377456" sldId="291"/>
            <ac:spMk id="2289" creationId="{31116826-B35B-4F45-9B9D-D9A707586EAB}"/>
          </ac:spMkLst>
        </pc:spChg>
        <pc:spChg chg="add mod">
          <ac:chgData name="Alexander Simon Thrysøe" userId="3f9b9528-1df8-4235-9262-8bdb6141b1d9" providerId="ADAL" clId="{210BC3D0-6D33-4731-A59B-369807834DD2}" dt="2025-11-17T02:47:48.006" v="3117"/>
          <ac:spMkLst>
            <pc:docMk/>
            <pc:sldMk cId="1635377456" sldId="291"/>
            <ac:spMk id="2290" creationId="{6457997B-EABF-4C18-A5C2-DDC789285C0F}"/>
          </ac:spMkLst>
        </pc:spChg>
        <pc:spChg chg="add mod">
          <ac:chgData name="Alexander Simon Thrysøe" userId="3f9b9528-1df8-4235-9262-8bdb6141b1d9" providerId="ADAL" clId="{210BC3D0-6D33-4731-A59B-369807834DD2}" dt="2025-11-17T02:47:48.012" v="3125"/>
          <ac:spMkLst>
            <pc:docMk/>
            <pc:sldMk cId="1635377456" sldId="291"/>
            <ac:spMk id="2291" creationId="{3AD7CC8C-638A-449D-ABF4-3031F79A7B0D}"/>
          </ac:spMkLst>
        </pc:spChg>
        <pc:spChg chg="add mod">
          <ac:chgData name="Alexander Simon Thrysøe" userId="3f9b9528-1df8-4235-9262-8bdb6141b1d9" providerId="ADAL" clId="{210BC3D0-6D33-4731-A59B-369807834DD2}" dt="2025-11-17T02:47:48.016" v="3133"/>
          <ac:spMkLst>
            <pc:docMk/>
            <pc:sldMk cId="1635377456" sldId="291"/>
            <ac:spMk id="2292" creationId="{B5263641-F6DA-4235-9F17-B9C96CED729C}"/>
          </ac:spMkLst>
        </pc:spChg>
        <pc:spChg chg="add mod">
          <ac:chgData name="Alexander Simon Thrysøe" userId="3f9b9528-1df8-4235-9262-8bdb6141b1d9" providerId="ADAL" clId="{210BC3D0-6D33-4731-A59B-369807834DD2}" dt="2025-11-17T02:47:48.022" v="3141"/>
          <ac:spMkLst>
            <pc:docMk/>
            <pc:sldMk cId="1635377456" sldId="291"/>
            <ac:spMk id="2293" creationId="{DE633F46-C7BD-4AE1-A2F7-560CC6F01D4D}"/>
          </ac:spMkLst>
        </pc:spChg>
        <pc:spChg chg="add mod">
          <ac:chgData name="Alexander Simon Thrysøe" userId="3f9b9528-1df8-4235-9262-8bdb6141b1d9" providerId="ADAL" clId="{210BC3D0-6D33-4731-A59B-369807834DD2}" dt="2025-11-17T02:47:48.022" v="3149"/>
          <ac:spMkLst>
            <pc:docMk/>
            <pc:sldMk cId="1635377456" sldId="291"/>
            <ac:spMk id="2294" creationId="{C785B0F7-DD76-4589-8E51-2D13AEF38C44}"/>
          </ac:spMkLst>
        </pc:spChg>
        <pc:spChg chg="add mod">
          <ac:chgData name="Alexander Simon Thrysøe" userId="3f9b9528-1df8-4235-9262-8bdb6141b1d9" providerId="ADAL" clId="{210BC3D0-6D33-4731-A59B-369807834DD2}" dt="2025-11-17T02:47:48.022" v="3157"/>
          <ac:spMkLst>
            <pc:docMk/>
            <pc:sldMk cId="1635377456" sldId="291"/>
            <ac:spMk id="2295" creationId="{619E5409-54FB-4582-A31C-564EFD47D34C}"/>
          </ac:spMkLst>
        </pc:spChg>
        <pc:spChg chg="add mod">
          <ac:chgData name="Alexander Simon Thrysøe" userId="3f9b9528-1df8-4235-9262-8bdb6141b1d9" providerId="ADAL" clId="{210BC3D0-6D33-4731-A59B-369807834DD2}" dt="2025-11-17T02:47:48.022" v="3165"/>
          <ac:spMkLst>
            <pc:docMk/>
            <pc:sldMk cId="1635377456" sldId="291"/>
            <ac:spMk id="2296" creationId="{760D7C2C-06E5-4153-852A-C9AA91F7E654}"/>
          </ac:spMkLst>
        </pc:spChg>
        <pc:spChg chg="add mod">
          <ac:chgData name="Alexander Simon Thrysøe" userId="3f9b9528-1df8-4235-9262-8bdb6141b1d9" providerId="ADAL" clId="{210BC3D0-6D33-4731-A59B-369807834DD2}" dt="2025-11-17T02:47:48.038" v="3173"/>
          <ac:spMkLst>
            <pc:docMk/>
            <pc:sldMk cId="1635377456" sldId="291"/>
            <ac:spMk id="2297" creationId="{60211EC5-33C0-4431-B423-1867C5277720}"/>
          </ac:spMkLst>
        </pc:spChg>
        <pc:spChg chg="add mod">
          <ac:chgData name="Alexander Simon Thrysøe" userId="3f9b9528-1df8-4235-9262-8bdb6141b1d9" providerId="ADAL" clId="{210BC3D0-6D33-4731-A59B-369807834DD2}" dt="2025-11-17T02:47:48.038" v="3181"/>
          <ac:spMkLst>
            <pc:docMk/>
            <pc:sldMk cId="1635377456" sldId="291"/>
            <ac:spMk id="2298" creationId="{91ED28A6-3455-4697-8A6C-C5D94DC89DD5}"/>
          </ac:spMkLst>
        </pc:spChg>
        <pc:spChg chg="add mod">
          <ac:chgData name="Alexander Simon Thrysøe" userId="3f9b9528-1df8-4235-9262-8bdb6141b1d9" providerId="ADAL" clId="{210BC3D0-6D33-4731-A59B-369807834DD2}" dt="2025-11-17T02:47:48.038" v="3189"/>
          <ac:spMkLst>
            <pc:docMk/>
            <pc:sldMk cId="1635377456" sldId="291"/>
            <ac:spMk id="2299" creationId="{4B62A621-6DCC-4318-928B-E8C15094E3ED}"/>
          </ac:spMkLst>
        </pc:spChg>
        <pc:spChg chg="add mod">
          <ac:chgData name="Alexander Simon Thrysøe" userId="3f9b9528-1df8-4235-9262-8bdb6141b1d9" providerId="ADAL" clId="{210BC3D0-6D33-4731-A59B-369807834DD2}" dt="2025-11-17T02:47:48.054" v="3197"/>
          <ac:spMkLst>
            <pc:docMk/>
            <pc:sldMk cId="1635377456" sldId="291"/>
            <ac:spMk id="2300" creationId="{30A12EA4-3D23-49B0-B05E-D5EF62D9255E}"/>
          </ac:spMkLst>
        </pc:spChg>
        <pc:spChg chg="add mod">
          <ac:chgData name="Alexander Simon Thrysøe" userId="3f9b9528-1df8-4235-9262-8bdb6141b1d9" providerId="ADAL" clId="{210BC3D0-6D33-4731-A59B-369807834DD2}" dt="2025-11-17T02:47:48.054" v="3205"/>
          <ac:spMkLst>
            <pc:docMk/>
            <pc:sldMk cId="1635377456" sldId="291"/>
            <ac:spMk id="2301" creationId="{66D20319-8C43-4A31-BC82-CFFD6ADA8A0C}"/>
          </ac:spMkLst>
        </pc:spChg>
        <pc:spChg chg="add mod">
          <ac:chgData name="Alexander Simon Thrysøe" userId="3f9b9528-1df8-4235-9262-8bdb6141b1d9" providerId="ADAL" clId="{210BC3D0-6D33-4731-A59B-369807834DD2}" dt="2025-11-17T02:47:48.054" v="3213"/>
          <ac:spMkLst>
            <pc:docMk/>
            <pc:sldMk cId="1635377456" sldId="291"/>
            <ac:spMk id="2302" creationId="{A10681B0-42A9-4990-9D03-3D9FA4B823DC}"/>
          </ac:spMkLst>
        </pc:spChg>
        <pc:spChg chg="add mod">
          <ac:chgData name="Alexander Simon Thrysøe" userId="3f9b9528-1df8-4235-9262-8bdb6141b1d9" providerId="ADAL" clId="{210BC3D0-6D33-4731-A59B-369807834DD2}" dt="2025-11-17T02:47:48.070" v="3221"/>
          <ac:spMkLst>
            <pc:docMk/>
            <pc:sldMk cId="1635377456" sldId="291"/>
            <ac:spMk id="2303" creationId="{D641F3C4-A175-4F2E-BFD3-7AFD7D2DE23C}"/>
          </ac:spMkLst>
        </pc:spChg>
        <pc:spChg chg="add mod">
          <ac:chgData name="Alexander Simon Thrysøe" userId="3f9b9528-1df8-4235-9262-8bdb6141b1d9" providerId="ADAL" clId="{210BC3D0-6D33-4731-A59B-369807834DD2}" dt="2025-11-17T02:47:48.070" v="3229"/>
          <ac:spMkLst>
            <pc:docMk/>
            <pc:sldMk cId="1635377456" sldId="291"/>
            <ac:spMk id="2304" creationId="{00013FBC-BF3F-42EF-AAD5-36EE4E7C45FA}"/>
          </ac:spMkLst>
        </pc:spChg>
        <pc:spChg chg="add mod">
          <ac:chgData name="Alexander Simon Thrysøe" userId="3f9b9528-1df8-4235-9262-8bdb6141b1d9" providerId="ADAL" clId="{210BC3D0-6D33-4731-A59B-369807834DD2}" dt="2025-11-17T02:47:48.070" v="3237"/>
          <ac:spMkLst>
            <pc:docMk/>
            <pc:sldMk cId="1635377456" sldId="291"/>
            <ac:spMk id="2305" creationId="{EBF31CEE-28DA-4CDA-8853-FA716C19593C}"/>
          </ac:spMkLst>
        </pc:spChg>
        <pc:spChg chg="add mod">
          <ac:chgData name="Alexander Simon Thrysøe" userId="3f9b9528-1df8-4235-9262-8bdb6141b1d9" providerId="ADAL" clId="{210BC3D0-6D33-4731-A59B-369807834DD2}" dt="2025-11-17T02:47:48.070" v="3245"/>
          <ac:spMkLst>
            <pc:docMk/>
            <pc:sldMk cId="1635377456" sldId="291"/>
            <ac:spMk id="2306" creationId="{05206D6D-E8EB-4BEA-BBCB-3411E236DC3F}"/>
          </ac:spMkLst>
        </pc:spChg>
        <pc:spChg chg="add mod">
          <ac:chgData name="Alexander Simon Thrysøe" userId="3f9b9528-1df8-4235-9262-8bdb6141b1d9" providerId="ADAL" clId="{210BC3D0-6D33-4731-A59B-369807834DD2}" dt="2025-11-17T02:47:48.086" v="3253"/>
          <ac:spMkLst>
            <pc:docMk/>
            <pc:sldMk cId="1635377456" sldId="291"/>
            <ac:spMk id="2307" creationId="{3112A073-2715-40A4-A44D-0726EF471B81}"/>
          </ac:spMkLst>
        </pc:spChg>
        <pc:spChg chg="add mod">
          <ac:chgData name="Alexander Simon Thrysøe" userId="3f9b9528-1df8-4235-9262-8bdb6141b1d9" providerId="ADAL" clId="{210BC3D0-6D33-4731-A59B-369807834DD2}" dt="2025-11-17T02:47:48.086" v="3261"/>
          <ac:spMkLst>
            <pc:docMk/>
            <pc:sldMk cId="1635377456" sldId="291"/>
            <ac:spMk id="2308" creationId="{B9483124-2833-4E09-867C-093D5767A611}"/>
          </ac:spMkLst>
        </pc:spChg>
        <pc:spChg chg="add mod">
          <ac:chgData name="Alexander Simon Thrysøe" userId="3f9b9528-1df8-4235-9262-8bdb6141b1d9" providerId="ADAL" clId="{210BC3D0-6D33-4731-A59B-369807834DD2}" dt="2025-11-17T02:47:48.086" v="3269"/>
          <ac:spMkLst>
            <pc:docMk/>
            <pc:sldMk cId="1635377456" sldId="291"/>
            <ac:spMk id="2309" creationId="{FDECEB48-CFE6-4A15-B278-11CE8DF7A25D}"/>
          </ac:spMkLst>
        </pc:spChg>
        <pc:spChg chg="add mod">
          <ac:chgData name="Alexander Simon Thrysøe" userId="3f9b9528-1df8-4235-9262-8bdb6141b1d9" providerId="ADAL" clId="{210BC3D0-6D33-4731-A59B-369807834DD2}" dt="2025-11-17T02:47:48.102" v="3277"/>
          <ac:spMkLst>
            <pc:docMk/>
            <pc:sldMk cId="1635377456" sldId="291"/>
            <ac:spMk id="2310" creationId="{D3A097B1-8BA1-40B2-82AE-3A9F16397391}"/>
          </ac:spMkLst>
        </pc:spChg>
        <pc:spChg chg="add mod">
          <ac:chgData name="Alexander Simon Thrysøe" userId="3f9b9528-1df8-4235-9262-8bdb6141b1d9" providerId="ADAL" clId="{210BC3D0-6D33-4731-A59B-369807834DD2}" dt="2025-11-17T02:47:48.102" v="3285"/>
          <ac:spMkLst>
            <pc:docMk/>
            <pc:sldMk cId="1635377456" sldId="291"/>
            <ac:spMk id="2311" creationId="{45BD84A2-D806-43E0-B564-6BC95C762444}"/>
          </ac:spMkLst>
        </pc:spChg>
        <pc:spChg chg="add mod">
          <ac:chgData name="Alexander Simon Thrysøe" userId="3f9b9528-1df8-4235-9262-8bdb6141b1d9" providerId="ADAL" clId="{210BC3D0-6D33-4731-A59B-369807834DD2}" dt="2025-11-17T02:47:48.102" v="3293"/>
          <ac:spMkLst>
            <pc:docMk/>
            <pc:sldMk cId="1635377456" sldId="291"/>
            <ac:spMk id="2312" creationId="{75A860D3-2CA0-4598-AF8D-2BE3FF928AE6}"/>
          </ac:spMkLst>
        </pc:spChg>
        <pc:spChg chg="add mod">
          <ac:chgData name="Alexander Simon Thrysøe" userId="3f9b9528-1df8-4235-9262-8bdb6141b1d9" providerId="ADAL" clId="{210BC3D0-6D33-4731-A59B-369807834DD2}" dt="2025-11-17T02:47:48.118" v="3301"/>
          <ac:spMkLst>
            <pc:docMk/>
            <pc:sldMk cId="1635377456" sldId="291"/>
            <ac:spMk id="2313" creationId="{45EC9873-82D5-4918-A6B0-1DC24C84FBE1}"/>
          </ac:spMkLst>
        </pc:spChg>
        <pc:spChg chg="add mod">
          <ac:chgData name="Alexander Simon Thrysøe" userId="3f9b9528-1df8-4235-9262-8bdb6141b1d9" providerId="ADAL" clId="{210BC3D0-6D33-4731-A59B-369807834DD2}" dt="2025-11-17T02:47:48.118" v="3309"/>
          <ac:spMkLst>
            <pc:docMk/>
            <pc:sldMk cId="1635377456" sldId="291"/>
            <ac:spMk id="2314" creationId="{0624B919-CCC0-45C8-8ABC-E8798ED74B42}"/>
          </ac:spMkLst>
        </pc:spChg>
        <pc:spChg chg="add mod">
          <ac:chgData name="Alexander Simon Thrysøe" userId="3f9b9528-1df8-4235-9262-8bdb6141b1d9" providerId="ADAL" clId="{210BC3D0-6D33-4731-A59B-369807834DD2}" dt="2025-11-17T02:47:48.118" v="3317"/>
          <ac:spMkLst>
            <pc:docMk/>
            <pc:sldMk cId="1635377456" sldId="291"/>
            <ac:spMk id="2315" creationId="{E20C22BA-5FFB-415D-8B62-7B01030F0B0C}"/>
          </ac:spMkLst>
        </pc:spChg>
        <pc:spChg chg="add mod">
          <ac:chgData name="Alexander Simon Thrysøe" userId="3f9b9528-1df8-4235-9262-8bdb6141b1d9" providerId="ADAL" clId="{210BC3D0-6D33-4731-A59B-369807834DD2}" dt="2025-11-17T02:47:48.118" v="3325"/>
          <ac:spMkLst>
            <pc:docMk/>
            <pc:sldMk cId="1635377456" sldId="291"/>
            <ac:spMk id="2316" creationId="{D62189C3-1632-4223-B74F-8BA9E266ED09}"/>
          </ac:spMkLst>
        </pc:spChg>
        <pc:spChg chg="add mod">
          <ac:chgData name="Alexander Simon Thrysøe" userId="3f9b9528-1df8-4235-9262-8bdb6141b1d9" providerId="ADAL" clId="{210BC3D0-6D33-4731-A59B-369807834DD2}" dt="2025-11-17T02:47:48.134" v="3333"/>
          <ac:spMkLst>
            <pc:docMk/>
            <pc:sldMk cId="1635377456" sldId="291"/>
            <ac:spMk id="2317" creationId="{471003D8-CF9E-408B-9EFE-163F87965AE2}"/>
          </ac:spMkLst>
        </pc:spChg>
        <pc:spChg chg="add mod">
          <ac:chgData name="Alexander Simon Thrysøe" userId="3f9b9528-1df8-4235-9262-8bdb6141b1d9" providerId="ADAL" clId="{210BC3D0-6D33-4731-A59B-369807834DD2}" dt="2025-11-17T02:47:48.134" v="3341"/>
          <ac:spMkLst>
            <pc:docMk/>
            <pc:sldMk cId="1635377456" sldId="291"/>
            <ac:spMk id="2318" creationId="{D730308E-3895-43FF-A30A-A847A0116E7F}"/>
          </ac:spMkLst>
        </pc:spChg>
        <pc:spChg chg="add mod">
          <ac:chgData name="Alexander Simon Thrysøe" userId="3f9b9528-1df8-4235-9262-8bdb6141b1d9" providerId="ADAL" clId="{210BC3D0-6D33-4731-A59B-369807834DD2}" dt="2025-11-17T02:47:48.134" v="3349"/>
          <ac:spMkLst>
            <pc:docMk/>
            <pc:sldMk cId="1635377456" sldId="291"/>
            <ac:spMk id="2319" creationId="{235F6110-E9CE-4288-BA14-F900F15EE4F9}"/>
          </ac:spMkLst>
        </pc:spChg>
        <pc:spChg chg="add mod">
          <ac:chgData name="Alexander Simon Thrysøe" userId="3f9b9528-1df8-4235-9262-8bdb6141b1d9" providerId="ADAL" clId="{210BC3D0-6D33-4731-A59B-369807834DD2}" dt="2025-11-17T02:47:48.150" v="3357"/>
          <ac:spMkLst>
            <pc:docMk/>
            <pc:sldMk cId="1635377456" sldId="291"/>
            <ac:spMk id="2320" creationId="{BCBCF29E-B3AA-48A9-AE0E-74330825BF21}"/>
          </ac:spMkLst>
        </pc:spChg>
        <pc:spChg chg="add mod">
          <ac:chgData name="Alexander Simon Thrysøe" userId="3f9b9528-1df8-4235-9262-8bdb6141b1d9" providerId="ADAL" clId="{210BC3D0-6D33-4731-A59B-369807834DD2}" dt="2025-11-17T02:47:48.150" v="3365"/>
          <ac:spMkLst>
            <pc:docMk/>
            <pc:sldMk cId="1635377456" sldId="291"/>
            <ac:spMk id="2321" creationId="{47AF5D54-AA34-4A8A-82F0-BC145CDCD16A}"/>
          </ac:spMkLst>
        </pc:spChg>
        <pc:spChg chg="add mod">
          <ac:chgData name="Alexander Simon Thrysøe" userId="3f9b9528-1df8-4235-9262-8bdb6141b1d9" providerId="ADAL" clId="{210BC3D0-6D33-4731-A59B-369807834DD2}" dt="2025-11-17T02:47:48.150" v="3373"/>
          <ac:spMkLst>
            <pc:docMk/>
            <pc:sldMk cId="1635377456" sldId="291"/>
            <ac:spMk id="2322" creationId="{EE64966B-DEF7-4DDD-9BF4-5BB16D08E9F8}"/>
          </ac:spMkLst>
        </pc:spChg>
        <pc:spChg chg="add mod">
          <ac:chgData name="Alexander Simon Thrysøe" userId="3f9b9528-1df8-4235-9262-8bdb6141b1d9" providerId="ADAL" clId="{210BC3D0-6D33-4731-A59B-369807834DD2}" dt="2025-11-17T02:47:48.166" v="3381"/>
          <ac:spMkLst>
            <pc:docMk/>
            <pc:sldMk cId="1635377456" sldId="291"/>
            <ac:spMk id="2323" creationId="{DD771B50-9907-4D5B-BBB5-62630CD4EEAA}"/>
          </ac:spMkLst>
        </pc:spChg>
        <pc:spChg chg="add mod">
          <ac:chgData name="Alexander Simon Thrysøe" userId="3f9b9528-1df8-4235-9262-8bdb6141b1d9" providerId="ADAL" clId="{210BC3D0-6D33-4731-A59B-369807834DD2}" dt="2025-11-17T02:47:48.166" v="3389"/>
          <ac:spMkLst>
            <pc:docMk/>
            <pc:sldMk cId="1635377456" sldId="291"/>
            <ac:spMk id="2324" creationId="{816A2506-6A78-4A62-9511-8A64F40BFC09}"/>
          </ac:spMkLst>
        </pc:spChg>
        <pc:spChg chg="add mod">
          <ac:chgData name="Alexander Simon Thrysøe" userId="3f9b9528-1df8-4235-9262-8bdb6141b1d9" providerId="ADAL" clId="{210BC3D0-6D33-4731-A59B-369807834DD2}" dt="2025-11-17T02:47:48.166" v="3397"/>
          <ac:spMkLst>
            <pc:docMk/>
            <pc:sldMk cId="1635377456" sldId="291"/>
            <ac:spMk id="2325" creationId="{3795AD4A-26C9-480A-82CF-B41374E9ECFD}"/>
          </ac:spMkLst>
        </pc:spChg>
        <pc:spChg chg="add mod">
          <ac:chgData name="Alexander Simon Thrysøe" userId="3f9b9528-1df8-4235-9262-8bdb6141b1d9" providerId="ADAL" clId="{210BC3D0-6D33-4731-A59B-369807834DD2}" dt="2025-11-17T02:47:48.166" v="3405"/>
          <ac:spMkLst>
            <pc:docMk/>
            <pc:sldMk cId="1635377456" sldId="291"/>
            <ac:spMk id="2326" creationId="{7E3F06E3-5F65-4657-9190-33BC607C92EA}"/>
          </ac:spMkLst>
        </pc:spChg>
        <pc:spChg chg="add mod">
          <ac:chgData name="Alexander Simon Thrysøe" userId="3f9b9528-1df8-4235-9262-8bdb6141b1d9" providerId="ADAL" clId="{210BC3D0-6D33-4731-A59B-369807834DD2}" dt="2025-11-17T02:47:48.186" v="3413"/>
          <ac:spMkLst>
            <pc:docMk/>
            <pc:sldMk cId="1635377456" sldId="291"/>
            <ac:spMk id="2327" creationId="{29480725-713F-4E80-BE2A-D9300AF9F06D}"/>
          </ac:spMkLst>
        </pc:spChg>
        <pc:spChg chg="add mod">
          <ac:chgData name="Alexander Simon Thrysøe" userId="3f9b9528-1df8-4235-9262-8bdb6141b1d9" providerId="ADAL" clId="{210BC3D0-6D33-4731-A59B-369807834DD2}" dt="2025-11-17T02:47:48.190" v="3421"/>
          <ac:spMkLst>
            <pc:docMk/>
            <pc:sldMk cId="1635377456" sldId="291"/>
            <ac:spMk id="2328" creationId="{8B345AAD-178C-4201-874B-533E762CC8E0}"/>
          </ac:spMkLst>
        </pc:spChg>
        <pc:spChg chg="add mod">
          <ac:chgData name="Alexander Simon Thrysøe" userId="3f9b9528-1df8-4235-9262-8bdb6141b1d9" providerId="ADAL" clId="{210BC3D0-6D33-4731-A59B-369807834DD2}" dt="2025-11-17T02:47:48.196" v="3429"/>
          <ac:spMkLst>
            <pc:docMk/>
            <pc:sldMk cId="1635377456" sldId="291"/>
            <ac:spMk id="2329" creationId="{1742959C-3F15-41C8-9FA9-6A6798D510B6}"/>
          </ac:spMkLst>
        </pc:spChg>
        <pc:spChg chg="add mod">
          <ac:chgData name="Alexander Simon Thrysøe" userId="3f9b9528-1df8-4235-9262-8bdb6141b1d9" providerId="ADAL" clId="{210BC3D0-6D33-4731-A59B-369807834DD2}" dt="2025-11-17T02:47:48.198" v="3437"/>
          <ac:spMkLst>
            <pc:docMk/>
            <pc:sldMk cId="1635377456" sldId="291"/>
            <ac:spMk id="2330" creationId="{11F7465B-6771-4B56-AFF9-37D8C6DF96F4}"/>
          </ac:spMkLst>
        </pc:spChg>
        <pc:spChg chg="add mod">
          <ac:chgData name="Alexander Simon Thrysøe" userId="3f9b9528-1df8-4235-9262-8bdb6141b1d9" providerId="ADAL" clId="{210BC3D0-6D33-4731-A59B-369807834DD2}" dt="2025-11-17T02:47:48.198" v="3445"/>
          <ac:spMkLst>
            <pc:docMk/>
            <pc:sldMk cId="1635377456" sldId="291"/>
            <ac:spMk id="2331" creationId="{3D379285-A162-496B-AFA2-DE86FD82EEDA}"/>
          </ac:spMkLst>
        </pc:spChg>
        <pc:spChg chg="add mod">
          <ac:chgData name="Alexander Simon Thrysøe" userId="3f9b9528-1df8-4235-9262-8bdb6141b1d9" providerId="ADAL" clId="{210BC3D0-6D33-4731-A59B-369807834DD2}" dt="2025-11-17T02:47:48.215" v="3453"/>
          <ac:spMkLst>
            <pc:docMk/>
            <pc:sldMk cId="1635377456" sldId="291"/>
            <ac:spMk id="2332" creationId="{E99BC380-FAF4-4AB8-AF30-3A9ADACFAE39}"/>
          </ac:spMkLst>
        </pc:spChg>
        <pc:spChg chg="add mod">
          <ac:chgData name="Alexander Simon Thrysøe" userId="3f9b9528-1df8-4235-9262-8bdb6141b1d9" providerId="ADAL" clId="{210BC3D0-6D33-4731-A59B-369807834DD2}" dt="2025-11-17T02:47:48.215" v="3461"/>
          <ac:spMkLst>
            <pc:docMk/>
            <pc:sldMk cId="1635377456" sldId="291"/>
            <ac:spMk id="2333" creationId="{BC01DFEA-AFB5-4A21-8CE5-CC1ECECEDBFD}"/>
          </ac:spMkLst>
        </pc:spChg>
        <pc:spChg chg="add mod">
          <ac:chgData name="Alexander Simon Thrysøe" userId="3f9b9528-1df8-4235-9262-8bdb6141b1d9" providerId="ADAL" clId="{210BC3D0-6D33-4731-A59B-369807834DD2}" dt="2025-11-17T02:47:48.215" v="3469"/>
          <ac:spMkLst>
            <pc:docMk/>
            <pc:sldMk cId="1635377456" sldId="291"/>
            <ac:spMk id="2334" creationId="{00E0AAA3-C3D2-453F-B08A-4E59AF488543}"/>
          </ac:spMkLst>
        </pc:spChg>
        <pc:spChg chg="add mod">
          <ac:chgData name="Alexander Simon Thrysøe" userId="3f9b9528-1df8-4235-9262-8bdb6141b1d9" providerId="ADAL" clId="{210BC3D0-6D33-4731-A59B-369807834DD2}" dt="2025-11-17T02:47:48.229" v="3477"/>
          <ac:spMkLst>
            <pc:docMk/>
            <pc:sldMk cId="1635377456" sldId="291"/>
            <ac:spMk id="2335" creationId="{EE2A1556-722E-4908-9584-B74CEB25FE04}"/>
          </ac:spMkLst>
        </pc:spChg>
        <pc:spChg chg="add mod">
          <ac:chgData name="Alexander Simon Thrysøe" userId="3f9b9528-1df8-4235-9262-8bdb6141b1d9" providerId="ADAL" clId="{210BC3D0-6D33-4731-A59B-369807834DD2}" dt="2025-11-17T02:47:48.229" v="3485"/>
          <ac:spMkLst>
            <pc:docMk/>
            <pc:sldMk cId="1635377456" sldId="291"/>
            <ac:spMk id="2336" creationId="{2BA76AC7-07B3-4C1E-8A5E-21C3827410BE}"/>
          </ac:spMkLst>
        </pc:spChg>
        <pc:spChg chg="add mod">
          <ac:chgData name="Alexander Simon Thrysøe" userId="3f9b9528-1df8-4235-9262-8bdb6141b1d9" providerId="ADAL" clId="{210BC3D0-6D33-4731-A59B-369807834DD2}" dt="2025-11-17T02:47:48.229" v="3493"/>
          <ac:spMkLst>
            <pc:docMk/>
            <pc:sldMk cId="1635377456" sldId="291"/>
            <ac:spMk id="2337" creationId="{BB46B4EA-8904-46DF-A2AC-9F6C5FF1E0AD}"/>
          </ac:spMkLst>
        </pc:spChg>
        <pc:spChg chg="add mod">
          <ac:chgData name="Alexander Simon Thrysøe" userId="3f9b9528-1df8-4235-9262-8bdb6141b1d9" providerId="ADAL" clId="{210BC3D0-6D33-4731-A59B-369807834DD2}" dt="2025-11-17T02:47:48.229" v="3501"/>
          <ac:spMkLst>
            <pc:docMk/>
            <pc:sldMk cId="1635377456" sldId="291"/>
            <ac:spMk id="2338" creationId="{0913566A-1615-45C8-AFE2-521610A6EB21}"/>
          </ac:spMkLst>
        </pc:spChg>
        <pc:spChg chg="add mod">
          <ac:chgData name="Alexander Simon Thrysøe" userId="3f9b9528-1df8-4235-9262-8bdb6141b1d9" providerId="ADAL" clId="{210BC3D0-6D33-4731-A59B-369807834DD2}" dt="2025-11-17T02:47:48.245" v="3509"/>
          <ac:spMkLst>
            <pc:docMk/>
            <pc:sldMk cId="1635377456" sldId="291"/>
            <ac:spMk id="2339" creationId="{53FA224A-23AE-431E-A761-424F7BF30C66}"/>
          </ac:spMkLst>
        </pc:spChg>
        <pc:spChg chg="add mod">
          <ac:chgData name="Alexander Simon Thrysøe" userId="3f9b9528-1df8-4235-9262-8bdb6141b1d9" providerId="ADAL" clId="{210BC3D0-6D33-4731-A59B-369807834DD2}" dt="2025-11-17T02:47:48.245" v="3517"/>
          <ac:spMkLst>
            <pc:docMk/>
            <pc:sldMk cId="1635377456" sldId="291"/>
            <ac:spMk id="2340" creationId="{BDB16391-60E4-43EB-9D0D-534F69589A18}"/>
          </ac:spMkLst>
        </pc:spChg>
        <pc:spChg chg="add mod">
          <ac:chgData name="Alexander Simon Thrysøe" userId="3f9b9528-1df8-4235-9262-8bdb6141b1d9" providerId="ADAL" clId="{210BC3D0-6D33-4731-A59B-369807834DD2}" dt="2025-11-17T02:47:48.245" v="3525"/>
          <ac:spMkLst>
            <pc:docMk/>
            <pc:sldMk cId="1635377456" sldId="291"/>
            <ac:spMk id="2341" creationId="{5AD985F6-5AD0-4F0D-A225-DA8395B94D6F}"/>
          </ac:spMkLst>
        </pc:spChg>
        <pc:spChg chg="add mod">
          <ac:chgData name="Alexander Simon Thrysøe" userId="3f9b9528-1df8-4235-9262-8bdb6141b1d9" providerId="ADAL" clId="{210BC3D0-6D33-4731-A59B-369807834DD2}" dt="2025-11-17T02:47:48.261" v="3533"/>
          <ac:spMkLst>
            <pc:docMk/>
            <pc:sldMk cId="1635377456" sldId="291"/>
            <ac:spMk id="2342" creationId="{AF8EB198-35B7-402E-A00C-B812E9C5E8D2}"/>
          </ac:spMkLst>
        </pc:spChg>
        <pc:spChg chg="add mod">
          <ac:chgData name="Alexander Simon Thrysøe" userId="3f9b9528-1df8-4235-9262-8bdb6141b1d9" providerId="ADAL" clId="{210BC3D0-6D33-4731-A59B-369807834DD2}" dt="2025-11-17T02:47:48.261" v="3541"/>
          <ac:spMkLst>
            <pc:docMk/>
            <pc:sldMk cId="1635377456" sldId="291"/>
            <ac:spMk id="2343" creationId="{EE46AC96-3587-431B-AA6B-14F1BAC75564}"/>
          </ac:spMkLst>
        </pc:spChg>
        <pc:spChg chg="add mod">
          <ac:chgData name="Alexander Simon Thrysøe" userId="3f9b9528-1df8-4235-9262-8bdb6141b1d9" providerId="ADAL" clId="{210BC3D0-6D33-4731-A59B-369807834DD2}" dt="2025-11-17T02:47:48.261" v="3549"/>
          <ac:spMkLst>
            <pc:docMk/>
            <pc:sldMk cId="1635377456" sldId="291"/>
            <ac:spMk id="2344" creationId="{BACEF514-9EEB-424C-ADE9-57281C6C0E65}"/>
          </ac:spMkLst>
        </pc:spChg>
        <pc:spChg chg="add mod">
          <ac:chgData name="Alexander Simon Thrysøe" userId="3f9b9528-1df8-4235-9262-8bdb6141b1d9" providerId="ADAL" clId="{210BC3D0-6D33-4731-A59B-369807834DD2}" dt="2025-11-17T02:47:48.277" v="3557"/>
          <ac:spMkLst>
            <pc:docMk/>
            <pc:sldMk cId="1635377456" sldId="291"/>
            <ac:spMk id="2345" creationId="{2B1A1214-4CC9-4E86-A0FA-BBBA7137841A}"/>
          </ac:spMkLst>
        </pc:spChg>
        <pc:spChg chg="add mod">
          <ac:chgData name="Alexander Simon Thrysøe" userId="3f9b9528-1df8-4235-9262-8bdb6141b1d9" providerId="ADAL" clId="{210BC3D0-6D33-4731-A59B-369807834DD2}" dt="2025-11-17T02:47:48.277" v="3565"/>
          <ac:spMkLst>
            <pc:docMk/>
            <pc:sldMk cId="1635377456" sldId="291"/>
            <ac:spMk id="2346" creationId="{6B601CF5-D6E7-4CAF-99BD-16CF51EE9344}"/>
          </ac:spMkLst>
        </pc:spChg>
        <pc:spChg chg="add mod">
          <ac:chgData name="Alexander Simon Thrysøe" userId="3f9b9528-1df8-4235-9262-8bdb6141b1d9" providerId="ADAL" clId="{210BC3D0-6D33-4731-A59B-369807834DD2}" dt="2025-11-17T02:47:48.277" v="3573"/>
          <ac:spMkLst>
            <pc:docMk/>
            <pc:sldMk cId="1635377456" sldId="291"/>
            <ac:spMk id="2347" creationId="{3F60532A-1BCB-4D0A-A6AA-37ACB14C74C1}"/>
          </ac:spMkLst>
        </pc:spChg>
        <pc:spChg chg="add mod">
          <ac:chgData name="Alexander Simon Thrysøe" userId="3f9b9528-1df8-4235-9262-8bdb6141b1d9" providerId="ADAL" clId="{210BC3D0-6D33-4731-A59B-369807834DD2}" dt="2025-11-17T02:47:48.277" v="3581"/>
          <ac:spMkLst>
            <pc:docMk/>
            <pc:sldMk cId="1635377456" sldId="291"/>
            <ac:spMk id="2348" creationId="{E7E0081F-42C4-42AB-80E8-7844B6BC1B2C}"/>
          </ac:spMkLst>
        </pc:spChg>
        <pc:spChg chg="add mod">
          <ac:chgData name="Alexander Simon Thrysøe" userId="3f9b9528-1df8-4235-9262-8bdb6141b1d9" providerId="ADAL" clId="{210BC3D0-6D33-4731-A59B-369807834DD2}" dt="2025-11-17T02:47:48.293" v="3589"/>
          <ac:spMkLst>
            <pc:docMk/>
            <pc:sldMk cId="1635377456" sldId="291"/>
            <ac:spMk id="2349" creationId="{3018C8C0-4315-4278-BD81-6F617622371F}"/>
          </ac:spMkLst>
        </pc:spChg>
        <pc:spChg chg="add mod">
          <ac:chgData name="Alexander Simon Thrysøe" userId="3f9b9528-1df8-4235-9262-8bdb6141b1d9" providerId="ADAL" clId="{210BC3D0-6D33-4731-A59B-369807834DD2}" dt="2025-11-17T02:47:48.293" v="3597"/>
          <ac:spMkLst>
            <pc:docMk/>
            <pc:sldMk cId="1635377456" sldId="291"/>
            <ac:spMk id="2350" creationId="{2FF3CB7D-DAB9-4131-9AE2-52FEFB28A07C}"/>
          </ac:spMkLst>
        </pc:spChg>
        <pc:spChg chg="add mod">
          <ac:chgData name="Alexander Simon Thrysøe" userId="3f9b9528-1df8-4235-9262-8bdb6141b1d9" providerId="ADAL" clId="{210BC3D0-6D33-4731-A59B-369807834DD2}" dt="2025-11-17T02:47:48.293" v="3605"/>
          <ac:spMkLst>
            <pc:docMk/>
            <pc:sldMk cId="1635377456" sldId="291"/>
            <ac:spMk id="2351" creationId="{AE1C014D-1185-41AB-9B49-32AAB80E499B}"/>
          </ac:spMkLst>
        </pc:spChg>
        <pc:spChg chg="add mod">
          <ac:chgData name="Alexander Simon Thrysøe" userId="3f9b9528-1df8-4235-9262-8bdb6141b1d9" providerId="ADAL" clId="{210BC3D0-6D33-4731-A59B-369807834DD2}" dt="2025-11-17T02:47:48.309" v="3613"/>
          <ac:spMkLst>
            <pc:docMk/>
            <pc:sldMk cId="1635377456" sldId="291"/>
            <ac:spMk id="2352" creationId="{9B99E3E0-F1A0-40FC-8160-2049D9C3AAB8}"/>
          </ac:spMkLst>
        </pc:spChg>
        <pc:spChg chg="add mod">
          <ac:chgData name="Alexander Simon Thrysøe" userId="3f9b9528-1df8-4235-9262-8bdb6141b1d9" providerId="ADAL" clId="{210BC3D0-6D33-4731-A59B-369807834DD2}" dt="2025-11-17T02:47:48.309" v="3621"/>
          <ac:spMkLst>
            <pc:docMk/>
            <pc:sldMk cId="1635377456" sldId="291"/>
            <ac:spMk id="2353" creationId="{18FE107B-6949-4F29-9CB8-D5FBD1910D57}"/>
          </ac:spMkLst>
        </pc:spChg>
        <pc:spChg chg="add mod">
          <ac:chgData name="Alexander Simon Thrysøe" userId="3f9b9528-1df8-4235-9262-8bdb6141b1d9" providerId="ADAL" clId="{210BC3D0-6D33-4731-A59B-369807834DD2}" dt="2025-11-17T02:47:48.309" v="3629"/>
          <ac:spMkLst>
            <pc:docMk/>
            <pc:sldMk cId="1635377456" sldId="291"/>
            <ac:spMk id="2354" creationId="{238D6589-D76F-4875-B538-3373F1A19673}"/>
          </ac:spMkLst>
        </pc:spChg>
        <pc:spChg chg="add mod">
          <ac:chgData name="Alexander Simon Thrysøe" userId="3f9b9528-1df8-4235-9262-8bdb6141b1d9" providerId="ADAL" clId="{210BC3D0-6D33-4731-A59B-369807834DD2}" dt="2025-11-17T02:47:48.325" v="3637"/>
          <ac:spMkLst>
            <pc:docMk/>
            <pc:sldMk cId="1635377456" sldId="291"/>
            <ac:spMk id="2355" creationId="{FC2C42D9-1857-400A-AE4B-C0F91FA3E34E}"/>
          </ac:spMkLst>
        </pc:spChg>
        <pc:spChg chg="add mod">
          <ac:chgData name="Alexander Simon Thrysøe" userId="3f9b9528-1df8-4235-9262-8bdb6141b1d9" providerId="ADAL" clId="{210BC3D0-6D33-4731-A59B-369807834DD2}" dt="2025-11-17T02:47:48.325" v="3645"/>
          <ac:spMkLst>
            <pc:docMk/>
            <pc:sldMk cId="1635377456" sldId="291"/>
            <ac:spMk id="2356" creationId="{2868C877-70CF-41F6-97AC-2B4CB02379D4}"/>
          </ac:spMkLst>
        </pc:spChg>
        <pc:spChg chg="add mod">
          <ac:chgData name="Alexander Simon Thrysøe" userId="3f9b9528-1df8-4235-9262-8bdb6141b1d9" providerId="ADAL" clId="{210BC3D0-6D33-4731-A59B-369807834DD2}" dt="2025-11-17T02:47:48.325" v="3653"/>
          <ac:spMkLst>
            <pc:docMk/>
            <pc:sldMk cId="1635377456" sldId="291"/>
            <ac:spMk id="2357" creationId="{483D56FC-9D0C-41DD-B3FF-D95BB78C9E95}"/>
          </ac:spMkLst>
        </pc:spChg>
        <pc:spChg chg="add mod">
          <ac:chgData name="Alexander Simon Thrysøe" userId="3f9b9528-1df8-4235-9262-8bdb6141b1d9" providerId="ADAL" clId="{210BC3D0-6D33-4731-A59B-369807834DD2}" dt="2025-11-17T02:47:48.325" v="3661"/>
          <ac:spMkLst>
            <pc:docMk/>
            <pc:sldMk cId="1635377456" sldId="291"/>
            <ac:spMk id="2358" creationId="{D3DA3905-459E-401D-90D6-E04C29D975F2}"/>
          </ac:spMkLst>
        </pc:spChg>
        <pc:spChg chg="add mod">
          <ac:chgData name="Alexander Simon Thrysøe" userId="3f9b9528-1df8-4235-9262-8bdb6141b1d9" providerId="ADAL" clId="{210BC3D0-6D33-4731-A59B-369807834DD2}" dt="2025-11-17T02:47:48.341" v="3669"/>
          <ac:spMkLst>
            <pc:docMk/>
            <pc:sldMk cId="1635377456" sldId="291"/>
            <ac:spMk id="2359" creationId="{265D0B42-0231-4C2F-950F-035CF423B82A}"/>
          </ac:spMkLst>
        </pc:spChg>
        <pc:spChg chg="add mod">
          <ac:chgData name="Alexander Simon Thrysøe" userId="3f9b9528-1df8-4235-9262-8bdb6141b1d9" providerId="ADAL" clId="{210BC3D0-6D33-4731-A59B-369807834DD2}" dt="2025-11-17T02:47:48.341" v="3677"/>
          <ac:spMkLst>
            <pc:docMk/>
            <pc:sldMk cId="1635377456" sldId="291"/>
            <ac:spMk id="2360" creationId="{E82C77A3-19A2-4432-B41A-10B54488BB79}"/>
          </ac:spMkLst>
        </pc:spChg>
        <pc:spChg chg="add mod">
          <ac:chgData name="Alexander Simon Thrysøe" userId="3f9b9528-1df8-4235-9262-8bdb6141b1d9" providerId="ADAL" clId="{210BC3D0-6D33-4731-A59B-369807834DD2}" dt="2025-11-17T02:47:48.341" v="3685"/>
          <ac:spMkLst>
            <pc:docMk/>
            <pc:sldMk cId="1635377456" sldId="291"/>
            <ac:spMk id="2361" creationId="{794231CA-C22C-408C-B772-CC146AB7AD46}"/>
          </ac:spMkLst>
        </pc:spChg>
        <pc:spChg chg="add mod">
          <ac:chgData name="Alexander Simon Thrysøe" userId="3f9b9528-1df8-4235-9262-8bdb6141b1d9" providerId="ADAL" clId="{210BC3D0-6D33-4731-A59B-369807834DD2}" dt="2025-11-17T02:47:48.357" v="3693"/>
          <ac:spMkLst>
            <pc:docMk/>
            <pc:sldMk cId="1635377456" sldId="291"/>
            <ac:spMk id="2362" creationId="{751FB461-D869-45AE-A9BA-A09619F13D0D}"/>
          </ac:spMkLst>
        </pc:spChg>
        <pc:spChg chg="add mod">
          <ac:chgData name="Alexander Simon Thrysøe" userId="3f9b9528-1df8-4235-9262-8bdb6141b1d9" providerId="ADAL" clId="{210BC3D0-6D33-4731-A59B-369807834DD2}" dt="2025-11-17T02:47:48.357" v="3701"/>
          <ac:spMkLst>
            <pc:docMk/>
            <pc:sldMk cId="1635377456" sldId="291"/>
            <ac:spMk id="2363" creationId="{CFAFCFAA-8156-4070-A97B-B395DF3D4624}"/>
          </ac:spMkLst>
        </pc:spChg>
        <pc:spChg chg="add mod">
          <ac:chgData name="Alexander Simon Thrysøe" userId="3f9b9528-1df8-4235-9262-8bdb6141b1d9" providerId="ADAL" clId="{210BC3D0-6D33-4731-A59B-369807834DD2}" dt="2025-11-17T02:47:48.357" v="3709"/>
          <ac:spMkLst>
            <pc:docMk/>
            <pc:sldMk cId="1635377456" sldId="291"/>
            <ac:spMk id="2364" creationId="{E5103946-5E62-4F34-A230-B48E2CB85B49}"/>
          </ac:spMkLst>
        </pc:spChg>
        <pc:spChg chg="add mod">
          <ac:chgData name="Alexander Simon Thrysøe" userId="3f9b9528-1df8-4235-9262-8bdb6141b1d9" providerId="ADAL" clId="{210BC3D0-6D33-4731-A59B-369807834DD2}" dt="2025-11-17T02:47:48.372" v="3717"/>
          <ac:spMkLst>
            <pc:docMk/>
            <pc:sldMk cId="1635377456" sldId="291"/>
            <ac:spMk id="2365" creationId="{B3063A94-7D32-4147-8DB8-D5F6AD83004C}"/>
          </ac:spMkLst>
        </pc:spChg>
        <pc:spChg chg="add mod">
          <ac:chgData name="Alexander Simon Thrysøe" userId="3f9b9528-1df8-4235-9262-8bdb6141b1d9" providerId="ADAL" clId="{210BC3D0-6D33-4731-A59B-369807834DD2}" dt="2025-11-17T02:47:48.372" v="3725"/>
          <ac:spMkLst>
            <pc:docMk/>
            <pc:sldMk cId="1635377456" sldId="291"/>
            <ac:spMk id="2366" creationId="{CFD58939-55FA-4A85-9AD2-7792D73F0AC3}"/>
          </ac:spMkLst>
        </pc:spChg>
        <pc:spChg chg="add mod">
          <ac:chgData name="Alexander Simon Thrysøe" userId="3f9b9528-1df8-4235-9262-8bdb6141b1d9" providerId="ADAL" clId="{210BC3D0-6D33-4731-A59B-369807834DD2}" dt="2025-11-17T02:47:48.372" v="3733"/>
          <ac:spMkLst>
            <pc:docMk/>
            <pc:sldMk cId="1635377456" sldId="291"/>
            <ac:spMk id="2367" creationId="{01C24A9D-CA1F-4FFD-9CA3-6BB3B860303F}"/>
          </ac:spMkLst>
        </pc:spChg>
        <pc:spChg chg="add mod">
          <ac:chgData name="Alexander Simon Thrysøe" userId="3f9b9528-1df8-4235-9262-8bdb6141b1d9" providerId="ADAL" clId="{210BC3D0-6D33-4731-A59B-369807834DD2}" dt="2025-11-17T02:47:48.372" v="3741"/>
          <ac:spMkLst>
            <pc:docMk/>
            <pc:sldMk cId="1635377456" sldId="291"/>
            <ac:spMk id="2368" creationId="{08F6A0E5-29A6-43C5-AEEB-23B395F3B6E1}"/>
          </ac:spMkLst>
        </pc:spChg>
        <pc:spChg chg="add mod">
          <ac:chgData name="Alexander Simon Thrysøe" userId="3f9b9528-1df8-4235-9262-8bdb6141b1d9" providerId="ADAL" clId="{210BC3D0-6D33-4731-A59B-369807834DD2}" dt="2025-11-17T02:47:48.388" v="3749"/>
          <ac:spMkLst>
            <pc:docMk/>
            <pc:sldMk cId="1635377456" sldId="291"/>
            <ac:spMk id="2369" creationId="{6DC37652-7500-406E-9FA3-283D9881E124}"/>
          </ac:spMkLst>
        </pc:spChg>
        <pc:spChg chg="add mod">
          <ac:chgData name="Alexander Simon Thrysøe" userId="3f9b9528-1df8-4235-9262-8bdb6141b1d9" providerId="ADAL" clId="{210BC3D0-6D33-4731-A59B-369807834DD2}" dt="2025-11-17T02:47:48.388" v="3757"/>
          <ac:spMkLst>
            <pc:docMk/>
            <pc:sldMk cId="1635377456" sldId="291"/>
            <ac:spMk id="2370" creationId="{1A0C89A8-767E-40CA-A264-DA280074D278}"/>
          </ac:spMkLst>
        </pc:spChg>
        <pc:spChg chg="add mod">
          <ac:chgData name="Alexander Simon Thrysøe" userId="3f9b9528-1df8-4235-9262-8bdb6141b1d9" providerId="ADAL" clId="{210BC3D0-6D33-4731-A59B-369807834DD2}" dt="2025-11-17T02:47:48.388" v="3765"/>
          <ac:spMkLst>
            <pc:docMk/>
            <pc:sldMk cId="1635377456" sldId="291"/>
            <ac:spMk id="2371" creationId="{0EFD0440-D7CD-4F1A-B976-121999AC29CA}"/>
          </ac:spMkLst>
        </pc:spChg>
        <pc:spChg chg="add mod">
          <ac:chgData name="Alexander Simon Thrysøe" userId="3f9b9528-1df8-4235-9262-8bdb6141b1d9" providerId="ADAL" clId="{210BC3D0-6D33-4731-A59B-369807834DD2}" dt="2025-11-17T02:47:48.404" v="3773"/>
          <ac:spMkLst>
            <pc:docMk/>
            <pc:sldMk cId="1635377456" sldId="291"/>
            <ac:spMk id="2372" creationId="{72CB3928-B995-4BB5-93F8-B2F9557DB6F6}"/>
          </ac:spMkLst>
        </pc:spChg>
        <pc:spChg chg="add mod">
          <ac:chgData name="Alexander Simon Thrysøe" userId="3f9b9528-1df8-4235-9262-8bdb6141b1d9" providerId="ADAL" clId="{210BC3D0-6D33-4731-A59B-369807834DD2}" dt="2025-11-17T02:47:48.404" v="3781"/>
          <ac:spMkLst>
            <pc:docMk/>
            <pc:sldMk cId="1635377456" sldId="291"/>
            <ac:spMk id="2373" creationId="{251088CE-EAAC-4590-A5C6-002EFA11C4C5}"/>
          </ac:spMkLst>
        </pc:spChg>
        <pc:spChg chg="add mod">
          <ac:chgData name="Alexander Simon Thrysøe" userId="3f9b9528-1df8-4235-9262-8bdb6141b1d9" providerId="ADAL" clId="{210BC3D0-6D33-4731-A59B-369807834DD2}" dt="2025-11-17T02:47:48.404" v="3789"/>
          <ac:spMkLst>
            <pc:docMk/>
            <pc:sldMk cId="1635377456" sldId="291"/>
            <ac:spMk id="2374" creationId="{DDCC53C6-28B6-469A-AC6B-0CD4C6E49B9A}"/>
          </ac:spMkLst>
        </pc:spChg>
        <pc:spChg chg="add mod">
          <ac:chgData name="Alexander Simon Thrysøe" userId="3f9b9528-1df8-4235-9262-8bdb6141b1d9" providerId="ADAL" clId="{210BC3D0-6D33-4731-A59B-369807834DD2}" dt="2025-11-17T02:47:48.404" v="3797"/>
          <ac:spMkLst>
            <pc:docMk/>
            <pc:sldMk cId="1635377456" sldId="291"/>
            <ac:spMk id="2375" creationId="{702BB101-A760-47CB-8CEC-9FBB1CE10115}"/>
          </ac:spMkLst>
        </pc:spChg>
        <pc:spChg chg="add mod">
          <ac:chgData name="Alexander Simon Thrysøe" userId="3f9b9528-1df8-4235-9262-8bdb6141b1d9" providerId="ADAL" clId="{210BC3D0-6D33-4731-A59B-369807834DD2}" dt="2025-11-17T02:47:48.420" v="3805"/>
          <ac:spMkLst>
            <pc:docMk/>
            <pc:sldMk cId="1635377456" sldId="291"/>
            <ac:spMk id="2376" creationId="{8462E498-FDFB-496D-A613-AAB09E05B3C7}"/>
          </ac:spMkLst>
        </pc:spChg>
        <pc:spChg chg="add mod">
          <ac:chgData name="Alexander Simon Thrysøe" userId="3f9b9528-1df8-4235-9262-8bdb6141b1d9" providerId="ADAL" clId="{210BC3D0-6D33-4731-A59B-369807834DD2}" dt="2025-11-17T02:47:48.420" v="3813"/>
          <ac:spMkLst>
            <pc:docMk/>
            <pc:sldMk cId="1635377456" sldId="291"/>
            <ac:spMk id="2377" creationId="{E6D3956A-2001-4DF1-A87A-5F1C5090D4F3}"/>
          </ac:spMkLst>
        </pc:spChg>
        <pc:spChg chg="add mod">
          <ac:chgData name="Alexander Simon Thrysøe" userId="3f9b9528-1df8-4235-9262-8bdb6141b1d9" providerId="ADAL" clId="{210BC3D0-6D33-4731-A59B-369807834DD2}" dt="2025-11-17T02:47:48.420" v="3821"/>
          <ac:spMkLst>
            <pc:docMk/>
            <pc:sldMk cId="1635377456" sldId="291"/>
            <ac:spMk id="2378" creationId="{35E36A00-1E65-4313-85DF-19FE58BE7826}"/>
          </ac:spMkLst>
        </pc:spChg>
        <pc:spChg chg="add mod">
          <ac:chgData name="Alexander Simon Thrysøe" userId="3f9b9528-1df8-4235-9262-8bdb6141b1d9" providerId="ADAL" clId="{210BC3D0-6D33-4731-A59B-369807834DD2}" dt="2025-11-17T02:47:48.436" v="3829"/>
          <ac:spMkLst>
            <pc:docMk/>
            <pc:sldMk cId="1635377456" sldId="291"/>
            <ac:spMk id="2379" creationId="{7DBE0C55-F38C-4A8A-A886-1FEB816380C5}"/>
          </ac:spMkLst>
        </pc:spChg>
        <pc:spChg chg="add mod">
          <ac:chgData name="Alexander Simon Thrysøe" userId="3f9b9528-1df8-4235-9262-8bdb6141b1d9" providerId="ADAL" clId="{210BC3D0-6D33-4731-A59B-369807834DD2}" dt="2025-11-17T02:47:48.436" v="3837"/>
          <ac:spMkLst>
            <pc:docMk/>
            <pc:sldMk cId="1635377456" sldId="291"/>
            <ac:spMk id="2380" creationId="{B3D7D8D3-D8B3-4E68-AEAA-92DA00E477F8}"/>
          </ac:spMkLst>
        </pc:spChg>
        <pc:spChg chg="add mod">
          <ac:chgData name="Alexander Simon Thrysøe" userId="3f9b9528-1df8-4235-9262-8bdb6141b1d9" providerId="ADAL" clId="{210BC3D0-6D33-4731-A59B-369807834DD2}" dt="2025-11-17T02:47:48.436" v="3845"/>
          <ac:spMkLst>
            <pc:docMk/>
            <pc:sldMk cId="1635377456" sldId="291"/>
            <ac:spMk id="2381" creationId="{0E5C6E9F-5637-4EA8-90E5-A06668D602E8}"/>
          </ac:spMkLst>
        </pc:spChg>
        <pc:spChg chg="add mod">
          <ac:chgData name="Alexander Simon Thrysøe" userId="3f9b9528-1df8-4235-9262-8bdb6141b1d9" providerId="ADAL" clId="{210BC3D0-6D33-4731-A59B-369807834DD2}" dt="2025-11-17T02:47:48.436" v="3853"/>
          <ac:spMkLst>
            <pc:docMk/>
            <pc:sldMk cId="1635377456" sldId="291"/>
            <ac:spMk id="2382" creationId="{55124841-EDD7-4D3B-B201-966E4E9073FD}"/>
          </ac:spMkLst>
        </pc:spChg>
        <pc:spChg chg="add mod">
          <ac:chgData name="Alexander Simon Thrysøe" userId="3f9b9528-1df8-4235-9262-8bdb6141b1d9" providerId="ADAL" clId="{210BC3D0-6D33-4731-A59B-369807834DD2}" dt="2025-11-17T02:47:48.452" v="3861"/>
          <ac:spMkLst>
            <pc:docMk/>
            <pc:sldMk cId="1635377456" sldId="291"/>
            <ac:spMk id="2383" creationId="{47413993-8688-4801-994A-52911DE05C53}"/>
          </ac:spMkLst>
        </pc:spChg>
        <pc:spChg chg="add mod">
          <ac:chgData name="Alexander Simon Thrysøe" userId="3f9b9528-1df8-4235-9262-8bdb6141b1d9" providerId="ADAL" clId="{210BC3D0-6D33-4731-A59B-369807834DD2}" dt="2025-11-17T02:47:48.452" v="3869"/>
          <ac:spMkLst>
            <pc:docMk/>
            <pc:sldMk cId="1635377456" sldId="291"/>
            <ac:spMk id="2384" creationId="{023C85B2-FE05-48B1-A7B2-AA64EEE49E46}"/>
          </ac:spMkLst>
        </pc:spChg>
        <pc:spChg chg="add mod">
          <ac:chgData name="Alexander Simon Thrysøe" userId="3f9b9528-1df8-4235-9262-8bdb6141b1d9" providerId="ADAL" clId="{210BC3D0-6D33-4731-A59B-369807834DD2}" dt="2025-11-17T02:47:48.462" v="3877"/>
          <ac:spMkLst>
            <pc:docMk/>
            <pc:sldMk cId="1635377456" sldId="291"/>
            <ac:spMk id="2385" creationId="{6666094C-243E-463B-9A95-9A295E59C988}"/>
          </ac:spMkLst>
        </pc:spChg>
        <pc:spChg chg="add mod">
          <ac:chgData name="Alexander Simon Thrysøe" userId="3f9b9528-1df8-4235-9262-8bdb6141b1d9" providerId="ADAL" clId="{210BC3D0-6D33-4731-A59B-369807834DD2}" dt="2025-11-17T02:47:48.468" v="3885"/>
          <ac:spMkLst>
            <pc:docMk/>
            <pc:sldMk cId="1635377456" sldId="291"/>
            <ac:spMk id="2386" creationId="{5F6A7CC6-4D3C-4851-AE35-24A5CDE10494}"/>
          </ac:spMkLst>
        </pc:spChg>
        <pc:spChg chg="add mod">
          <ac:chgData name="Alexander Simon Thrysøe" userId="3f9b9528-1df8-4235-9262-8bdb6141b1d9" providerId="ADAL" clId="{210BC3D0-6D33-4731-A59B-369807834DD2}" dt="2025-11-17T02:47:48.468" v="3893"/>
          <ac:spMkLst>
            <pc:docMk/>
            <pc:sldMk cId="1635377456" sldId="291"/>
            <ac:spMk id="2387" creationId="{4A154E93-C140-4E53-9C8D-A60E6E6A2C7A}"/>
          </ac:spMkLst>
        </pc:spChg>
        <pc:spChg chg="add mod">
          <ac:chgData name="Alexander Simon Thrysøe" userId="3f9b9528-1df8-4235-9262-8bdb6141b1d9" providerId="ADAL" clId="{210BC3D0-6D33-4731-A59B-369807834DD2}" dt="2025-11-17T02:47:48.468" v="3901"/>
          <ac:spMkLst>
            <pc:docMk/>
            <pc:sldMk cId="1635377456" sldId="291"/>
            <ac:spMk id="2388" creationId="{18265F51-1EA1-49F4-9575-8271EAC29DB3}"/>
          </ac:spMkLst>
        </pc:spChg>
        <pc:spChg chg="add mod">
          <ac:chgData name="Alexander Simon Thrysøe" userId="3f9b9528-1df8-4235-9262-8bdb6141b1d9" providerId="ADAL" clId="{210BC3D0-6D33-4731-A59B-369807834DD2}" dt="2025-11-17T02:47:48.468" v="3909"/>
          <ac:spMkLst>
            <pc:docMk/>
            <pc:sldMk cId="1635377456" sldId="291"/>
            <ac:spMk id="2389" creationId="{3C1D0978-8E93-4B32-9D79-8A909DF6BBDF}"/>
          </ac:spMkLst>
        </pc:spChg>
        <pc:spChg chg="add mod">
          <ac:chgData name="Alexander Simon Thrysøe" userId="3f9b9528-1df8-4235-9262-8bdb6141b1d9" providerId="ADAL" clId="{210BC3D0-6D33-4731-A59B-369807834DD2}" dt="2025-11-17T02:47:48.484" v="3917"/>
          <ac:spMkLst>
            <pc:docMk/>
            <pc:sldMk cId="1635377456" sldId="291"/>
            <ac:spMk id="2390" creationId="{1EC1E74F-D43D-4BE3-878E-249F27026707}"/>
          </ac:spMkLst>
        </pc:spChg>
        <pc:spChg chg="add mod">
          <ac:chgData name="Alexander Simon Thrysøe" userId="3f9b9528-1df8-4235-9262-8bdb6141b1d9" providerId="ADAL" clId="{210BC3D0-6D33-4731-A59B-369807834DD2}" dt="2025-11-17T02:47:48.484" v="3925"/>
          <ac:spMkLst>
            <pc:docMk/>
            <pc:sldMk cId="1635377456" sldId="291"/>
            <ac:spMk id="2391" creationId="{364AB7B8-109D-435D-9525-4E216CE21873}"/>
          </ac:spMkLst>
        </pc:spChg>
        <pc:spChg chg="add mod">
          <ac:chgData name="Alexander Simon Thrysøe" userId="3f9b9528-1df8-4235-9262-8bdb6141b1d9" providerId="ADAL" clId="{210BC3D0-6D33-4731-A59B-369807834DD2}" dt="2025-11-17T02:47:48.484" v="3933"/>
          <ac:spMkLst>
            <pc:docMk/>
            <pc:sldMk cId="1635377456" sldId="291"/>
            <ac:spMk id="2392" creationId="{2907F976-7E9E-4E6F-A524-D95F25917F1A}"/>
          </ac:spMkLst>
        </pc:spChg>
        <pc:spChg chg="add mod">
          <ac:chgData name="Alexander Simon Thrysøe" userId="3f9b9528-1df8-4235-9262-8bdb6141b1d9" providerId="ADAL" clId="{210BC3D0-6D33-4731-A59B-369807834DD2}" dt="2025-11-17T02:47:48.500" v="3941"/>
          <ac:spMkLst>
            <pc:docMk/>
            <pc:sldMk cId="1635377456" sldId="291"/>
            <ac:spMk id="2393" creationId="{0EF473E6-1068-49EE-8072-C8B83E6BF473}"/>
          </ac:spMkLst>
        </pc:spChg>
        <pc:spChg chg="add mod">
          <ac:chgData name="Alexander Simon Thrysøe" userId="3f9b9528-1df8-4235-9262-8bdb6141b1d9" providerId="ADAL" clId="{210BC3D0-6D33-4731-A59B-369807834DD2}" dt="2025-11-17T02:47:48.500" v="3949"/>
          <ac:spMkLst>
            <pc:docMk/>
            <pc:sldMk cId="1635377456" sldId="291"/>
            <ac:spMk id="2394" creationId="{B1296693-615E-43B0-A86F-E1691BD0C694}"/>
          </ac:spMkLst>
        </pc:spChg>
        <pc:spChg chg="add mod">
          <ac:chgData name="Alexander Simon Thrysøe" userId="3f9b9528-1df8-4235-9262-8bdb6141b1d9" providerId="ADAL" clId="{210BC3D0-6D33-4731-A59B-369807834DD2}" dt="2025-11-17T02:47:48.500" v="3957"/>
          <ac:spMkLst>
            <pc:docMk/>
            <pc:sldMk cId="1635377456" sldId="291"/>
            <ac:spMk id="2395" creationId="{5105BC14-E923-4EEF-B166-0479AFC48B00}"/>
          </ac:spMkLst>
        </pc:spChg>
        <pc:spChg chg="add mod">
          <ac:chgData name="Alexander Simon Thrysøe" userId="3f9b9528-1df8-4235-9262-8bdb6141b1d9" providerId="ADAL" clId="{210BC3D0-6D33-4731-A59B-369807834DD2}" dt="2025-11-17T02:47:48.516" v="3965"/>
          <ac:spMkLst>
            <pc:docMk/>
            <pc:sldMk cId="1635377456" sldId="291"/>
            <ac:spMk id="2396" creationId="{2233DF1C-8C39-4ED4-AEB8-DD57FC57C748}"/>
          </ac:spMkLst>
        </pc:spChg>
        <pc:spChg chg="add mod">
          <ac:chgData name="Alexander Simon Thrysøe" userId="3f9b9528-1df8-4235-9262-8bdb6141b1d9" providerId="ADAL" clId="{210BC3D0-6D33-4731-A59B-369807834DD2}" dt="2025-11-17T02:47:48.516" v="3973"/>
          <ac:spMkLst>
            <pc:docMk/>
            <pc:sldMk cId="1635377456" sldId="291"/>
            <ac:spMk id="2397" creationId="{DAD5D9C9-2701-45ED-8402-5CBD3E92EC9A}"/>
          </ac:spMkLst>
        </pc:spChg>
        <pc:spChg chg="add mod">
          <ac:chgData name="Alexander Simon Thrysøe" userId="3f9b9528-1df8-4235-9262-8bdb6141b1d9" providerId="ADAL" clId="{210BC3D0-6D33-4731-A59B-369807834DD2}" dt="2025-11-17T02:47:48.516" v="3981"/>
          <ac:spMkLst>
            <pc:docMk/>
            <pc:sldMk cId="1635377456" sldId="291"/>
            <ac:spMk id="2398" creationId="{039B7E65-F664-4C1C-A2A3-77715EB97FC0}"/>
          </ac:spMkLst>
        </pc:spChg>
        <pc:spChg chg="add mod">
          <ac:chgData name="Alexander Simon Thrysøe" userId="3f9b9528-1df8-4235-9262-8bdb6141b1d9" providerId="ADAL" clId="{210BC3D0-6D33-4731-A59B-369807834DD2}" dt="2025-11-17T02:47:48.516" v="3989"/>
          <ac:spMkLst>
            <pc:docMk/>
            <pc:sldMk cId="1635377456" sldId="291"/>
            <ac:spMk id="2399" creationId="{2AF592EE-BDAC-4C2A-A381-5D05619F782A}"/>
          </ac:spMkLst>
        </pc:spChg>
        <pc:spChg chg="add mod">
          <ac:chgData name="Alexander Simon Thrysøe" userId="3f9b9528-1df8-4235-9262-8bdb6141b1d9" providerId="ADAL" clId="{210BC3D0-6D33-4731-A59B-369807834DD2}" dt="2025-11-17T02:47:48.534" v="3997"/>
          <ac:spMkLst>
            <pc:docMk/>
            <pc:sldMk cId="1635377456" sldId="291"/>
            <ac:spMk id="2400" creationId="{1E99CA31-0A0D-44BC-937E-8ED03B5A9543}"/>
          </ac:spMkLst>
        </pc:spChg>
        <pc:spChg chg="add mod">
          <ac:chgData name="Alexander Simon Thrysøe" userId="3f9b9528-1df8-4235-9262-8bdb6141b1d9" providerId="ADAL" clId="{210BC3D0-6D33-4731-A59B-369807834DD2}" dt="2025-11-17T02:47:48.534" v="4005"/>
          <ac:spMkLst>
            <pc:docMk/>
            <pc:sldMk cId="1635377456" sldId="291"/>
            <ac:spMk id="2401" creationId="{0C9EE642-A409-471D-9344-16C911486BC7}"/>
          </ac:spMkLst>
        </pc:spChg>
        <pc:spChg chg="add mod">
          <ac:chgData name="Alexander Simon Thrysøe" userId="3f9b9528-1df8-4235-9262-8bdb6141b1d9" providerId="ADAL" clId="{210BC3D0-6D33-4731-A59B-369807834DD2}" dt="2025-11-17T02:47:48.534" v="4013"/>
          <ac:spMkLst>
            <pc:docMk/>
            <pc:sldMk cId="1635377456" sldId="291"/>
            <ac:spMk id="2402" creationId="{7E149CBC-8747-40A7-A359-BE23C229AC2A}"/>
          </ac:spMkLst>
        </pc:spChg>
        <pc:spChg chg="add mod">
          <ac:chgData name="Alexander Simon Thrysøe" userId="3f9b9528-1df8-4235-9262-8bdb6141b1d9" providerId="ADAL" clId="{210BC3D0-6D33-4731-A59B-369807834DD2}" dt="2025-11-17T02:47:48.548" v="4021"/>
          <ac:spMkLst>
            <pc:docMk/>
            <pc:sldMk cId="1635377456" sldId="291"/>
            <ac:spMk id="2403" creationId="{0FE7B900-7C9A-4AC3-9436-718A44DA7230}"/>
          </ac:spMkLst>
        </pc:spChg>
        <pc:spChg chg="add mod">
          <ac:chgData name="Alexander Simon Thrysøe" userId="3f9b9528-1df8-4235-9262-8bdb6141b1d9" providerId="ADAL" clId="{210BC3D0-6D33-4731-A59B-369807834DD2}" dt="2025-11-17T02:47:48.548" v="4029"/>
          <ac:spMkLst>
            <pc:docMk/>
            <pc:sldMk cId="1635377456" sldId="291"/>
            <ac:spMk id="2404" creationId="{BE54740E-0498-4EE0-BC30-49CB0F0CC9FF}"/>
          </ac:spMkLst>
        </pc:spChg>
        <pc:spChg chg="add mod">
          <ac:chgData name="Alexander Simon Thrysøe" userId="3f9b9528-1df8-4235-9262-8bdb6141b1d9" providerId="ADAL" clId="{210BC3D0-6D33-4731-A59B-369807834DD2}" dt="2025-11-17T02:54:25.954" v="4315"/>
          <ac:spMkLst>
            <pc:docMk/>
            <pc:sldMk cId="1635377456" sldId="291"/>
            <ac:spMk id="2405" creationId="{B0149150-C330-4E3C-ED3D-0C8781D85CE1}"/>
          </ac:spMkLst>
        </pc:spChg>
        <pc:spChg chg="add del">
          <ac:chgData name="Alexander Simon Thrysøe" userId="3f9b9528-1df8-4235-9262-8bdb6141b1d9" providerId="ADAL" clId="{210BC3D0-6D33-4731-A59B-369807834DD2}" dt="2025-11-17T02:54:53.241" v="4347" actId="22"/>
          <ac:spMkLst>
            <pc:docMk/>
            <pc:sldMk cId="1635377456" sldId="291"/>
            <ac:spMk id="2407" creationId="{FC162AD0-2060-FA99-4760-8FA3887D1302}"/>
          </ac:spMkLst>
        </pc:spChg>
        <pc:spChg chg="add mod">
          <ac:chgData name="Alexander Simon Thrysøe" userId="3f9b9528-1df8-4235-9262-8bdb6141b1d9" providerId="ADAL" clId="{210BC3D0-6D33-4731-A59B-369807834DD2}" dt="2025-11-17T02:54:58.556" v="4348"/>
          <ac:spMkLst>
            <pc:docMk/>
            <pc:sldMk cId="1635377456" sldId="291"/>
            <ac:spMk id="2408" creationId="{A60E8561-51D5-30AB-4195-47B997DEECC8}"/>
          </ac:spMkLst>
        </pc:spChg>
      </pc:sldChg>
      <pc:sldChg chg="addSp modSp mod">
        <pc:chgData name="Alexander Simon Thrysøe" userId="3f9b9528-1df8-4235-9262-8bdb6141b1d9" providerId="ADAL" clId="{210BC3D0-6D33-4731-A59B-369807834DD2}" dt="2025-11-17T02:55:36.810" v="4360"/>
        <pc:sldMkLst>
          <pc:docMk/>
          <pc:sldMk cId="406374882" sldId="292"/>
        </pc:sldMkLst>
        <pc:spChg chg="mod">
          <ac:chgData name="Alexander Simon Thrysøe" userId="3f9b9528-1df8-4235-9262-8bdb6141b1d9" providerId="ADAL" clId="{210BC3D0-6D33-4731-A59B-369807834DD2}" dt="2025-11-17T02:47:50.612" v="4155"/>
          <ac:spMkLst>
            <pc:docMk/>
            <pc:sldMk cId="406374882" sldId="292"/>
            <ac:spMk id="4" creationId="{051EF510-8E91-4B7D-9223-2E692AD860A2}"/>
          </ac:spMkLst>
        </pc:spChg>
        <pc:spChg chg="mod">
          <ac:chgData name="Alexander Simon Thrysøe" userId="3f9b9528-1df8-4235-9262-8bdb6141b1d9" providerId="ADAL" clId="{210BC3D0-6D33-4731-A59B-369807834DD2}" dt="2025-11-17T02:47:50.596" v="4153"/>
          <ac:spMkLst>
            <pc:docMk/>
            <pc:sldMk cId="406374882" sldId="292"/>
            <ac:spMk id="5" creationId="{2C65BA01-476D-4BA3-80BF-C41E2C9441C3}"/>
          </ac:spMkLst>
        </pc:spChg>
        <pc:spChg chg="mod">
          <ac:chgData name="Alexander Simon Thrysøe" userId="3f9b9528-1df8-4235-9262-8bdb6141b1d9" providerId="ADAL" clId="{210BC3D0-6D33-4731-A59B-369807834DD2}" dt="2025-11-17T02:47:50.207" v="4031"/>
          <ac:spMkLst>
            <pc:docMk/>
            <pc:sldMk cId="406374882" sldId="292"/>
            <ac:spMk id="8" creationId="{F16A9191-F763-4CBF-A33E-51A47E7701A3}"/>
          </ac:spMkLst>
        </pc:spChg>
        <pc:spChg chg="mod">
          <ac:chgData name="Alexander Simon Thrysøe" userId="3f9b9528-1df8-4235-9262-8bdb6141b1d9" providerId="ADAL" clId="{210BC3D0-6D33-4731-A59B-369807834DD2}" dt="2025-11-17T02:47:50.368" v="4073"/>
          <ac:spMkLst>
            <pc:docMk/>
            <pc:sldMk cId="406374882" sldId="292"/>
            <ac:spMk id="10" creationId="{38CF1DF9-3409-42B3-AB52-F831E824F87D}"/>
          </ac:spMkLst>
        </pc:spChg>
        <pc:spChg chg="add mod">
          <ac:chgData name="Alexander Simon Thrysøe" userId="3f9b9528-1df8-4235-9262-8bdb6141b1d9" providerId="ADAL" clId="{210BC3D0-6D33-4731-A59B-369807834DD2}" dt="2025-11-17T02:54:09.501" v="4308"/>
          <ac:spMkLst>
            <pc:docMk/>
            <pc:sldMk cId="406374882" sldId="292"/>
            <ac:spMk id="12" creationId="{872ACE49-228C-96C1-78F2-2EE77C3C77BA}"/>
          </ac:spMkLst>
        </pc:spChg>
        <pc:spChg chg="add mod">
          <ac:chgData name="Alexander Simon Thrysøe" userId="3f9b9528-1df8-4235-9262-8bdb6141b1d9" providerId="ADAL" clId="{210BC3D0-6D33-4731-A59B-369807834DD2}" dt="2025-11-17T02:55:36.810" v="4360"/>
          <ac:spMkLst>
            <pc:docMk/>
            <pc:sldMk cId="406374882" sldId="292"/>
            <ac:spMk id="13" creationId="{6DD821A2-4952-B20B-FF48-082B3E2FF72C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5:38.980" v="4361"/>
        <pc:sldMkLst>
          <pc:docMk/>
          <pc:sldMk cId="3118163230" sldId="293"/>
        </pc:sldMkLst>
        <pc:spChg chg="mod">
          <ac:chgData name="Alexander Simon Thrysøe" userId="3f9b9528-1df8-4235-9262-8bdb6141b1d9" providerId="ADAL" clId="{210BC3D0-6D33-4731-A59B-369807834DD2}" dt="2025-11-17T02:47:50.612" v="4156"/>
          <ac:spMkLst>
            <pc:docMk/>
            <pc:sldMk cId="3118163230" sldId="293"/>
            <ac:spMk id="4" creationId="{3E77ACD3-5F4A-4CED-BA9B-0E12E73334ED}"/>
          </ac:spMkLst>
        </pc:spChg>
        <pc:spChg chg="mod">
          <ac:chgData name="Alexander Simon Thrysøe" userId="3f9b9528-1df8-4235-9262-8bdb6141b1d9" providerId="ADAL" clId="{210BC3D0-6D33-4731-A59B-369807834DD2}" dt="2025-11-17T02:47:50.596" v="4154"/>
          <ac:spMkLst>
            <pc:docMk/>
            <pc:sldMk cId="3118163230" sldId="293"/>
            <ac:spMk id="5" creationId="{A2F3282B-FF71-48BE-B69B-A42BB65BB8F6}"/>
          </ac:spMkLst>
        </pc:spChg>
        <pc:spChg chg="mod">
          <ac:chgData name="Alexander Simon Thrysøe" userId="3f9b9528-1df8-4235-9262-8bdb6141b1d9" providerId="ADAL" clId="{210BC3D0-6D33-4731-A59B-369807834DD2}" dt="2025-11-17T02:47:50.368" v="4075"/>
          <ac:spMkLst>
            <pc:docMk/>
            <pc:sldMk cId="3118163230" sldId="293"/>
            <ac:spMk id="9" creationId="{CCDE9BD1-E70C-4C28-BB9B-BAC510FEE6A3}"/>
          </ac:spMkLst>
        </pc:spChg>
        <pc:spChg chg="del">
          <ac:chgData name="Alexander Simon Thrysøe" userId="3f9b9528-1df8-4235-9262-8bdb6141b1d9" providerId="ADAL" clId="{210BC3D0-6D33-4731-A59B-369807834DD2}" dt="2025-11-17T02:47:50.549" v="4092"/>
          <ac:spMkLst>
            <pc:docMk/>
            <pc:sldMk cId="3118163230" sldId="293"/>
            <ac:spMk id="12" creationId="{272D61B3-B6CA-4A03-97F6-5C070A40D641}"/>
          </ac:spMkLst>
        </pc:spChg>
        <pc:spChg chg="del">
          <ac:chgData name="Alexander Simon Thrysøe" userId="3f9b9528-1df8-4235-9262-8bdb6141b1d9" providerId="ADAL" clId="{210BC3D0-6D33-4731-A59B-369807834DD2}" dt="2025-11-17T02:47:50.549" v="4093"/>
          <ac:spMkLst>
            <pc:docMk/>
            <pc:sldMk cId="3118163230" sldId="293"/>
            <ac:spMk id="13" creationId="{2CA83F10-0357-43AF-8117-100CE426F081}"/>
          </ac:spMkLst>
        </pc:spChg>
        <pc:spChg chg="del">
          <ac:chgData name="Alexander Simon Thrysøe" userId="3f9b9528-1df8-4235-9262-8bdb6141b1d9" providerId="ADAL" clId="{210BC3D0-6D33-4731-A59B-369807834DD2}" dt="2025-11-17T02:47:50.549" v="4094"/>
          <ac:spMkLst>
            <pc:docMk/>
            <pc:sldMk cId="3118163230" sldId="293"/>
            <ac:spMk id="14" creationId="{082AADED-E711-4AF5-8F1F-895D7F8EB8C4}"/>
          </ac:spMkLst>
        </pc:spChg>
        <pc:spChg chg="del">
          <ac:chgData name="Alexander Simon Thrysøe" userId="3f9b9528-1df8-4235-9262-8bdb6141b1d9" providerId="ADAL" clId="{210BC3D0-6D33-4731-A59B-369807834DD2}" dt="2025-11-17T02:47:50.549" v="4095"/>
          <ac:spMkLst>
            <pc:docMk/>
            <pc:sldMk cId="3118163230" sldId="293"/>
            <ac:spMk id="15" creationId="{D7674257-138E-4D0C-99F5-50E388C3DA22}"/>
          </ac:spMkLst>
        </pc:spChg>
        <pc:spChg chg="del">
          <ac:chgData name="Alexander Simon Thrysøe" userId="3f9b9528-1df8-4235-9262-8bdb6141b1d9" providerId="ADAL" clId="{210BC3D0-6D33-4731-A59B-369807834DD2}" dt="2025-11-17T02:47:50.549" v="4096"/>
          <ac:spMkLst>
            <pc:docMk/>
            <pc:sldMk cId="3118163230" sldId="293"/>
            <ac:spMk id="16" creationId="{7804612D-C8ED-4986-9780-48FC3E260DDB}"/>
          </ac:spMkLst>
        </pc:spChg>
        <pc:spChg chg="del">
          <ac:chgData name="Alexander Simon Thrysøe" userId="3f9b9528-1df8-4235-9262-8bdb6141b1d9" providerId="ADAL" clId="{210BC3D0-6D33-4731-A59B-369807834DD2}" dt="2025-11-17T02:47:50.549" v="4097"/>
          <ac:spMkLst>
            <pc:docMk/>
            <pc:sldMk cId="3118163230" sldId="293"/>
            <ac:spMk id="17" creationId="{F006506B-4286-4E24-9DF8-C8779B768AF1}"/>
          </ac:spMkLst>
        </pc:spChg>
        <pc:spChg chg="del">
          <ac:chgData name="Alexander Simon Thrysøe" userId="3f9b9528-1df8-4235-9262-8bdb6141b1d9" providerId="ADAL" clId="{210BC3D0-6D33-4731-A59B-369807834DD2}" dt="2025-11-17T02:47:50.549" v="4098"/>
          <ac:spMkLst>
            <pc:docMk/>
            <pc:sldMk cId="3118163230" sldId="293"/>
            <ac:spMk id="18" creationId="{DCEC7018-5976-4ECD-A03D-783D70DE6207}"/>
          </ac:spMkLst>
        </pc:spChg>
        <pc:spChg chg="del">
          <ac:chgData name="Alexander Simon Thrysøe" userId="3f9b9528-1df8-4235-9262-8bdb6141b1d9" providerId="ADAL" clId="{210BC3D0-6D33-4731-A59B-369807834DD2}" dt="2025-11-17T02:47:50.549" v="4099"/>
          <ac:spMkLst>
            <pc:docMk/>
            <pc:sldMk cId="3118163230" sldId="293"/>
            <ac:spMk id="19" creationId="{25BC4D59-EB40-4644-8A0E-D87250F48D36}"/>
          </ac:spMkLst>
        </pc:spChg>
        <pc:spChg chg="del">
          <ac:chgData name="Alexander Simon Thrysøe" userId="3f9b9528-1df8-4235-9262-8bdb6141b1d9" providerId="ADAL" clId="{210BC3D0-6D33-4731-A59B-369807834DD2}" dt="2025-11-17T02:47:50.549" v="4100"/>
          <ac:spMkLst>
            <pc:docMk/>
            <pc:sldMk cId="3118163230" sldId="293"/>
            <ac:spMk id="20" creationId="{A7493435-2F1E-4B18-9E3A-DE02820262DB}"/>
          </ac:spMkLst>
        </pc:spChg>
        <pc:spChg chg="del">
          <ac:chgData name="Alexander Simon Thrysøe" userId="3f9b9528-1df8-4235-9262-8bdb6141b1d9" providerId="ADAL" clId="{210BC3D0-6D33-4731-A59B-369807834DD2}" dt="2025-11-17T02:47:50.549" v="4101"/>
          <ac:spMkLst>
            <pc:docMk/>
            <pc:sldMk cId="3118163230" sldId="293"/>
            <ac:spMk id="21" creationId="{D1679C62-F33A-4C09-9889-2B2059482979}"/>
          </ac:spMkLst>
        </pc:spChg>
        <pc:spChg chg="del">
          <ac:chgData name="Alexander Simon Thrysøe" userId="3f9b9528-1df8-4235-9262-8bdb6141b1d9" providerId="ADAL" clId="{210BC3D0-6D33-4731-A59B-369807834DD2}" dt="2025-11-17T02:47:50.549" v="4102"/>
          <ac:spMkLst>
            <pc:docMk/>
            <pc:sldMk cId="3118163230" sldId="293"/>
            <ac:spMk id="22" creationId="{A8DAAC56-9374-416A-815C-2BA3C30D93D6}"/>
          </ac:spMkLst>
        </pc:spChg>
        <pc:spChg chg="del">
          <ac:chgData name="Alexander Simon Thrysøe" userId="3f9b9528-1df8-4235-9262-8bdb6141b1d9" providerId="ADAL" clId="{210BC3D0-6D33-4731-A59B-369807834DD2}" dt="2025-11-17T02:47:50.549" v="4103"/>
          <ac:spMkLst>
            <pc:docMk/>
            <pc:sldMk cId="3118163230" sldId="293"/>
            <ac:spMk id="23" creationId="{C2ECBFB8-4A9D-4503-B951-52351059F0ED}"/>
          </ac:spMkLst>
        </pc:spChg>
        <pc:spChg chg="del">
          <ac:chgData name="Alexander Simon Thrysøe" userId="3f9b9528-1df8-4235-9262-8bdb6141b1d9" providerId="ADAL" clId="{210BC3D0-6D33-4731-A59B-369807834DD2}" dt="2025-11-17T02:47:50.549" v="4104"/>
          <ac:spMkLst>
            <pc:docMk/>
            <pc:sldMk cId="3118163230" sldId="293"/>
            <ac:spMk id="24" creationId="{4342FB15-2D0B-425F-B169-C550F520E8A8}"/>
          </ac:spMkLst>
        </pc:spChg>
        <pc:spChg chg="del">
          <ac:chgData name="Alexander Simon Thrysøe" userId="3f9b9528-1df8-4235-9262-8bdb6141b1d9" providerId="ADAL" clId="{210BC3D0-6D33-4731-A59B-369807834DD2}" dt="2025-11-17T02:47:50.549" v="4105"/>
          <ac:spMkLst>
            <pc:docMk/>
            <pc:sldMk cId="3118163230" sldId="293"/>
            <ac:spMk id="25" creationId="{861E561A-FB93-44C8-B3EC-12AE56155B2F}"/>
          </ac:spMkLst>
        </pc:spChg>
        <pc:spChg chg="del">
          <ac:chgData name="Alexander Simon Thrysøe" userId="3f9b9528-1df8-4235-9262-8bdb6141b1d9" providerId="ADAL" clId="{210BC3D0-6D33-4731-A59B-369807834DD2}" dt="2025-11-17T02:47:50.549" v="4106"/>
          <ac:spMkLst>
            <pc:docMk/>
            <pc:sldMk cId="3118163230" sldId="293"/>
            <ac:spMk id="26" creationId="{1FCB1E68-F5CE-4121-BF51-C2A7ABD5116A}"/>
          </ac:spMkLst>
        </pc:spChg>
        <pc:spChg chg="del">
          <ac:chgData name="Alexander Simon Thrysøe" userId="3f9b9528-1df8-4235-9262-8bdb6141b1d9" providerId="ADAL" clId="{210BC3D0-6D33-4731-A59B-369807834DD2}" dt="2025-11-17T02:47:50.549" v="4107"/>
          <ac:spMkLst>
            <pc:docMk/>
            <pc:sldMk cId="3118163230" sldId="293"/>
            <ac:spMk id="27" creationId="{7BA3C850-EC9D-4012-AA95-8F43BFBB8040}"/>
          </ac:spMkLst>
        </pc:spChg>
        <pc:spChg chg="del">
          <ac:chgData name="Alexander Simon Thrysøe" userId="3f9b9528-1df8-4235-9262-8bdb6141b1d9" providerId="ADAL" clId="{210BC3D0-6D33-4731-A59B-369807834DD2}" dt="2025-11-17T02:47:50.549" v="4108"/>
          <ac:spMkLst>
            <pc:docMk/>
            <pc:sldMk cId="3118163230" sldId="293"/>
            <ac:spMk id="28" creationId="{2DB0A416-08EF-451D-B5BF-A41A66127FE3}"/>
          </ac:spMkLst>
        </pc:spChg>
        <pc:spChg chg="del">
          <ac:chgData name="Alexander Simon Thrysøe" userId="3f9b9528-1df8-4235-9262-8bdb6141b1d9" providerId="ADAL" clId="{210BC3D0-6D33-4731-A59B-369807834DD2}" dt="2025-11-17T02:47:50.549" v="4109"/>
          <ac:spMkLst>
            <pc:docMk/>
            <pc:sldMk cId="3118163230" sldId="293"/>
            <ac:spMk id="29" creationId="{07EF7F93-78E9-4302-9F88-13A7893384A5}"/>
          </ac:spMkLst>
        </pc:spChg>
        <pc:spChg chg="del">
          <ac:chgData name="Alexander Simon Thrysøe" userId="3f9b9528-1df8-4235-9262-8bdb6141b1d9" providerId="ADAL" clId="{210BC3D0-6D33-4731-A59B-369807834DD2}" dt="2025-11-17T02:47:50.564" v="4110"/>
          <ac:spMkLst>
            <pc:docMk/>
            <pc:sldMk cId="3118163230" sldId="293"/>
            <ac:spMk id="30" creationId="{994183E0-9BE5-4ABB-84D5-CEFA6D234E6C}"/>
          </ac:spMkLst>
        </pc:spChg>
        <pc:spChg chg="del">
          <ac:chgData name="Alexander Simon Thrysøe" userId="3f9b9528-1df8-4235-9262-8bdb6141b1d9" providerId="ADAL" clId="{210BC3D0-6D33-4731-A59B-369807834DD2}" dt="2025-11-17T02:47:50.564" v="4111"/>
          <ac:spMkLst>
            <pc:docMk/>
            <pc:sldMk cId="3118163230" sldId="293"/>
            <ac:spMk id="31" creationId="{A8DDCDDB-86DF-4C01-92C1-CEFD170D1E73}"/>
          </ac:spMkLst>
        </pc:spChg>
        <pc:spChg chg="del">
          <ac:chgData name="Alexander Simon Thrysøe" userId="3f9b9528-1df8-4235-9262-8bdb6141b1d9" providerId="ADAL" clId="{210BC3D0-6D33-4731-A59B-369807834DD2}" dt="2025-11-17T02:47:50.564" v="4112"/>
          <ac:spMkLst>
            <pc:docMk/>
            <pc:sldMk cId="3118163230" sldId="293"/>
            <ac:spMk id="32" creationId="{4F2F68EA-7D49-4FE0-9132-8180F680C67D}"/>
          </ac:spMkLst>
        </pc:spChg>
        <pc:spChg chg="del">
          <ac:chgData name="Alexander Simon Thrysøe" userId="3f9b9528-1df8-4235-9262-8bdb6141b1d9" providerId="ADAL" clId="{210BC3D0-6D33-4731-A59B-369807834DD2}" dt="2025-11-17T02:47:50.564" v="4113"/>
          <ac:spMkLst>
            <pc:docMk/>
            <pc:sldMk cId="3118163230" sldId="293"/>
            <ac:spMk id="33" creationId="{93B53AD8-53D8-42D2-88EA-2E339ED96317}"/>
          </ac:spMkLst>
        </pc:spChg>
        <pc:spChg chg="del">
          <ac:chgData name="Alexander Simon Thrysøe" userId="3f9b9528-1df8-4235-9262-8bdb6141b1d9" providerId="ADAL" clId="{210BC3D0-6D33-4731-A59B-369807834DD2}" dt="2025-11-17T02:47:50.564" v="4114"/>
          <ac:spMkLst>
            <pc:docMk/>
            <pc:sldMk cId="3118163230" sldId="293"/>
            <ac:spMk id="34" creationId="{309D1BDF-8322-466C-80F4-37FDADA6CCC2}"/>
          </ac:spMkLst>
        </pc:spChg>
        <pc:spChg chg="del">
          <ac:chgData name="Alexander Simon Thrysøe" userId="3f9b9528-1df8-4235-9262-8bdb6141b1d9" providerId="ADAL" clId="{210BC3D0-6D33-4731-A59B-369807834DD2}" dt="2025-11-17T02:47:50.564" v="4115"/>
          <ac:spMkLst>
            <pc:docMk/>
            <pc:sldMk cId="3118163230" sldId="293"/>
            <ac:spMk id="35" creationId="{2DE06A30-BB6D-4A77-B818-E146E26E3E1C}"/>
          </ac:spMkLst>
        </pc:spChg>
        <pc:spChg chg="del">
          <ac:chgData name="Alexander Simon Thrysøe" userId="3f9b9528-1df8-4235-9262-8bdb6141b1d9" providerId="ADAL" clId="{210BC3D0-6D33-4731-A59B-369807834DD2}" dt="2025-11-17T02:47:50.564" v="4116"/>
          <ac:spMkLst>
            <pc:docMk/>
            <pc:sldMk cId="3118163230" sldId="293"/>
            <ac:spMk id="36" creationId="{D52908D3-230E-4B86-B9D3-1376AE57E56E}"/>
          </ac:spMkLst>
        </pc:spChg>
        <pc:spChg chg="del">
          <ac:chgData name="Alexander Simon Thrysøe" userId="3f9b9528-1df8-4235-9262-8bdb6141b1d9" providerId="ADAL" clId="{210BC3D0-6D33-4731-A59B-369807834DD2}" dt="2025-11-17T02:47:50.564" v="4117"/>
          <ac:spMkLst>
            <pc:docMk/>
            <pc:sldMk cId="3118163230" sldId="293"/>
            <ac:spMk id="37" creationId="{CBE8ED61-2D25-45AB-93C5-EDB260B49730}"/>
          </ac:spMkLst>
        </pc:spChg>
        <pc:spChg chg="del">
          <ac:chgData name="Alexander Simon Thrysøe" userId="3f9b9528-1df8-4235-9262-8bdb6141b1d9" providerId="ADAL" clId="{210BC3D0-6D33-4731-A59B-369807834DD2}" dt="2025-11-17T02:47:50.564" v="4118"/>
          <ac:spMkLst>
            <pc:docMk/>
            <pc:sldMk cId="3118163230" sldId="293"/>
            <ac:spMk id="38" creationId="{D0B6C186-C046-46F0-BE61-2EAEFB43C987}"/>
          </ac:spMkLst>
        </pc:spChg>
        <pc:spChg chg="del">
          <ac:chgData name="Alexander Simon Thrysøe" userId="3f9b9528-1df8-4235-9262-8bdb6141b1d9" providerId="ADAL" clId="{210BC3D0-6D33-4731-A59B-369807834DD2}" dt="2025-11-17T02:47:50.564" v="4119"/>
          <ac:spMkLst>
            <pc:docMk/>
            <pc:sldMk cId="3118163230" sldId="293"/>
            <ac:spMk id="39" creationId="{E144E80B-1127-495F-9FF1-87BDDEFA585D}"/>
          </ac:spMkLst>
        </pc:spChg>
        <pc:spChg chg="del">
          <ac:chgData name="Alexander Simon Thrysøe" userId="3f9b9528-1df8-4235-9262-8bdb6141b1d9" providerId="ADAL" clId="{210BC3D0-6D33-4731-A59B-369807834DD2}" dt="2025-11-17T02:47:50.564" v="4120"/>
          <ac:spMkLst>
            <pc:docMk/>
            <pc:sldMk cId="3118163230" sldId="293"/>
            <ac:spMk id="40" creationId="{D6DF5D5C-53CD-448E-A0BF-F59C3EBDE4F3}"/>
          </ac:spMkLst>
        </pc:spChg>
        <pc:spChg chg="del">
          <ac:chgData name="Alexander Simon Thrysøe" userId="3f9b9528-1df8-4235-9262-8bdb6141b1d9" providerId="ADAL" clId="{210BC3D0-6D33-4731-A59B-369807834DD2}" dt="2025-11-17T02:47:50.564" v="4121"/>
          <ac:spMkLst>
            <pc:docMk/>
            <pc:sldMk cId="3118163230" sldId="293"/>
            <ac:spMk id="41" creationId="{5DB83383-A1D1-497F-93F2-2C9A9A701892}"/>
          </ac:spMkLst>
        </pc:spChg>
        <pc:spChg chg="del">
          <ac:chgData name="Alexander Simon Thrysøe" userId="3f9b9528-1df8-4235-9262-8bdb6141b1d9" providerId="ADAL" clId="{210BC3D0-6D33-4731-A59B-369807834DD2}" dt="2025-11-17T02:47:50.564" v="4122"/>
          <ac:spMkLst>
            <pc:docMk/>
            <pc:sldMk cId="3118163230" sldId="293"/>
            <ac:spMk id="42" creationId="{4C1E77F1-039E-4612-8DDA-0A31135F3E80}"/>
          </ac:spMkLst>
        </pc:spChg>
        <pc:spChg chg="del">
          <ac:chgData name="Alexander Simon Thrysøe" userId="3f9b9528-1df8-4235-9262-8bdb6141b1d9" providerId="ADAL" clId="{210BC3D0-6D33-4731-A59B-369807834DD2}" dt="2025-11-17T02:47:50.564" v="4123"/>
          <ac:spMkLst>
            <pc:docMk/>
            <pc:sldMk cId="3118163230" sldId="293"/>
            <ac:spMk id="43" creationId="{47758427-8CA2-4403-9B92-8D0528D80625}"/>
          </ac:spMkLst>
        </pc:spChg>
        <pc:spChg chg="del">
          <ac:chgData name="Alexander Simon Thrysøe" userId="3f9b9528-1df8-4235-9262-8bdb6141b1d9" providerId="ADAL" clId="{210BC3D0-6D33-4731-A59B-369807834DD2}" dt="2025-11-17T02:47:50.564" v="4124"/>
          <ac:spMkLst>
            <pc:docMk/>
            <pc:sldMk cId="3118163230" sldId="293"/>
            <ac:spMk id="44" creationId="{0A85F499-B879-44C4-8785-6DB09338A8E0}"/>
          </ac:spMkLst>
        </pc:spChg>
        <pc:spChg chg="del">
          <ac:chgData name="Alexander Simon Thrysøe" userId="3f9b9528-1df8-4235-9262-8bdb6141b1d9" providerId="ADAL" clId="{210BC3D0-6D33-4731-A59B-369807834DD2}" dt="2025-11-17T02:47:50.564" v="4125"/>
          <ac:spMkLst>
            <pc:docMk/>
            <pc:sldMk cId="3118163230" sldId="293"/>
            <ac:spMk id="45" creationId="{2492052A-8A0E-41AE-B84D-F9C69136E43D}"/>
          </ac:spMkLst>
        </pc:spChg>
        <pc:spChg chg="del">
          <ac:chgData name="Alexander Simon Thrysøe" userId="3f9b9528-1df8-4235-9262-8bdb6141b1d9" providerId="ADAL" clId="{210BC3D0-6D33-4731-A59B-369807834DD2}" dt="2025-11-17T02:47:50.564" v="4126"/>
          <ac:spMkLst>
            <pc:docMk/>
            <pc:sldMk cId="3118163230" sldId="293"/>
            <ac:spMk id="46" creationId="{9350F77C-9799-403A-91C2-83F09A2E91DC}"/>
          </ac:spMkLst>
        </pc:spChg>
        <pc:spChg chg="del">
          <ac:chgData name="Alexander Simon Thrysøe" userId="3f9b9528-1df8-4235-9262-8bdb6141b1d9" providerId="ADAL" clId="{210BC3D0-6D33-4731-A59B-369807834DD2}" dt="2025-11-17T02:47:50.564" v="4127"/>
          <ac:spMkLst>
            <pc:docMk/>
            <pc:sldMk cId="3118163230" sldId="293"/>
            <ac:spMk id="47" creationId="{18D73BA2-2EA5-4068-B30A-F87AB8EAE6DD}"/>
          </ac:spMkLst>
        </pc:spChg>
        <pc:spChg chg="del">
          <ac:chgData name="Alexander Simon Thrysøe" userId="3f9b9528-1df8-4235-9262-8bdb6141b1d9" providerId="ADAL" clId="{210BC3D0-6D33-4731-A59B-369807834DD2}" dt="2025-11-17T02:47:50.564" v="4128"/>
          <ac:spMkLst>
            <pc:docMk/>
            <pc:sldMk cId="3118163230" sldId="293"/>
            <ac:spMk id="48" creationId="{11529211-6554-4866-B490-2A414760D787}"/>
          </ac:spMkLst>
        </pc:spChg>
        <pc:spChg chg="del">
          <ac:chgData name="Alexander Simon Thrysøe" userId="3f9b9528-1df8-4235-9262-8bdb6141b1d9" providerId="ADAL" clId="{210BC3D0-6D33-4731-A59B-369807834DD2}" dt="2025-11-17T02:47:50.564" v="4129"/>
          <ac:spMkLst>
            <pc:docMk/>
            <pc:sldMk cId="3118163230" sldId="293"/>
            <ac:spMk id="49" creationId="{497C9E66-7B8C-4F13-AD08-04C7C99C5FB1}"/>
          </ac:spMkLst>
        </pc:spChg>
        <pc:spChg chg="del">
          <ac:chgData name="Alexander Simon Thrysøe" userId="3f9b9528-1df8-4235-9262-8bdb6141b1d9" providerId="ADAL" clId="{210BC3D0-6D33-4731-A59B-369807834DD2}" dt="2025-11-17T02:47:50.564" v="4130"/>
          <ac:spMkLst>
            <pc:docMk/>
            <pc:sldMk cId="3118163230" sldId="293"/>
            <ac:spMk id="50" creationId="{8C206F0D-6947-4C9B-816C-B9BA679BD974}"/>
          </ac:spMkLst>
        </pc:spChg>
        <pc:spChg chg="del">
          <ac:chgData name="Alexander Simon Thrysøe" userId="3f9b9528-1df8-4235-9262-8bdb6141b1d9" providerId="ADAL" clId="{210BC3D0-6D33-4731-A59B-369807834DD2}" dt="2025-11-17T02:47:50.564" v="4131"/>
          <ac:spMkLst>
            <pc:docMk/>
            <pc:sldMk cId="3118163230" sldId="293"/>
            <ac:spMk id="51" creationId="{2BECC58F-2A56-4153-BAE6-F5A1395B82C6}"/>
          </ac:spMkLst>
        </pc:spChg>
        <pc:spChg chg="del">
          <ac:chgData name="Alexander Simon Thrysøe" userId="3f9b9528-1df8-4235-9262-8bdb6141b1d9" providerId="ADAL" clId="{210BC3D0-6D33-4731-A59B-369807834DD2}" dt="2025-11-17T02:47:50.564" v="4132"/>
          <ac:spMkLst>
            <pc:docMk/>
            <pc:sldMk cId="3118163230" sldId="293"/>
            <ac:spMk id="52" creationId="{AD188CC5-223E-4EA6-BDFE-0C3DA85F11DC}"/>
          </ac:spMkLst>
        </pc:spChg>
        <pc:spChg chg="del">
          <ac:chgData name="Alexander Simon Thrysøe" userId="3f9b9528-1df8-4235-9262-8bdb6141b1d9" providerId="ADAL" clId="{210BC3D0-6D33-4731-A59B-369807834DD2}" dt="2025-11-17T02:47:50.564" v="4133"/>
          <ac:spMkLst>
            <pc:docMk/>
            <pc:sldMk cId="3118163230" sldId="293"/>
            <ac:spMk id="53" creationId="{65E668D5-0980-4AB8-B66B-A8AAC4141164}"/>
          </ac:spMkLst>
        </pc:spChg>
        <pc:spChg chg="del">
          <ac:chgData name="Alexander Simon Thrysøe" userId="3f9b9528-1df8-4235-9262-8bdb6141b1d9" providerId="ADAL" clId="{210BC3D0-6D33-4731-A59B-369807834DD2}" dt="2025-11-17T02:47:50.564" v="4134"/>
          <ac:spMkLst>
            <pc:docMk/>
            <pc:sldMk cId="3118163230" sldId="293"/>
            <ac:spMk id="54" creationId="{AB137206-A537-4BBB-BCE5-CF564097750D}"/>
          </ac:spMkLst>
        </pc:spChg>
        <pc:spChg chg="del">
          <ac:chgData name="Alexander Simon Thrysøe" userId="3f9b9528-1df8-4235-9262-8bdb6141b1d9" providerId="ADAL" clId="{210BC3D0-6D33-4731-A59B-369807834DD2}" dt="2025-11-17T02:47:50.564" v="4135"/>
          <ac:spMkLst>
            <pc:docMk/>
            <pc:sldMk cId="3118163230" sldId="293"/>
            <ac:spMk id="55" creationId="{14FF7C27-FDB9-4988-902C-EFDBB1AF5EB5}"/>
          </ac:spMkLst>
        </pc:spChg>
        <pc:spChg chg="del">
          <ac:chgData name="Alexander Simon Thrysøe" userId="3f9b9528-1df8-4235-9262-8bdb6141b1d9" providerId="ADAL" clId="{210BC3D0-6D33-4731-A59B-369807834DD2}" dt="2025-11-17T02:47:50.564" v="4136"/>
          <ac:spMkLst>
            <pc:docMk/>
            <pc:sldMk cId="3118163230" sldId="293"/>
            <ac:spMk id="56" creationId="{42F0B69F-997B-4655-AB92-C76F18414CEA}"/>
          </ac:spMkLst>
        </pc:spChg>
        <pc:spChg chg="del">
          <ac:chgData name="Alexander Simon Thrysøe" userId="3f9b9528-1df8-4235-9262-8bdb6141b1d9" providerId="ADAL" clId="{210BC3D0-6D33-4731-A59B-369807834DD2}" dt="2025-11-17T02:47:50.564" v="4137"/>
          <ac:spMkLst>
            <pc:docMk/>
            <pc:sldMk cId="3118163230" sldId="293"/>
            <ac:spMk id="57" creationId="{DEB276FD-63AA-4DDF-83C0-F7E3ECE53A75}"/>
          </ac:spMkLst>
        </pc:spChg>
        <pc:spChg chg="del">
          <ac:chgData name="Alexander Simon Thrysøe" userId="3f9b9528-1df8-4235-9262-8bdb6141b1d9" providerId="ADAL" clId="{210BC3D0-6D33-4731-A59B-369807834DD2}" dt="2025-11-17T02:47:50.564" v="4138"/>
          <ac:spMkLst>
            <pc:docMk/>
            <pc:sldMk cId="3118163230" sldId="293"/>
            <ac:spMk id="58" creationId="{9F12B70A-3F3B-4E19-B4C1-26FF04E379CB}"/>
          </ac:spMkLst>
        </pc:spChg>
        <pc:spChg chg="del">
          <ac:chgData name="Alexander Simon Thrysøe" userId="3f9b9528-1df8-4235-9262-8bdb6141b1d9" providerId="ADAL" clId="{210BC3D0-6D33-4731-A59B-369807834DD2}" dt="2025-11-17T02:47:50.564" v="4139"/>
          <ac:spMkLst>
            <pc:docMk/>
            <pc:sldMk cId="3118163230" sldId="293"/>
            <ac:spMk id="59" creationId="{1177408C-5337-45C6-AECF-127EE0487698}"/>
          </ac:spMkLst>
        </pc:spChg>
        <pc:spChg chg="del">
          <ac:chgData name="Alexander Simon Thrysøe" userId="3f9b9528-1df8-4235-9262-8bdb6141b1d9" providerId="ADAL" clId="{210BC3D0-6D33-4731-A59B-369807834DD2}" dt="2025-11-17T02:47:50.564" v="4140"/>
          <ac:spMkLst>
            <pc:docMk/>
            <pc:sldMk cId="3118163230" sldId="293"/>
            <ac:spMk id="60" creationId="{E8A2ECDD-244B-403C-BDF7-A1A05B66FB96}"/>
          </ac:spMkLst>
        </pc:spChg>
        <pc:spChg chg="del">
          <ac:chgData name="Alexander Simon Thrysøe" userId="3f9b9528-1df8-4235-9262-8bdb6141b1d9" providerId="ADAL" clId="{210BC3D0-6D33-4731-A59B-369807834DD2}" dt="2025-11-17T02:47:50.564" v="4141"/>
          <ac:spMkLst>
            <pc:docMk/>
            <pc:sldMk cId="3118163230" sldId="293"/>
            <ac:spMk id="61" creationId="{1960BF2B-0173-45B5-9551-21C288853676}"/>
          </ac:spMkLst>
        </pc:spChg>
        <pc:spChg chg="del">
          <ac:chgData name="Alexander Simon Thrysøe" userId="3f9b9528-1df8-4235-9262-8bdb6141b1d9" providerId="ADAL" clId="{210BC3D0-6D33-4731-A59B-369807834DD2}" dt="2025-11-17T02:47:50.564" v="4142"/>
          <ac:spMkLst>
            <pc:docMk/>
            <pc:sldMk cId="3118163230" sldId="293"/>
            <ac:spMk id="62" creationId="{0FF1AADE-7036-41CA-8987-6B488D106D8D}"/>
          </ac:spMkLst>
        </pc:spChg>
        <pc:spChg chg="del">
          <ac:chgData name="Alexander Simon Thrysøe" userId="3f9b9528-1df8-4235-9262-8bdb6141b1d9" providerId="ADAL" clId="{210BC3D0-6D33-4731-A59B-369807834DD2}" dt="2025-11-17T02:47:50.564" v="4143"/>
          <ac:spMkLst>
            <pc:docMk/>
            <pc:sldMk cId="3118163230" sldId="293"/>
            <ac:spMk id="63" creationId="{FFE2D09C-1B7B-4CD4-90FB-0D8871CC14EE}"/>
          </ac:spMkLst>
        </pc:spChg>
        <pc:spChg chg="del">
          <ac:chgData name="Alexander Simon Thrysøe" userId="3f9b9528-1df8-4235-9262-8bdb6141b1d9" providerId="ADAL" clId="{210BC3D0-6D33-4731-A59B-369807834DD2}" dt="2025-11-17T02:47:50.580" v="4144"/>
          <ac:spMkLst>
            <pc:docMk/>
            <pc:sldMk cId="3118163230" sldId="293"/>
            <ac:spMk id="64" creationId="{93D9DDEE-46D0-4F30-B7BD-63698977C2DB}"/>
          </ac:spMkLst>
        </pc:spChg>
        <pc:spChg chg="del">
          <ac:chgData name="Alexander Simon Thrysøe" userId="3f9b9528-1df8-4235-9262-8bdb6141b1d9" providerId="ADAL" clId="{210BC3D0-6D33-4731-A59B-369807834DD2}" dt="2025-11-17T02:47:50.580" v="4145"/>
          <ac:spMkLst>
            <pc:docMk/>
            <pc:sldMk cId="3118163230" sldId="293"/>
            <ac:spMk id="65" creationId="{D4F250E2-E1C0-43A1-826A-C2AADA4DE611}"/>
          </ac:spMkLst>
        </pc:spChg>
        <pc:spChg chg="del">
          <ac:chgData name="Alexander Simon Thrysøe" userId="3f9b9528-1df8-4235-9262-8bdb6141b1d9" providerId="ADAL" clId="{210BC3D0-6D33-4731-A59B-369807834DD2}" dt="2025-11-17T02:47:50.580" v="4146"/>
          <ac:spMkLst>
            <pc:docMk/>
            <pc:sldMk cId="3118163230" sldId="293"/>
            <ac:spMk id="66" creationId="{62B831DE-058C-4351-8EE5-278E6E73DA6E}"/>
          </ac:spMkLst>
        </pc:spChg>
        <pc:spChg chg="del">
          <ac:chgData name="Alexander Simon Thrysøe" userId="3f9b9528-1df8-4235-9262-8bdb6141b1d9" providerId="ADAL" clId="{210BC3D0-6D33-4731-A59B-369807834DD2}" dt="2025-11-17T02:47:50.580" v="4147"/>
          <ac:spMkLst>
            <pc:docMk/>
            <pc:sldMk cId="3118163230" sldId="293"/>
            <ac:spMk id="67" creationId="{C9979BFA-0646-4B99-BBB3-1E84E622B172}"/>
          </ac:spMkLst>
        </pc:spChg>
        <pc:spChg chg="del">
          <ac:chgData name="Alexander Simon Thrysøe" userId="3f9b9528-1df8-4235-9262-8bdb6141b1d9" providerId="ADAL" clId="{210BC3D0-6D33-4731-A59B-369807834DD2}" dt="2025-11-17T02:47:50.580" v="4148"/>
          <ac:spMkLst>
            <pc:docMk/>
            <pc:sldMk cId="3118163230" sldId="293"/>
            <ac:spMk id="68" creationId="{77E86318-1738-43F4-AD33-8EF310A5F8AF}"/>
          </ac:spMkLst>
        </pc:spChg>
        <pc:spChg chg="del">
          <ac:chgData name="Alexander Simon Thrysøe" userId="3f9b9528-1df8-4235-9262-8bdb6141b1d9" providerId="ADAL" clId="{210BC3D0-6D33-4731-A59B-369807834DD2}" dt="2025-11-17T02:47:50.580" v="4149"/>
          <ac:spMkLst>
            <pc:docMk/>
            <pc:sldMk cId="3118163230" sldId="293"/>
            <ac:spMk id="69" creationId="{CA721543-1D4E-43EA-8D41-D8FB5E1A59C2}"/>
          </ac:spMkLst>
        </pc:spChg>
        <pc:spChg chg="del">
          <ac:chgData name="Alexander Simon Thrysøe" userId="3f9b9528-1df8-4235-9262-8bdb6141b1d9" providerId="ADAL" clId="{210BC3D0-6D33-4731-A59B-369807834DD2}" dt="2025-11-17T02:47:50.580" v="4150"/>
          <ac:spMkLst>
            <pc:docMk/>
            <pc:sldMk cId="3118163230" sldId="293"/>
            <ac:spMk id="70" creationId="{A5C8C790-84B8-4773-B873-B8A2C9E548A2}"/>
          </ac:spMkLst>
        </pc:spChg>
        <pc:spChg chg="del">
          <ac:chgData name="Alexander Simon Thrysøe" userId="3f9b9528-1df8-4235-9262-8bdb6141b1d9" providerId="ADAL" clId="{210BC3D0-6D33-4731-A59B-369807834DD2}" dt="2025-11-17T02:47:50.580" v="4151"/>
          <ac:spMkLst>
            <pc:docMk/>
            <pc:sldMk cId="3118163230" sldId="293"/>
            <ac:spMk id="71" creationId="{9070DDA9-6F72-4568-B97B-372D9DB0DE70}"/>
          </ac:spMkLst>
        </pc:spChg>
        <pc:spChg chg="del">
          <ac:chgData name="Alexander Simon Thrysøe" userId="3f9b9528-1df8-4235-9262-8bdb6141b1d9" providerId="ADAL" clId="{210BC3D0-6D33-4731-A59B-369807834DD2}" dt="2025-11-17T02:47:50.580" v="4152"/>
          <ac:spMkLst>
            <pc:docMk/>
            <pc:sldMk cId="3118163230" sldId="293"/>
            <ac:spMk id="72" creationId="{AFE31724-E0CE-43B9-AC40-86135E0AD87D}"/>
          </ac:spMkLst>
        </pc:spChg>
        <pc:spChg chg="add mod">
          <ac:chgData name="Alexander Simon Thrysøe" userId="3f9b9528-1df8-4235-9262-8bdb6141b1d9" providerId="ADAL" clId="{210BC3D0-6D33-4731-A59B-369807834DD2}" dt="2025-11-17T02:54:07.536" v="4307"/>
          <ac:spMkLst>
            <pc:docMk/>
            <pc:sldMk cId="3118163230" sldId="293"/>
            <ac:spMk id="73" creationId="{892487AB-9E28-FC0B-BECF-B6D6B680869D}"/>
          </ac:spMkLst>
        </pc:spChg>
        <pc:spChg chg="add mod">
          <ac:chgData name="Alexander Simon Thrysøe" userId="3f9b9528-1df8-4235-9262-8bdb6141b1d9" providerId="ADAL" clId="{210BC3D0-6D33-4731-A59B-369807834DD2}" dt="2025-11-17T02:55:38.980" v="4361"/>
          <ac:spMkLst>
            <pc:docMk/>
            <pc:sldMk cId="3118163230" sldId="293"/>
            <ac:spMk id="74" creationId="{AFA35A7E-57BA-73A0-3991-7F4E00FD7D09}"/>
          </ac:spMkLst>
        </pc:spChg>
      </pc:sldChg>
      <pc:sldChg chg="addSp modSp mod">
        <pc:chgData name="Alexander Simon Thrysøe" userId="3f9b9528-1df8-4235-9262-8bdb6141b1d9" providerId="ADAL" clId="{210BC3D0-6D33-4731-A59B-369807834DD2}" dt="2025-11-17T02:55:51.748" v="4367"/>
        <pc:sldMkLst>
          <pc:docMk/>
          <pc:sldMk cId="3095389649" sldId="294"/>
        </pc:sldMkLst>
        <pc:spChg chg="mod">
          <ac:chgData name="Alexander Simon Thrysøe" userId="3f9b9528-1df8-4235-9262-8bdb6141b1d9" providerId="ADAL" clId="{210BC3D0-6D33-4731-A59B-369807834DD2}" dt="2025-11-17T02:47:51.045" v="4176"/>
          <ac:spMkLst>
            <pc:docMk/>
            <pc:sldMk cId="3095389649" sldId="294"/>
            <ac:spMk id="6" creationId="{48634F29-DF1A-4B1F-BBE1-4A5CFF2D84E7}"/>
          </ac:spMkLst>
        </pc:spChg>
        <pc:spChg chg="mod">
          <ac:chgData name="Alexander Simon Thrysøe" userId="3f9b9528-1df8-4235-9262-8bdb6141b1d9" providerId="ADAL" clId="{210BC3D0-6D33-4731-A59B-369807834DD2}" dt="2025-11-17T02:47:51.030" v="4174"/>
          <ac:spMkLst>
            <pc:docMk/>
            <pc:sldMk cId="3095389649" sldId="294"/>
            <ac:spMk id="7" creationId="{F1F8EEBD-31FD-4D20-8D85-26E8DFBF0278}"/>
          </ac:spMkLst>
        </pc:spChg>
        <pc:spChg chg="mod">
          <ac:chgData name="Alexander Simon Thrysøe" userId="3f9b9528-1df8-4235-9262-8bdb6141b1d9" providerId="ADAL" clId="{210BC3D0-6D33-4731-A59B-369807834DD2}" dt="2025-11-17T02:47:50.384" v="4079"/>
          <ac:spMkLst>
            <pc:docMk/>
            <pc:sldMk cId="3095389649" sldId="294"/>
            <ac:spMk id="11" creationId="{667E8CF8-D250-4D39-A9DE-FBFE09FC44B0}"/>
          </ac:spMkLst>
        </pc:spChg>
        <pc:spChg chg="add mod">
          <ac:chgData name="Alexander Simon Thrysøe" userId="3f9b9528-1df8-4235-9262-8bdb6141b1d9" providerId="ADAL" clId="{210BC3D0-6D33-4731-A59B-369807834DD2}" dt="2025-11-17T02:53:53.848" v="4301"/>
          <ac:spMkLst>
            <pc:docMk/>
            <pc:sldMk cId="3095389649" sldId="294"/>
            <ac:spMk id="12" creationId="{C2E648D7-0A0B-652C-AA81-A0B22E6417DB}"/>
          </ac:spMkLst>
        </pc:spChg>
        <pc:spChg chg="add mod">
          <ac:chgData name="Alexander Simon Thrysøe" userId="3f9b9528-1df8-4235-9262-8bdb6141b1d9" providerId="ADAL" clId="{210BC3D0-6D33-4731-A59B-369807834DD2}" dt="2025-11-17T02:55:51.748" v="4367"/>
          <ac:spMkLst>
            <pc:docMk/>
            <pc:sldMk cId="3095389649" sldId="294"/>
            <ac:spMk id="14" creationId="{5E82DE39-3412-5297-F5C1-E93AD33DA996}"/>
          </ac:spMkLst>
        </pc:spChg>
        <pc:spChg chg="mod">
          <ac:chgData name="Alexander Simon Thrysøe" userId="3f9b9528-1df8-4235-9262-8bdb6141b1d9" providerId="ADAL" clId="{210BC3D0-6D33-4731-A59B-369807834DD2}" dt="2025-11-17T02:47:51.015" v="4169"/>
          <ac:spMkLst>
            <pc:docMk/>
            <pc:sldMk cId="3095389649" sldId="294"/>
            <ac:spMk id="20" creationId="{33940883-DE50-4DE4-86D9-FD3EE3A51FB0}"/>
          </ac:spMkLst>
        </pc:spChg>
        <pc:spChg chg="mod">
          <ac:chgData name="Alexander Simon Thrysøe" userId="3f9b9528-1df8-4235-9262-8bdb6141b1d9" providerId="ADAL" clId="{210BC3D0-6D33-4731-A59B-369807834DD2}" dt="2025-11-17T02:47:50.949" v="4165"/>
          <ac:spMkLst>
            <pc:docMk/>
            <pc:sldMk cId="3095389649" sldId="294"/>
            <ac:spMk id="22" creationId="{7EE4894A-B91D-4E8E-8D00-36C89A0E977C}"/>
          </ac:spMkLst>
        </pc:spChg>
        <pc:spChg chg="mod">
          <ac:chgData name="Alexander Simon Thrysøe" userId="3f9b9528-1df8-4235-9262-8bdb6141b1d9" providerId="ADAL" clId="{210BC3D0-6D33-4731-A59B-369807834DD2}" dt="2025-11-17T02:47:51.017" v="4170"/>
          <ac:spMkLst>
            <pc:docMk/>
            <pc:sldMk cId="3095389649" sldId="294"/>
            <ac:spMk id="23" creationId="{A5FEC951-6B4E-4513-9A6E-47B972B0CE20}"/>
          </ac:spMkLst>
        </pc:spChg>
        <pc:spChg chg="mod">
          <ac:chgData name="Alexander Simon Thrysøe" userId="3f9b9528-1df8-4235-9262-8bdb6141b1d9" providerId="ADAL" clId="{210BC3D0-6D33-4731-A59B-369807834DD2}" dt="2025-11-17T02:47:50.949" v="4166"/>
          <ac:spMkLst>
            <pc:docMk/>
            <pc:sldMk cId="3095389649" sldId="294"/>
            <ac:spMk id="25" creationId="{35E66EC3-DEFD-4E2A-87C1-F9ED2B565E32}"/>
          </ac:spMkLst>
        </pc:spChg>
        <pc:spChg chg="mod">
          <ac:chgData name="Alexander Simon Thrysøe" userId="3f9b9528-1df8-4235-9262-8bdb6141b1d9" providerId="ADAL" clId="{210BC3D0-6D33-4731-A59B-369807834DD2}" dt="2025-11-17T02:47:51.017" v="4171"/>
          <ac:spMkLst>
            <pc:docMk/>
            <pc:sldMk cId="3095389649" sldId="294"/>
            <ac:spMk id="26" creationId="{72892BF5-A14F-4744-A9EB-EE55E3A54624}"/>
          </ac:spMkLst>
        </pc:spChg>
        <pc:spChg chg="mod">
          <ac:chgData name="Alexander Simon Thrysøe" userId="3f9b9528-1df8-4235-9262-8bdb6141b1d9" providerId="ADAL" clId="{210BC3D0-6D33-4731-A59B-369807834DD2}" dt="2025-11-17T02:47:50.949" v="4167"/>
          <ac:spMkLst>
            <pc:docMk/>
            <pc:sldMk cId="3095389649" sldId="294"/>
            <ac:spMk id="28" creationId="{68248A9B-8CAE-4997-9758-315FD07EEDFF}"/>
          </ac:spMkLst>
        </pc:spChg>
        <pc:spChg chg="mod">
          <ac:chgData name="Alexander Simon Thrysøe" userId="3f9b9528-1df8-4235-9262-8bdb6141b1d9" providerId="ADAL" clId="{210BC3D0-6D33-4731-A59B-369807834DD2}" dt="2025-11-17T02:47:51.019" v="4172"/>
          <ac:spMkLst>
            <pc:docMk/>
            <pc:sldMk cId="3095389649" sldId="294"/>
            <ac:spMk id="29" creationId="{82DE4FF6-8C2C-48A0-B338-FE25D223BFBF}"/>
          </ac:spMkLst>
        </pc:spChg>
        <pc:spChg chg="mod">
          <ac:chgData name="Alexander Simon Thrysøe" userId="3f9b9528-1df8-4235-9262-8bdb6141b1d9" providerId="ADAL" clId="{210BC3D0-6D33-4731-A59B-369807834DD2}" dt="2025-11-17T02:47:50.951" v="4168"/>
          <ac:spMkLst>
            <pc:docMk/>
            <pc:sldMk cId="3095389649" sldId="294"/>
            <ac:spMk id="31" creationId="{A18B2192-C208-46BB-895D-A942EFDCE8A5}"/>
          </ac:spMkLst>
        </pc:spChg>
      </pc:sldChg>
      <pc:sldChg chg="addSp modSp mod">
        <pc:chgData name="Alexander Simon Thrysøe" userId="3f9b9528-1df8-4235-9262-8bdb6141b1d9" providerId="ADAL" clId="{210BC3D0-6D33-4731-A59B-369807834DD2}" dt="2025-11-17T02:56:03.410" v="4368"/>
        <pc:sldMkLst>
          <pc:docMk/>
          <pc:sldMk cId="3093841814" sldId="295"/>
        </pc:sldMkLst>
        <pc:spChg chg="mod">
          <ac:chgData name="Alexander Simon Thrysøe" userId="3f9b9528-1df8-4235-9262-8bdb6141b1d9" providerId="ADAL" clId="{210BC3D0-6D33-4731-A59B-369807834DD2}" dt="2025-11-17T02:47:51.276" v="4196"/>
          <ac:spMkLst>
            <pc:docMk/>
            <pc:sldMk cId="3093841814" sldId="295"/>
            <ac:spMk id="5" creationId="{116FCF1C-943E-4A4D-A6FC-C2F6514802E5}"/>
          </ac:spMkLst>
        </pc:spChg>
        <pc:spChg chg="mod">
          <ac:chgData name="Alexander Simon Thrysøe" userId="3f9b9528-1df8-4235-9262-8bdb6141b1d9" providerId="ADAL" clId="{210BC3D0-6D33-4731-A59B-369807834DD2}" dt="2025-11-17T02:47:51.260" v="4194"/>
          <ac:spMkLst>
            <pc:docMk/>
            <pc:sldMk cId="3093841814" sldId="295"/>
            <ac:spMk id="6" creationId="{185258C8-A75D-4C0A-AE75-47C491D5DCD0}"/>
          </ac:spMkLst>
        </pc:spChg>
        <pc:spChg chg="mod">
          <ac:chgData name="Alexander Simon Thrysøe" userId="3f9b9528-1df8-4235-9262-8bdb6141b1d9" providerId="ADAL" clId="{210BC3D0-6D33-4731-A59B-369807834DD2}" dt="2025-11-17T02:47:50.288" v="4051"/>
          <ac:spMkLst>
            <pc:docMk/>
            <pc:sldMk cId="3093841814" sldId="295"/>
            <ac:spMk id="9" creationId="{ED99EF53-8D4B-4FE6-8555-C6C8C8594201}"/>
          </ac:spMkLst>
        </pc:spChg>
        <pc:spChg chg="mod">
          <ac:chgData name="Alexander Simon Thrysøe" userId="3f9b9528-1df8-4235-9262-8bdb6141b1d9" providerId="ADAL" clId="{210BC3D0-6D33-4731-A59B-369807834DD2}" dt="2025-11-17T02:47:50.400" v="4081"/>
          <ac:spMkLst>
            <pc:docMk/>
            <pc:sldMk cId="3093841814" sldId="295"/>
            <ac:spMk id="11" creationId="{3280168E-0F6B-4504-8B01-6B1385AC1606}"/>
          </ac:spMkLst>
        </pc:spChg>
        <pc:spChg chg="mod">
          <ac:chgData name="Alexander Simon Thrysøe" userId="3f9b9528-1df8-4235-9262-8bdb6141b1d9" providerId="ADAL" clId="{210BC3D0-6D33-4731-A59B-369807834DD2}" dt="2025-11-17T02:47:51.149" v="4181"/>
          <ac:spMkLst>
            <pc:docMk/>
            <pc:sldMk cId="3093841814" sldId="295"/>
            <ac:spMk id="13" creationId="{DF7C52CF-2082-4E37-81D3-6EFB920D8595}"/>
          </ac:spMkLst>
        </pc:spChg>
        <pc:spChg chg="mod">
          <ac:chgData name="Alexander Simon Thrysøe" userId="3f9b9528-1df8-4235-9262-8bdb6141b1d9" providerId="ADAL" clId="{210BC3D0-6D33-4731-A59B-369807834DD2}" dt="2025-11-17T02:47:51.133" v="4177"/>
          <ac:spMkLst>
            <pc:docMk/>
            <pc:sldMk cId="3093841814" sldId="295"/>
            <ac:spMk id="15" creationId="{C86F1F5A-B8A0-49C3-A332-2AB9EA58CB99}"/>
          </ac:spMkLst>
        </pc:spChg>
        <pc:spChg chg="mod">
          <ac:chgData name="Alexander Simon Thrysøe" userId="3f9b9528-1df8-4235-9262-8bdb6141b1d9" providerId="ADAL" clId="{210BC3D0-6D33-4731-A59B-369807834DD2}" dt="2025-11-17T02:47:51.149" v="4182"/>
          <ac:spMkLst>
            <pc:docMk/>
            <pc:sldMk cId="3093841814" sldId="295"/>
            <ac:spMk id="17" creationId="{3925F2DE-9643-43B9-A770-8E3D86F71E83}"/>
          </ac:spMkLst>
        </pc:spChg>
        <pc:spChg chg="mod">
          <ac:chgData name="Alexander Simon Thrysøe" userId="3f9b9528-1df8-4235-9262-8bdb6141b1d9" providerId="ADAL" clId="{210BC3D0-6D33-4731-A59B-369807834DD2}" dt="2025-11-17T02:47:51.133" v="4178"/>
          <ac:spMkLst>
            <pc:docMk/>
            <pc:sldMk cId="3093841814" sldId="295"/>
            <ac:spMk id="19" creationId="{F9536534-470C-4324-8693-2FCC8E438214}"/>
          </ac:spMkLst>
        </pc:spChg>
        <pc:spChg chg="mod">
          <ac:chgData name="Alexander Simon Thrysøe" userId="3f9b9528-1df8-4235-9262-8bdb6141b1d9" providerId="ADAL" clId="{210BC3D0-6D33-4731-A59B-369807834DD2}" dt="2025-11-17T02:47:51.149" v="4183"/>
          <ac:spMkLst>
            <pc:docMk/>
            <pc:sldMk cId="3093841814" sldId="295"/>
            <ac:spMk id="21" creationId="{78821126-1720-496F-B67F-04E04A26AAF6}"/>
          </ac:spMkLst>
        </pc:spChg>
        <pc:spChg chg="mod">
          <ac:chgData name="Alexander Simon Thrysøe" userId="3f9b9528-1df8-4235-9262-8bdb6141b1d9" providerId="ADAL" clId="{210BC3D0-6D33-4731-A59B-369807834DD2}" dt="2025-11-17T02:47:51.133" v="4179"/>
          <ac:spMkLst>
            <pc:docMk/>
            <pc:sldMk cId="3093841814" sldId="295"/>
            <ac:spMk id="23" creationId="{B1BC87CF-93B7-4584-AF85-302B31576B7C}"/>
          </ac:spMkLst>
        </pc:spChg>
        <pc:spChg chg="mod">
          <ac:chgData name="Alexander Simon Thrysøe" userId="3f9b9528-1df8-4235-9262-8bdb6141b1d9" providerId="ADAL" clId="{210BC3D0-6D33-4731-A59B-369807834DD2}" dt="2025-11-17T02:47:51.149" v="4184"/>
          <ac:spMkLst>
            <pc:docMk/>
            <pc:sldMk cId="3093841814" sldId="295"/>
            <ac:spMk id="25" creationId="{47D6D819-E423-47BF-8D92-46770AE0E3DD}"/>
          </ac:spMkLst>
        </pc:spChg>
        <pc:spChg chg="mod">
          <ac:chgData name="Alexander Simon Thrysøe" userId="3f9b9528-1df8-4235-9262-8bdb6141b1d9" providerId="ADAL" clId="{210BC3D0-6D33-4731-A59B-369807834DD2}" dt="2025-11-17T02:47:51.133" v="4180"/>
          <ac:spMkLst>
            <pc:docMk/>
            <pc:sldMk cId="3093841814" sldId="295"/>
            <ac:spMk id="27" creationId="{6301E51A-E60A-44FC-9188-96CBDD4679BE}"/>
          </ac:spMkLst>
        </pc:spChg>
        <pc:spChg chg="add mod">
          <ac:chgData name="Alexander Simon Thrysøe" userId="3f9b9528-1df8-4235-9262-8bdb6141b1d9" providerId="ADAL" clId="{210BC3D0-6D33-4731-A59B-369807834DD2}" dt="2025-11-17T02:53:09.548" v="4280"/>
          <ac:spMkLst>
            <pc:docMk/>
            <pc:sldMk cId="3093841814" sldId="295"/>
            <ac:spMk id="28" creationId="{821B033C-00B3-5AD2-8C71-9052361743D4}"/>
          </ac:spMkLst>
        </pc:spChg>
        <pc:spChg chg="add mod">
          <ac:chgData name="Alexander Simon Thrysøe" userId="3f9b9528-1df8-4235-9262-8bdb6141b1d9" providerId="ADAL" clId="{210BC3D0-6D33-4731-A59B-369807834DD2}" dt="2025-11-17T02:56:03.410" v="4368"/>
          <ac:spMkLst>
            <pc:docMk/>
            <pc:sldMk cId="3093841814" sldId="295"/>
            <ac:spMk id="29" creationId="{65353FD8-432C-F7F5-B71E-4ECADA6A513A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6:05.361" v="4369"/>
        <pc:sldMkLst>
          <pc:docMk/>
          <pc:sldMk cId="1449380859" sldId="296"/>
        </pc:sldMkLst>
        <pc:spChg chg="mod">
          <ac:chgData name="Alexander Simon Thrysøe" userId="3f9b9528-1df8-4235-9262-8bdb6141b1d9" providerId="ADAL" clId="{210BC3D0-6D33-4731-A59B-369807834DD2}" dt="2025-11-17T02:47:51.276" v="4197"/>
          <ac:spMkLst>
            <pc:docMk/>
            <pc:sldMk cId="1449380859" sldId="296"/>
            <ac:spMk id="5" creationId="{777F0417-9AAC-4D6C-B6E7-B88A1F959487}"/>
          </ac:spMkLst>
        </pc:spChg>
        <pc:spChg chg="mod">
          <ac:chgData name="Alexander Simon Thrysøe" userId="3f9b9528-1df8-4235-9262-8bdb6141b1d9" providerId="ADAL" clId="{210BC3D0-6D33-4731-A59B-369807834DD2}" dt="2025-11-17T02:47:51.260" v="4195"/>
          <ac:spMkLst>
            <pc:docMk/>
            <pc:sldMk cId="1449380859" sldId="296"/>
            <ac:spMk id="6" creationId="{258E70E9-597E-4564-AFCD-D8D8B15BE4E2}"/>
          </ac:spMkLst>
        </pc:spChg>
        <pc:spChg chg="mod">
          <ac:chgData name="Alexander Simon Thrysøe" userId="3f9b9528-1df8-4235-9262-8bdb6141b1d9" providerId="ADAL" clId="{210BC3D0-6D33-4731-A59B-369807834DD2}" dt="2025-11-17T02:47:50.400" v="4083"/>
          <ac:spMkLst>
            <pc:docMk/>
            <pc:sldMk cId="1449380859" sldId="296"/>
            <ac:spMk id="10" creationId="{2442C6FE-7182-4DE8-B803-00A1D697D7CB}"/>
          </ac:spMkLst>
        </pc:spChg>
        <pc:spChg chg="mod">
          <ac:chgData name="Alexander Simon Thrysøe" userId="3f9b9528-1df8-4235-9262-8bdb6141b1d9" providerId="ADAL" clId="{210BC3D0-6D33-4731-A59B-369807834DD2}" dt="2025-11-17T02:47:51.244" v="4190"/>
          <ac:spMkLst>
            <pc:docMk/>
            <pc:sldMk cId="1449380859" sldId="296"/>
            <ac:spMk id="12" creationId="{3AD5E63F-0E35-42F8-BEA7-7CE914538DE1}"/>
          </ac:spMkLst>
        </pc:spChg>
        <pc:spChg chg="mod">
          <ac:chgData name="Alexander Simon Thrysøe" userId="3f9b9528-1df8-4235-9262-8bdb6141b1d9" providerId="ADAL" clId="{210BC3D0-6D33-4731-A59B-369807834DD2}" dt="2025-11-17T02:47:51.165" v="4185"/>
          <ac:spMkLst>
            <pc:docMk/>
            <pc:sldMk cId="1449380859" sldId="296"/>
            <ac:spMk id="14" creationId="{086A9122-D50D-41E4-A563-5868029A6839}"/>
          </ac:spMkLst>
        </pc:spChg>
        <pc:spChg chg="mod">
          <ac:chgData name="Alexander Simon Thrysøe" userId="3f9b9528-1df8-4235-9262-8bdb6141b1d9" providerId="ADAL" clId="{210BC3D0-6D33-4731-A59B-369807834DD2}" dt="2025-11-17T02:47:51.244" v="4191"/>
          <ac:spMkLst>
            <pc:docMk/>
            <pc:sldMk cId="1449380859" sldId="296"/>
            <ac:spMk id="16" creationId="{9F2F7927-164B-447F-9F38-B2A4B05AEF08}"/>
          </ac:spMkLst>
        </pc:spChg>
        <pc:spChg chg="mod">
          <ac:chgData name="Alexander Simon Thrysøe" userId="3f9b9528-1df8-4235-9262-8bdb6141b1d9" providerId="ADAL" clId="{210BC3D0-6D33-4731-A59B-369807834DD2}" dt="2025-11-17T02:47:51.165" v="4186"/>
          <ac:spMkLst>
            <pc:docMk/>
            <pc:sldMk cId="1449380859" sldId="296"/>
            <ac:spMk id="18" creationId="{AACA80CF-1597-48A4-B438-4F8BDF63D369}"/>
          </ac:spMkLst>
        </pc:spChg>
        <pc:spChg chg="mod">
          <ac:chgData name="Alexander Simon Thrysøe" userId="3f9b9528-1df8-4235-9262-8bdb6141b1d9" providerId="ADAL" clId="{210BC3D0-6D33-4731-A59B-369807834DD2}" dt="2025-11-17T02:47:51.244" v="4192"/>
          <ac:spMkLst>
            <pc:docMk/>
            <pc:sldMk cId="1449380859" sldId="296"/>
            <ac:spMk id="20" creationId="{38AB5248-EB0E-4D84-A335-E41F308ED48A}"/>
          </ac:spMkLst>
        </pc:spChg>
        <pc:spChg chg="mod">
          <ac:chgData name="Alexander Simon Thrysøe" userId="3f9b9528-1df8-4235-9262-8bdb6141b1d9" providerId="ADAL" clId="{210BC3D0-6D33-4731-A59B-369807834DD2}" dt="2025-11-17T02:47:51.165" v="4187"/>
          <ac:spMkLst>
            <pc:docMk/>
            <pc:sldMk cId="1449380859" sldId="296"/>
            <ac:spMk id="22" creationId="{42702435-6E83-4584-91A5-5C7D96126FCF}"/>
          </ac:spMkLst>
        </pc:spChg>
        <pc:spChg chg="mod">
          <ac:chgData name="Alexander Simon Thrysøe" userId="3f9b9528-1df8-4235-9262-8bdb6141b1d9" providerId="ADAL" clId="{210BC3D0-6D33-4731-A59B-369807834DD2}" dt="2025-11-17T02:47:51.244" v="4193"/>
          <ac:spMkLst>
            <pc:docMk/>
            <pc:sldMk cId="1449380859" sldId="296"/>
            <ac:spMk id="24" creationId="{6C847163-78B0-4E24-BF14-104A6A9172D4}"/>
          </ac:spMkLst>
        </pc:spChg>
        <pc:spChg chg="mod">
          <ac:chgData name="Alexander Simon Thrysøe" userId="3f9b9528-1df8-4235-9262-8bdb6141b1d9" providerId="ADAL" clId="{210BC3D0-6D33-4731-A59B-369807834DD2}" dt="2025-11-17T02:47:51.165" v="4188"/>
          <ac:spMkLst>
            <pc:docMk/>
            <pc:sldMk cId="1449380859" sldId="296"/>
            <ac:spMk id="26" creationId="{468CFF65-838A-4F36-8AFE-828E891B2AD3}"/>
          </ac:spMkLst>
        </pc:spChg>
        <pc:spChg chg="del">
          <ac:chgData name="Alexander Simon Thrysøe" userId="3f9b9528-1df8-4235-9262-8bdb6141b1d9" providerId="ADAL" clId="{210BC3D0-6D33-4731-A59B-369807834DD2}" dt="2025-11-17T02:47:51.228" v="4189"/>
          <ac:spMkLst>
            <pc:docMk/>
            <pc:sldMk cId="1449380859" sldId="296"/>
            <ac:spMk id="28" creationId="{C72DD8B2-9D1C-4316-8D1A-C69337DDA21D}"/>
          </ac:spMkLst>
        </pc:spChg>
        <pc:spChg chg="add mod">
          <ac:chgData name="Alexander Simon Thrysøe" userId="3f9b9528-1df8-4235-9262-8bdb6141b1d9" providerId="ADAL" clId="{210BC3D0-6D33-4731-A59B-369807834DD2}" dt="2025-11-17T02:53:07.540" v="4279"/>
          <ac:spMkLst>
            <pc:docMk/>
            <pc:sldMk cId="1449380859" sldId="296"/>
            <ac:spMk id="29" creationId="{FAE63F7D-CD49-BCDF-3801-5B3B9556AD80}"/>
          </ac:spMkLst>
        </pc:spChg>
        <pc:spChg chg="add mod">
          <ac:chgData name="Alexander Simon Thrysøe" userId="3f9b9528-1df8-4235-9262-8bdb6141b1d9" providerId="ADAL" clId="{210BC3D0-6D33-4731-A59B-369807834DD2}" dt="2025-11-17T02:56:05.361" v="4369"/>
          <ac:spMkLst>
            <pc:docMk/>
            <pc:sldMk cId="1449380859" sldId="296"/>
            <ac:spMk id="30" creationId="{7E0041CC-835F-11AD-985D-F62F8C1AC423}"/>
          </ac:spMkLst>
        </pc:spChg>
      </pc:sldChg>
      <pc:sldChg chg="addSp modSp mod">
        <pc:chgData name="Alexander Simon Thrysøe" userId="3f9b9528-1df8-4235-9262-8bdb6141b1d9" providerId="ADAL" clId="{210BC3D0-6D33-4731-A59B-369807834DD2}" dt="2025-11-17T02:56:10.222" v="4371" actId="1036"/>
        <pc:sldMkLst>
          <pc:docMk/>
          <pc:sldMk cId="984052090" sldId="297"/>
        </pc:sldMkLst>
        <pc:spChg chg="mod">
          <ac:chgData name="Alexander Simon Thrysøe" userId="3f9b9528-1df8-4235-9262-8bdb6141b1d9" providerId="ADAL" clId="{210BC3D0-6D33-4731-A59B-369807834DD2}" dt="2025-11-17T02:47:51.641" v="4216"/>
          <ac:spMkLst>
            <pc:docMk/>
            <pc:sldMk cId="984052090" sldId="297"/>
            <ac:spMk id="4" creationId="{915864FB-CA47-486C-978B-CE3842121475}"/>
          </ac:spMkLst>
        </pc:spChg>
        <pc:spChg chg="mod">
          <ac:chgData name="Alexander Simon Thrysøe" userId="3f9b9528-1df8-4235-9262-8bdb6141b1d9" providerId="ADAL" clId="{210BC3D0-6D33-4731-A59B-369807834DD2}" dt="2025-11-17T02:47:51.617" v="4214"/>
          <ac:spMkLst>
            <pc:docMk/>
            <pc:sldMk cId="984052090" sldId="297"/>
            <ac:spMk id="5" creationId="{5E34E6D6-F1FB-439A-AACF-C614FFE55B85}"/>
          </ac:spMkLst>
        </pc:spChg>
        <pc:spChg chg="mod">
          <ac:chgData name="Alexander Simon Thrysøe" userId="3f9b9528-1df8-4235-9262-8bdb6141b1d9" providerId="ADAL" clId="{210BC3D0-6D33-4731-A59B-369807834DD2}" dt="2025-11-17T02:47:50.330" v="4061"/>
          <ac:spMkLst>
            <pc:docMk/>
            <pc:sldMk cId="984052090" sldId="297"/>
            <ac:spMk id="8" creationId="{64EA26CD-0F06-4E53-82D3-566EC2E90F93}"/>
          </ac:spMkLst>
        </pc:spChg>
        <pc:spChg chg="mod">
          <ac:chgData name="Alexander Simon Thrysøe" userId="3f9b9528-1df8-4235-9262-8bdb6141b1d9" providerId="ADAL" clId="{210BC3D0-6D33-4731-A59B-369807834DD2}" dt="2025-11-17T02:47:50.400" v="4085"/>
          <ac:spMkLst>
            <pc:docMk/>
            <pc:sldMk cId="984052090" sldId="297"/>
            <ac:spMk id="10" creationId="{B8622A1E-49A3-4AB1-811C-89D838059BC0}"/>
          </ac:spMkLst>
        </pc:spChg>
        <pc:spChg chg="mod">
          <ac:chgData name="Alexander Simon Thrysøe" userId="3f9b9528-1df8-4235-9262-8bdb6141b1d9" providerId="ADAL" clId="{210BC3D0-6D33-4731-A59B-369807834DD2}" dt="2025-11-17T02:47:51.470" v="4202"/>
          <ac:spMkLst>
            <pc:docMk/>
            <pc:sldMk cId="984052090" sldId="297"/>
            <ac:spMk id="12" creationId="{42182751-0A4E-44EB-A2C9-0711A11F3D2F}"/>
          </ac:spMkLst>
        </pc:spChg>
        <pc:spChg chg="mod">
          <ac:chgData name="Alexander Simon Thrysøe" userId="3f9b9528-1df8-4235-9262-8bdb6141b1d9" providerId="ADAL" clId="{210BC3D0-6D33-4731-A59B-369807834DD2}" dt="2025-11-17T02:47:51.468" v="4198"/>
          <ac:spMkLst>
            <pc:docMk/>
            <pc:sldMk cId="984052090" sldId="297"/>
            <ac:spMk id="14" creationId="{887D02F5-427D-4139-86F4-344F36077A98}"/>
          </ac:spMkLst>
        </pc:spChg>
        <pc:spChg chg="mod">
          <ac:chgData name="Alexander Simon Thrysøe" userId="3f9b9528-1df8-4235-9262-8bdb6141b1d9" providerId="ADAL" clId="{210BC3D0-6D33-4731-A59B-369807834DD2}" dt="2025-11-17T02:47:51.470" v="4203"/>
          <ac:spMkLst>
            <pc:docMk/>
            <pc:sldMk cId="984052090" sldId="297"/>
            <ac:spMk id="16" creationId="{0F41A730-8478-4080-A35D-C8909E600C73}"/>
          </ac:spMkLst>
        </pc:spChg>
        <pc:spChg chg="mod">
          <ac:chgData name="Alexander Simon Thrysøe" userId="3f9b9528-1df8-4235-9262-8bdb6141b1d9" providerId="ADAL" clId="{210BC3D0-6D33-4731-A59B-369807834DD2}" dt="2025-11-17T02:47:51.468" v="4199"/>
          <ac:spMkLst>
            <pc:docMk/>
            <pc:sldMk cId="984052090" sldId="297"/>
            <ac:spMk id="18" creationId="{432F7C39-08E1-4DEF-AF8F-D1C61D596F24}"/>
          </ac:spMkLst>
        </pc:spChg>
        <pc:spChg chg="mod">
          <ac:chgData name="Alexander Simon Thrysøe" userId="3f9b9528-1df8-4235-9262-8bdb6141b1d9" providerId="ADAL" clId="{210BC3D0-6D33-4731-A59B-369807834DD2}" dt="2025-11-17T02:47:51.470" v="4204"/>
          <ac:spMkLst>
            <pc:docMk/>
            <pc:sldMk cId="984052090" sldId="297"/>
            <ac:spMk id="20" creationId="{140BD7AF-5FAE-4635-AFDB-B2D32ABEC6FB}"/>
          </ac:spMkLst>
        </pc:spChg>
        <pc:spChg chg="mod">
          <ac:chgData name="Alexander Simon Thrysøe" userId="3f9b9528-1df8-4235-9262-8bdb6141b1d9" providerId="ADAL" clId="{210BC3D0-6D33-4731-A59B-369807834DD2}" dt="2025-11-17T02:47:51.470" v="4200"/>
          <ac:spMkLst>
            <pc:docMk/>
            <pc:sldMk cId="984052090" sldId="297"/>
            <ac:spMk id="22" creationId="{B2F62CB7-9183-48B2-9675-2419F845E558}"/>
          </ac:spMkLst>
        </pc:spChg>
        <pc:spChg chg="mod">
          <ac:chgData name="Alexander Simon Thrysøe" userId="3f9b9528-1df8-4235-9262-8bdb6141b1d9" providerId="ADAL" clId="{210BC3D0-6D33-4731-A59B-369807834DD2}" dt="2025-11-17T02:47:51.470" v="4205"/>
          <ac:spMkLst>
            <pc:docMk/>
            <pc:sldMk cId="984052090" sldId="297"/>
            <ac:spMk id="24" creationId="{B837FAFF-FB0D-4E3D-BFEE-30CB3D1FC25E}"/>
          </ac:spMkLst>
        </pc:spChg>
        <pc:spChg chg="mod">
          <ac:chgData name="Alexander Simon Thrysøe" userId="3f9b9528-1df8-4235-9262-8bdb6141b1d9" providerId="ADAL" clId="{210BC3D0-6D33-4731-A59B-369807834DD2}" dt="2025-11-17T02:47:51.470" v="4201"/>
          <ac:spMkLst>
            <pc:docMk/>
            <pc:sldMk cId="984052090" sldId="297"/>
            <ac:spMk id="26" creationId="{39DD494D-A33C-44D8-B186-B78372220EEF}"/>
          </ac:spMkLst>
        </pc:spChg>
        <pc:spChg chg="add mod">
          <ac:chgData name="Alexander Simon Thrysøe" userId="3f9b9528-1df8-4235-9262-8bdb6141b1d9" providerId="ADAL" clId="{210BC3D0-6D33-4731-A59B-369807834DD2}" dt="2025-11-17T02:52:43.774" v="4268"/>
          <ac:spMkLst>
            <pc:docMk/>
            <pc:sldMk cId="984052090" sldId="297"/>
            <ac:spMk id="27" creationId="{21168BFA-80FC-3443-E117-D48FB39375A8}"/>
          </ac:spMkLst>
        </pc:spChg>
        <pc:spChg chg="add mod">
          <ac:chgData name="Alexander Simon Thrysøe" userId="3f9b9528-1df8-4235-9262-8bdb6141b1d9" providerId="ADAL" clId="{210BC3D0-6D33-4731-A59B-369807834DD2}" dt="2025-11-17T02:56:10.222" v="4371" actId="1036"/>
          <ac:spMkLst>
            <pc:docMk/>
            <pc:sldMk cId="984052090" sldId="297"/>
            <ac:spMk id="28" creationId="{B2AD9EE3-EB91-44F6-ED46-A6827D36A3A8}"/>
          </ac:spMkLst>
        </pc:spChg>
      </pc:sldChg>
      <pc:sldChg chg="addSp modSp mod">
        <pc:chgData name="Alexander Simon Thrysøe" userId="3f9b9528-1df8-4235-9262-8bdb6141b1d9" providerId="ADAL" clId="{210BC3D0-6D33-4731-A59B-369807834DD2}" dt="2025-11-17T02:56:11.597" v="4372"/>
        <pc:sldMkLst>
          <pc:docMk/>
          <pc:sldMk cId="1840681698" sldId="298"/>
        </pc:sldMkLst>
        <pc:spChg chg="mod">
          <ac:chgData name="Alexander Simon Thrysøe" userId="3f9b9528-1df8-4235-9262-8bdb6141b1d9" providerId="ADAL" clId="{210BC3D0-6D33-4731-A59B-369807834DD2}" dt="2025-11-17T02:47:51.641" v="4217"/>
          <ac:spMkLst>
            <pc:docMk/>
            <pc:sldMk cId="1840681698" sldId="298"/>
            <ac:spMk id="4" creationId="{8898B832-B88A-4B3E-B345-6E2A5BA123DB}"/>
          </ac:spMkLst>
        </pc:spChg>
        <pc:spChg chg="mod">
          <ac:chgData name="Alexander Simon Thrysøe" userId="3f9b9528-1df8-4235-9262-8bdb6141b1d9" providerId="ADAL" clId="{210BC3D0-6D33-4731-A59B-369807834DD2}" dt="2025-11-17T02:47:51.635" v="4215"/>
          <ac:spMkLst>
            <pc:docMk/>
            <pc:sldMk cId="1840681698" sldId="298"/>
            <ac:spMk id="5" creationId="{7726DA57-BAA2-4010-B7F3-1B1824C4D36B}"/>
          </ac:spMkLst>
        </pc:spChg>
        <pc:spChg chg="mod">
          <ac:chgData name="Alexander Simon Thrysøe" userId="3f9b9528-1df8-4235-9262-8bdb6141b1d9" providerId="ADAL" clId="{210BC3D0-6D33-4731-A59B-369807834DD2}" dt="2025-11-17T02:47:50.416" v="4087"/>
          <ac:spMkLst>
            <pc:docMk/>
            <pc:sldMk cId="1840681698" sldId="298"/>
            <ac:spMk id="9" creationId="{3187C424-F2D9-4690-98D2-A250B2C448FA}"/>
          </ac:spMkLst>
        </pc:spChg>
        <pc:spChg chg="mod">
          <ac:chgData name="Alexander Simon Thrysøe" userId="3f9b9528-1df8-4235-9262-8bdb6141b1d9" providerId="ADAL" clId="{210BC3D0-6D33-4731-A59B-369807834DD2}" dt="2025-11-17T02:47:51.601" v="4210"/>
          <ac:spMkLst>
            <pc:docMk/>
            <pc:sldMk cId="1840681698" sldId="298"/>
            <ac:spMk id="11" creationId="{AAD690ED-5906-418E-AD2F-636BD8779928}"/>
          </ac:spMkLst>
        </pc:spChg>
        <pc:spChg chg="mod">
          <ac:chgData name="Alexander Simon Thrysøe" userId="3f9b9528-1df8-4235-9262-8bdb6141b1d9" providerId="ADAL" clId="{210BC3D0-6D33-4731-A59B-369807834DD2}" dt="2025-11-17T02:47:51.553" v="4206"/>
          <ac:spMkLst>
            <pc:docMk/>
            <pc:sldMk cId="1840681698" sldId="298"/>
            <ac:spMk id="13" creationId="{F719FB2F-75BC-4064-981A-0E15BA832C59}"/>
          </ac:spMkLst>
        </pc:spChg>
        <pc:spChg chg="mod">
          <ac:chgData name="Alexander Simon Thrysøe" userId="3f9b9528-1df8-4235-9262-8bdb6141b1d9" providerId="ADAL" clId="{210BC3D0-6D33-4731-A59B-369807834DD2}" dt="2025-11-17T02:47:51.601" v="4211"/>
          <ac:spMkLst>
            <pc:docMk/>
            <pc:sldMk cId="1840681698" sldId="298"/>
            <ac:spMk id="15" creationId="{BC60237F-22C3-4386-977F-7B72E7A668EC}"/>
          </ac:spMkLst>
        </pc:spChg>
        <pc:spChg chg="mod">
          <ac:chgData name="Alexander Simon Thrysøe" userId="3f9b9528-1df8-4235-9262-8bdb6141b1d9" providerId="ADAL" clId="{210BC3D0-6D33-4731-A59B-369807834DD2}" dt="2025-11-17T02:47:51.554" v="4207"/>
          <ac:spMkLst>
            <pc:docMk/>
            <pc:sldMk cId="1840681698" sldId="298"/>
            <ac:spMk id="17" creationId="{3DEE6D80-C22B-4F1A-9399-A6F3AB5794AC}"/>
          </ac:spMkLst>
        </pc:spChg>
        <pc:spChg chg="mod">
          <ac:chgData name="Alexander Simon Thrysøe" userId="3f9b9528-1df8-4235-9262-8bdb6141b1d9" providerId="ADAL" clId="{210BC3D0-6D33-4731-A59B-369807834DD2}" dt="2025-11-17T02:47:51.601" v="4212"/>
          <ac:spMkLst>
            <pc:docMk/>
            <pc:sldMk cId="1840681698" sldId="298"/>
            <ac:spMk id="19" creationId="{8DB9809B-808C-4919-955C-ECCF9B83DE92}"/>
          </ac:spMkLst>
        </pc:spChg>
        <pc:spChg chg="mod">
          <ac:chgData name="Alexander Simon Thrysøe" userId="3f9b9528-1df8-4235-9262-8bdb6141b1d9" providerId="ADAL" clId="{210BC3D0-6D33-4731-A59B-369807834DD2}" dt="2025-11-17T02:47:51.555" v="4208"/>
          <ac:spMkLst>
            <pc:docMk/>
            <pc:sldMk cId="1840681698" sldId="298"/>
            <ac:spMk id="21" creationId="{1276F854-F139-4279-AB44-2009D972E1D8}"/>
          </ac:spMkLst>
        </pc:spChg>
        <pc:spChg chg="mod">
          <ac:chgData name="Alexander Simon Thrysøe" userId="3f9b9528-1df8-4235-9262-8bdb6141b1d9" providerId="ADAL" clId="{210BC3D0-6D33-4731-A59B-369807834DD2}" dt="2025-11-17T02:47:51.617" v="4213"/>
          <ac:spMkLst>
            <pc:docMk/>
            <pc:sldMk cId="1840681698" sldId="298"/>
            <ac:spMk id="23" creationId="{08759E73-C848-4E60-AB67-AC90CC195265}"/>
          </ac:spMkLst>
        </pc:spChg>
        <pc:spChg chg="mod">
          <ac:chgData name="Alexander Simon Thrysøe" userId="3f9b9528-1df8-4235-9262-8bdb6141b1d9" providerId="ADAL" clId="{210BC3D0-6D33-4731-A59B-369807834DD2}" dt="2025-11-17T02:47:51.556" v="4209"/>
          <ac:spMkLst>
            <pc:docMk/>
            <pc:sldMk cId="1840681698" sldId="298"/>
            <ac:spMk id="25" creationId="{659FE3CC-19B6-42EC-ADA7-429D00E44C2F}"/>
          </ac:spMkLst>
        </pc:spChg>
        <pc:spChg chg="add mod">
          <ac:chgData name="Alexander Simon Thrysøe" userId="3f9b9528-1df8-4235-9262-8bdb6141b1d9" providerId="ADAL" clId="{210BC3D0-6D33-4731-A59B-369807834DD2}" dt="2025-11-17T02:52:40.606" v="4267"/>
          <ac:spMkLst>
            <pc:docMk/>
            <pc:sldMk cId="1840681698" sldId="298"/>
            <ac:spMk id="27" creationId="{E8379A64-691C-6A60-9574-EC9EE90FB1C3}"/>
          </ac:spMkLst>
        </pc:spChg>
        <pc:spChg chg="add mod">
          <ac:chgData name="Alexander Simon Thrysøe" userId="3f9b9528-1df8-4235-9262-8bdb6141b1d9" providerId="ADAL" clId="{210BC3D0-6D33-4731-A59B-369807834DD2}" dt="2025-11-17T02:56:11.597" v="4372"/>
          <ac:spMkLst>
            <pc:docMk/>
            <pc:sldMk cId="1840681698" sldId="298"/>
            <ac:spMk id="28" creationId="{A1832312-8261-7B24-06CC-BADBE9C9735D}"/>
          </ac:spMkLst>
        </pc:spChg>
      </pc:sldChg>
      <pc:sldChg chg="addSp modSp mod">
        <pc:chgData name="Alexander Simon Thrysøe" userId="3f9b9528-1df8-4235-9262-8bdb6141b1d9" providerId="ADAL" clId="{210BC3D0-6D33-4731-A59B-369807834DD2}" dt="2025-11-17T02:56:17.238" v="4374"/>
        <pc:sldMkLst>
          <pc:docMk/>
          <pc:sldMk cId="1807731575" sldId="299"/>
        </pc:sldMkLst>
        <pc:spChg chg="mod">
          <ac:chgData name="Alexander Simon Thrysøe" userId="3f9b9528-1df8-4235-9262-8bdb6141b1d9" providerId="ADAL" clId="{210BC3D0-6D33-4731-A59B-369807834DD2}" dt="2025-11-17T02:47:51.999" v="4236"/>
          <ac:spMkLst>
            <pc:docMk/>
            <pc:sldMk cId="1807731575" sldId="299"/>
            <ac:spMk id="4" creationId="{68BD9503-076A-445C-A6AB-6CCF19A3F27A}"/>
          </ac:spMkLst>
        </pc:spChg>
        <pc:spChg chg="mod">
          <ac:chgData name="Alexander Simon Thrysøe" userId="3f9b9528-1df8-4235-9262-8bdb6141b1d9" providerId="ADAL" clId="{210BC3D0-6D33-4731-A59B-369807834DD2}" dt="2025-11-17T02:47:51.983" v="4234"/>
          <ac:spMkLst>
            <pc:docMk/>
            <pc:sldMk cId="1807731575" sldId="299"/>
            <ac:spMk id="5" creationId="{6E59CB2B-7B7C-4CE6-BF8B-27EEDEF4D7EA}"/>
          </ac:spMkLst>
        </pc:spChg>
        <pc:spChg chg="mod">
          <ac:chgData name="Alexander Simon Thrysøe" userId="3f9b9528-1df8-4235-9262-8bdb6141b1d9" providerId="ADAL" clId="{210BC3D0-6D33-4731-A59B-369807834DD2}" dt="2025-11-17T02:47:50.352" v="4071"/>
          <ac:spMkLst>
            <pc:docMk/>
            <pc:sldMk cId="1807731575" sldId="299"/>
            <ac:spMk id="8" creationId="{5ECF29A0-2DE6-4713-8197-A825C8EF6685}"/>
          </ac:spMkLst>
        </pc:spChg>
        <pc:spChg chg="mod">
          <ac:chgData name="Alexander Simon Thrysøe" userId="3f9b9528-1df8-4235-9262-8bdb6141b1d9" providerId="ADAL" clId="{210BC3D0-6D33-4731-A59B-369807834DD2}" dt="2025-11-17T02:47:50.416" v="4089"/>
          <ac:spMkLst>
            <pc:docMk/>
            <pc:sldMk cId="1807731575" sldId="299"/>
            <ac:spMk id="10" creationId="{C770CD5A-6B0E-4F9F-B067-ED0573783B38}"/>
          </ac:spMkLst>
        </pc:spChg>
        <pc:spChg chg="mod">
          <ac:chgData name="Alexander Simon Thrysøe" userId="3f9b9528-1df8-4235-9262-8bdb6141b1d9" providerId="ADAL" clId="{210BC3D0-6D33-4731-A59B-369807834DD2}" dt="2025-11-17T02:47:51.834" v="4222"/>
          <ac:spMkLst>
            <pc:docMk/>
            <pc:sldMk cId="1807731575" sldId="299"/>
            <ac:spMk id="12" creationId="{66A373EF-731B-41E6-A413-EA9A0A95CD0B}"/>
          </ac:spMkLst>
        </pc:spChg>
        <pc:spChg chg="mod">
          <ac:chgData name="Alexander Simon Thrysøe" userId="3f9b9528-1df8-4235-9262-8bdb6141b1d9" providerId="ADAL" clId="{210BC3D0-6D33-4731-A59B-369807834DD2}" dt="2025-11-17T02:47:51.818" v="4218"/>
          <ac:spMkLst>
            <pc:docMk/>
            <pc:sldMk cId="1807731575" sldId="299"/>
            <ac:spMk id="14" creationId="{F9E1B36C-6FB9-4E41-814E-64363A136423}"/>
          </ac:spMkLst>
        </pc:spChg>
        <pc:spChg chg="mod">
          <ac:chgData name="Alexander Simon Thrysøe" userId="3f9b9528-1df8-4235-9262-8bdb6141b1d9" providerId="ADAL" clId="{210BC3D0-6D33-4731-A59B-369807834DD2}" dt="2025-11-17T02:47:51.834" v="4223"/>
          <ac:spMkLst>
            <pc:docMk/>
            <pc:sldMk cId="1807731575" sldId="299"/>
            <ac:spMk id="16" creationId="{1C3B28EE-34BB-4BA4-B97D-85104296AF57}"/>
          </ac:spMkLst>
        </pc:spChg>
        <pc:spChg chg="mod">
          <ac:chgData name="Alexander Simon Thrysøe" userId="3f9b9528-1df8-4235-9262-8bdb6141b1d9" providerId="ADAL" clId="{210BC3D0-6D33-4731-A59B-369807834DD2}" dt="2025-11-17T02:47:51.818" v="4219"/>
          <ac:spMkLst>
            <pc:docMk/>
            <pc:sldMk cId="1807731575" sldId="299"/>
            <ac:spMk id="18" creationId="{99227F95-ADA2-407F-8002-414891537242}"/>
          </ac:spMkLst>
        </pc:spChg>
        <pc:spChg chg="mod">
          <ac:chgData name="Alexander Simon Thrysøe" userId="3f9b9528-1df8-4235-9262-8bdb6141b1d9" providerId="ADAL" clId="{210BC3D0-6D33-4731-A59B-369807834DD2}" dt="2025-11-17T02:47:51.834" v="4224"/>
          <ac:spMkLst>
            <pc:docMk/>
            <pc:sldMk cId="1807731575" sldId="299"/>
            <ac:spMk id="20" creationId="{47FED609-9151-44B8-B426-8D4AA5191B0A}"/>
          </ac:spMkLst>
        </pc:spChg>
        <pc:spChg chg="mod">
          <ac:chgData name="Alexander Simon Thrysøe" userId="3f9b9528-1df8-4235-9262-8bdb6141b1d9" providerId="ADAL" clId="{210BC3D0-6D33-4731-A59B-369807834DD2}" dt="2025-11-17T02:47:51.818" v="4220"/>
          <ac:spMkLst>
            <pc:docMk/>
            <pc:sldMk cId="1807731575" sldId="299"/>
            <ac:spMk id="22" creationId="{45B44F06-70EB-41E7-B809-BDEEDB6BE0EC}"/>
          </ac:spMkLst>
        </pc:spChg>
        <pc:spChg chg="mod">
          <ac:chgData name="Alexander Simon Thrysøe" userId="3f9b9528-1df8-4235-9262-8bdb6141b1d9" providerId="ADAL" clId="{210BC3D0-6D33-4731-A59B-369807834DD2}" dt="2025-11-17T02:47:51.834" v="4225"/>
          <ac:spMkLst>
            <pc:docMk/>
            <pc:sldMk cId="1807731575" sldId="299"/>
            <ac:spMk id="24" creationId="{9DFE0896-D483-467A-A9A5-8FA8A2D02E03}"/>
          </ac:spMkLst>
        </pc:spChg>
        <pc:spChg chg="mod">
          <ac:chgData name="Alexander Simon Thrysøe" userId="3f9b9528-1df8-4235-9262-8bdb6141b1d9" providerId="ADAL" clId="{210BC3D0-6D33-4731-A59B-369807834DD2}" dt="2025-11-17T02:47:51.818" v="4221"/>
          <ac:spMkLst>
            <pc:docMk/>
            <pc:sldMk cId="1807731575" sldId="299"/>
            <ac:spMk id="26" creationId="{A292C1B3-99A6-40EF-A3D5-AAACABF9AA4F}"/>
          </ac:spMkLst>
        </pc:spChg>
        <pc:spChg chg="add mod">
          <ac:chgData name="Alexander Simon Thrysøe" userId="3f9b9528-1df8-4235-9262-8bdb6141b1d9" providerId="ADAL" clId="{210BC3D0-6D33-4731-A59B-369807834DD2}" dt="2025-11-17T02:52:28.723" v="4262"/>
          <ac:spMkLst>
            <pc:docMk/>
            <pc:sldMk cId="1807731575" sldId="299"/>
            <ac:spMk id="27" creationId="{112CFCC4-A0BB-6CF6-CCF3-88DB69AB7999}"/>
          </ac:spMkLst>
        </pc:spChg>
        <pc:spChg chg="add mod">
          <ac:chgData name="Alexander Simon Thrysøe" userId="3f9b9528-1df8-4235-9262-8bdb6141b1d9" providerId="ADAL" clId="{210BC3D0-6D33-4731-A59B-369807834DD2}" dt="2025-11-17T02:56:17.238" v="4374"/>
          <ac:spMkLst>
            <pc:docMk/>
            <pc:sldMk cId="1807731575" sldId="299"/>
            <ac:spMk id="28" creationId="{3A8A5134-A294-9665-0A59-820201C318A0}"/>
          </ac:spMkLst>
        </pc:spChg>
      </pc:sldChg>
      <pc:sldChg chg="addSp modSp mod">
        <pc:chgData name="Alexander Simon Thrysøe" userId="3f9b9528-1df8-4235-9262-8bdb6141b1d9" providerId="ADAL" clId="{210BC3D0-6D33-4731-A59B-369807834DD2}" dt="2025-11-17T02:56:18.643" v="4375"/>
        <pc:sldMkLst>
          <pc:docMk/>
          <pc:sldMk cId="2221727510" sldId="300"/>
        </pc:sldMkLst>
        <pc:spChg chg="mod">
          <ac:chgData name="Alexander Simon Thrysøe" userId="3f9b9528-1df8-4235-9262-8bdb6141b1d9" providerId="ADAL" clId="{210BC3D0-6D33-4731-A59B-369807834DD2}" dt="2025-11-17T02:47:51.999" v="4237"/>
          <ac:spMkLst>
            <pc:docMk/>
            <pc:sldMk cId="2221727510" sldId="300"/>
            <ac:spMk id="4" creationId="{BCA98591-B8CC-41F1-B1EE-F5470B418B22}"/>
          </ac:spMkLst>
        </pc:spChg>
        <pc:spChg chg="mod">
          <ac:chgData name="Alexander Simon Thrysøe" userId="3f9b9528-1df8-4235-9262-8bdb6141b1d9" providerId="ADAL" clId="{210BC3D0-6D33-4731-A59B-369807834DD2}" dt="2025-11-17T02:47:51.999" v="4235"/>
          <ac:spMkLst>
            <pc:docMk/>
            <pc:sldMk cId="2221727510" sldId="300"/>
            <ac:spMk id="5" creationId="{E44D1D7A-73E5-44AC-B1A8-907DA57B7EDD}"/>
          </ac:spMkLst>
        </pc:spChg>
        <pc:spChg chg="mod">
          <ac:chgData name="Alexander Simon Thrysøe" userId="3f9b9528-1df8-4235-9262-8bdb6141b1d9" providerId="ADAL" clId="{210BC3D0-6D33-4731-A59B-369807834DD2}" dt="2025-11-17T02:47:50.431" v="4091"/>
          <ac:spMkLst>
            <pc:docMk/>
            <pc:sldMk cId="2221727510" sldId="300"/>
            <ac:spMk id="9" creationId="{5587BFC1-7134-4D39-B5B2-D2778D78C452}"/>
          </ac:spMkLst>
        </pc:spChg>
        <pc:spChg chg="mod">
          <ac:chgData name="Alexander Simon Thrysøe" userId="3f9b9528-1df8-4235-9262-8bdb6141b1d9" providerId="ADAL" clId="{210BC3D0-6D33-4731-A59B-369807834DD2}" dt="2025-11-17T02:47:51.969" v="4230"/>
          <ac:spMkLst>
            <pc:docMk/>
            <pc:sldMk cId="2221727510" sldId="300"/>
            <ac:spMk id="11" creationId="{48847D32-E4D2-4E8D-AD07-B1FDC3B38BE6}"/>
          </ac:spMkLst>
        </pc:spChg>
        <pc:spChg chg="mod">
          <ac:chgData name="Alexander Simon Thrysøe" userId="3f9b9528-1df8-4235-9262-8bdb6141b1d9" providerId="ADAL" clId="{210BC3D0-6D33-4731-A59B-369807834DD2}" dt="2025-11-17T02:47:51.905" v="4226"/>
          <ac:spMkLst>
            <pc:docMk/>
            <pc:sldMk cId="2221727510" sldId="300"/>
            <ac:spMk id="13" creationId="{79A02F48-AA1C-46BF-B85F-F2AE02BF8B09}"/>
          </ac:spMkLst>
        </pc:spChg>
        <pc:spChg chg="mod">
          <ac:chgData name="Alexander Simon Thrysøe" userId="3f9b9528-1df8-4235-9262-8bdb6141b1d9" providerId="ADAL" clId="{210BC3D0-6D33-4731-A59B-369807834DD2}" dt="2025-11-17T02:47:51.969" v="4231"/>
          <ac:spMkLst>
            <pc:docMk/>
            <pc:sldMk cId="2221727510" sldId="300"/>
            <ac:spMk id="15" creationId="{3039D9CA-F6B5-4F2E-B818-95E56E295C83}"/>
          </ac:spMkLst>
        </pc:spChg>
        <pc:spChg chg="mod">
          <ac:chgData name="Alexander Simon Thrysøe" userId="3f9b9528-1df8-4235-9262-8bdb6141b1d9" providerId="ADAL" clId="{210BC3D0-6D33-4731-A59B-369807834DD2}" dt="2025-11-17T02:47:51.905" v="4227"/>
          <ac:spMkLst>
            <pc:docMk/>
            <pc:sldMk cId="2221727510" sldId="300"/>
            <ac:spMk id="17" creationId="{90C5CD56-88AB-4330-A8B7-F98DB1FE4296}"/>
          </ac:spMkLst>
        </pc:spChg>
        <pc:spChg chg="mod">
          <ac:chgData name="Alexander Simon Thrysøe" userId="3f9b9528-1df8-4235-9262-8bdb6141b1d9" providerId="ADAL" clId="{210BC3D0-6D33-4731-A59B-369807834DD2}" dt="2025-11-17T02:47:51.969" v="4232"/>
          <ac:spMkLst>
            <pc:docMk/>
            <pc:sldMk cId="2221727510" sldId="300"/>
            <ac:spMk id="19" creationId="{3C773559-5BC8-4D60-AAF4-2353A9CFB4D5}"/>
          </ac:spMkLst>
        </pc:spChg>
        <pc:spChg chg="mod">
          <ac:chgData name="Alexander Simon Thrysøe" userId="3f9b9528-1df8-4235-9262-8bdb6141b1d9" providerId="ADAL" clId="{210BC3D0-6D33-4731-A59B-369807834DD2}" dt="2025-11-17T02:47:51.905" v="4228"/>
          <ac:spMkLst>
            <pc:docMk/>
            <pc:sldMk cId="2221727510" sldId="300"/>
            <ac:spMk id="21" creationId="{94815686-D204-4EBD-ADEB-04F49BEA4104}"/>
          </ac:spMkLst>
        </pc:spChg>
        <pc:spChg chg="mod">
          <ac:chgData name="Alexander Simon Thrysøe" userId="3f9b9528-1df8-4235-9262-8bdb6141b1d9" providerId="ADAL" clId="{210BC3D0-6D33-4731-A59B-369807834DD2}" dt="2025-11-17T02:47:51.969" v="4233"/>
          <ac:spMkLst>
            <pc:docMk/>
            <pc:sldMk cId="2221727510" sldId="300"/>
            <ac:spMk id="23" creationId="{B5E2210F-EFC5-4BCD-A003-02F8304177F3}"/>
          </ac:spMkLst>
        </pc:spChg>
        <pc:spChg chg="mod">
          <ac:chgData name="Alexander Simon Thrysøe" userId="3f9b9528-1df8-4235-9262-8bdb6141b1d9" providerId="ADAL" clId="{210BC3D0-6D33-4731-A59B-369807834DD2}" dt="2025-11-17T02:47:51.905" v="4229"/>
          <ac:spMkLst>
            <pc:docMk/>
            <pc:sldMk cId="2221727510" sldId="300"/>
            <ac:spMk id="25" creationId="{4B39A8E9-8EDF-4196-B5E0-BDD08D6CEE31}"/>
          </ac:spMkLst>
        </pc:spChg>
        <pc:spChg chg="add mod">
          <ac:chgData name="Alexander Simon Thrysøe" userId="3f9b9528-1df8-4235-9262-8bdb6141b1d9" providerId="ADAL" clId="{210BC3D0-6D33-4731-A59B-369807834DD2}" dt="2025-11-17T02:52:25.953" v="4261"/>
          <ac:spMkLst>
            <pc:docMk/>
            <pc:sldMk cId="2221727510" sldId="300"/>
            <ac:spMk id="27" creationId="{3299D450-AE6D-300C-E82B-A975731B0D98}"/>
          </ac:spMkLst>
        </pc:spChg>
        <pc:spChg chg="add mod">
          <ac:chgData name="Alexander Simon Thrysøe" userId="3f9b9528-1df8-4235-9262-8bdb6141b1d9" providerId="ADAL" clId="{210BC3D0-6D33-4731-A59B-369807834DD2}" dt="2025-11-17T02:56:18.643" v="4375"/>
          <ac:spMkLst>
            <pc:docMk/>
            <pc:sldMk cId="2221727510" sldId="300"/>
            <ac:spMk id="28" creationId="{F2899C82-2F8D-EF8B-141A-974E3A19A2E0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2:19.915" v="4260" actId="20577"/>
        <pc:sldMkLst>
          <pc:docMk/>
          <pc:sldMk cId="1818721162" sldId="302"/>
        </pc:sldMkLst>
        <pc:spChg chg="add mod">
          <ac:chgData name="Alexander Simon Thrysøe" userId="3f9b9528-1df8-4235-9262-8bdb6141b1d9" providerId="ADAL" clId="{210BC3D0-6D33-4731-A59B-369807834DD2}" dt="2025-11-17T02:52:19.915" v="4260" actId="20577"/>
          <ac:spMkLst>
            <pc:docMk/>
            <pc:sldMk cId="1818721162" sldId="302"/>
            <ac:spMk id="2" creationId="{35089B33-F194-AD3D-0861-15C9B96512F4}"/>
          </ac:spMkLst>
        </pc:spChg>
        <pc:spChg chg="del">
          <ac:chgData name="Alexander Simon Thrysøe" userId="3f9b9528-1df8-4235-9262-8bdb6141b1d9" providerId="ADAL" clId="{210BC3D0-6D33-4731-A59B-369807834DD2}" dt="2025-11-17T02:52:14.360" v="4255" actId="478"/>
          <ac:spMkLst>
            <pc:docMk/>
            <pc:sldMk cId="1818721162" sldId="302"/>
            <ac:spMk id="6" creationId="{D6C87EEB-B16E-D40E-6D75-99AD6272FA7A}"/>
          </ac:spMkLst>
        </pc:spChg>
      </pc:sldChg>
      <pc:sldChg chg="addSp delSp modSp mod">
        <pc:chgData name="Alexander Simon Thrysøe" userId="3f9b9528-1df8-4235-9262-8bdb6141b1d9" providerId="ADAL" clId="{210BC3D0-6D33-4731-A59B-369807834DD2}" dt="2025-11-17T02:52:08.206" v="4254" actId="20577"/>
        <pc:sldMkLst>
          <pc:docMk/>
          <pc:sldMk cId="163860178" sldId="303"/>
        </pc:sldMkLst>
        <pc:spChg chg="add mod">
          <ac:chgData name="Alexander Simon Thrysøe" userId="3f9b9528-1df8-4235-9262-8bdb6141b1d9" providerId="ADAL" clId="{210BC3D0-6D33-4731-A59B-369807834DD2}" dt="2025-11-17T02:52:08.206" v="4254" actId="20577"/>
          <ac:spMkLst>
            <pc:docMk/>
            <pc:sldMk cId="163860178" sldId="303"/>
            <ac:spMk id="2" creationId="{20FC6D87-C0D4-2584-19B9-D757470E029A}"/>
          </ac:spMkLst>
        </pc:spChg>
        <pc:spChg chg="del">
          <ac:chgData name="Alexander Simon Thrysøe" userId="3f9b9528-1df8-4235-9262-8bdb6141b1d9" providerId="ADAL" clId="{210BC3D0-6D33-4731-A59B-369807834DD2}" dt="2025-11-17T02:52:02.386" v="4246" actId="478"/>
          <ac:spMkLst>
            <pc:docMk/>
            <pc:sldMk cId="163860178" sldId="303"/>
            <ac:spMk id="6" creationId="{119CCD92-644A-B193-0BE6-29AA62DA2C4A}"/>
          </ac:spMkLst>
        </pc:spChg>
      </pc:sldChg>
      <pc:sldChg chg="add">
        <pc:chgData name="Alexander Simon Thrysøe" userId="3f9b9528-1df8-4235-9262-8bdb6141b1d9" providerId="ADAL" clId="{210BC3D0-6D33-4731-A59B-369807834DD2}" dt="2025-11-17T02:51:22.212" v="4238"/>
        <pc:sldMkLst>
          <pc:docMk/>
          <pc:sldMk cId="275369356" sldId="573"/>
        </pc:sldMkLst>
      </pc:sldChg>
      <pc:sldChg chg="addSp delSp modSp add mod">
        <pc:chgData name="Alexander Simon Thrysøe" userId="3f9b9528-1df8-4235-9262-8bdb6141b1d9" providerId="ADAL" clId="{210BC3D0-6D33-4731-A59B-369807834DD2}" dt="2025-11-17T02:56:43.636" v="4379" actId="478"/>
        <pc:sldMkLst>
          <pc:docMk/>
          <pc:sldMk cId="1962347936" sldId="590"/>
        </pc:sldMkLst>
        <pc:spChg chg="del">
          <ac:chgData name="Alexander Simon Thrysøe" userId="3f9b9528-1df8-4235-9262-8bdb6141b1d9" providerId="ADAL" clId="{210BC3D0-6D33-4731-A59B-369807834DD2}" dt="2025-11-17T02:56:29.696" v="4377" actId="478"/>
          <ac:spMkLst>
            <pc:docMk/>
            <pc:sldMk cId="1962347936" sldId="590"/>
            <ac:spMk id="2" creationId="{2625E575-7EE9-F509-4A8C-06CA4E90C2D3}"/>
          </ac:spMkLst>
        </pc:spChg>
        <pc:spChg chg="del">
          <ac:chgData name="Alexander Simon Thrysøe" userId="3f9b9528-1df8-4235-9262-8bdb6141b1d9" providerId="ADAL" clId="{210BC3D0-6D33-4731-A59B-369807834DD2}" dt="2025-11-17T02:56:24.914" v="4376" actId="478"/>
          <ac:spMkLst>
            <pc:docMk/>
            <pc:sldMk cId="1962347936" sldId="590"/>
            <ac:spMk id="3" creationId="{C2E89291-3046-4BAF-5658-63C74542FF96}"/>
          </ac:spMkLst>
        </pc:spChg>
        <pc:spChg chg="del">
          <ac:chgData name="Alexander Simon Thrysøe" userId="3f9b9528-1df8-4235-9262-8bdb6141b1d9" providerId="ADAL" clId="{210BC3D0-6D33-4731-A59B-369807834DD2}" dt="2025-11-17T02:51:45.852" v="4243" actId="478"/>
          <ac:spMkLst>
            <pc:docMk/>
            <pc:sldMk cId="1962347936" sldId="590"/>
            <ac:spMk id="4" creationId="{8C7034C1-C387-EBE3-0110-7AC0211EFD9E}"/>
          </ac:spMkLst>
        </pc:spChg>
        <pc:spChg chg="add mod">
          <ac:chgData name="Alexander Simon Thrysøe" userId="3f9b9528-1df8-4235-9262-8bdb6141b1d9" providerId="ADAL" clId="{210BC3D0-6D33-4731-A59B-369807834DD2}" dt="2025-11-17T02:51:51.179" v="4245" actId="20577"/>
          <ac:spMkLst>
            <pc:docMk/>
            <pc:sldMk cId="1962347936" sldId="590"/>
            <ac:spMk id="5" creationId="{104FE141-408E-B0BE-11BB-8B11E45FC943}"/>
          </ac:spMkLst>
        </pc:spChg>
        <pc:spChg chg="add del mod">
          <ac:chgData name="Alexander Simon Thrysøe" userId="3f9b9528-1df8-4235-9262-8bdb6141b1d9" providerId="ADAL" clId="{210BC3D0-6D33-4731-A59B-369807834DD2}" dt="2025-11-17T02:56:43.636" v="4379" actId="478"/>
          <ac:spMkLst>
            <pc:docMk/>
            <pc:sldMk cId="1962347936" sldId="590"/>
            <ac:spMk id="7" creationId="{9979BC78-DC5A-CD33-75A1-713193FBE4EE}"/>
          </ac:spMkLst>
        </pc:spChg>
      </pc:sldChg>
      <pc:sldChg chg="addSp delSp modSp add mod">
        <pc:chgData name="Alexander Simon Thrysøe" userId="3f9b9528-1df8-4235-9262-8bdb6141b1d9" providerId="ADAL" clId="{210BC3D0-6D33-4731-A59B-369807834DD2}" dt="2025-11-17T02:51:40.610" v="4242" actId="20577"/>
        <pc:sldMkLst>
          <pc:docMk/>
          <pc:sldMk cId="2247572890" sldId="591"/>
        </pc:sldMkLst>
        <pc:spChg chg="add mod">
          <ac:chgData name="Alexander Simon Thrysøe" userId="3f9b9528-1df8-4235-9262-8bdb6141b1d9" providerId="ADAL" clId="{210BC3D0-6D33-4731-A59B-369807834DD2}" dt="2025-11-17T02:51:40.610" v="4242" actId="20577"/>
          <ac:spMkLst>
            <pc:docMk/>
            <pc:sldMk cId="2247572890" sldId="591"/>
            <ac:spMk id="3" creationId="{DA6005A5-36A8-0A64-4A09-D12EC3047A5D}"/>
          </ac:spMkLst>
        </pc:spChg>
        <pc:spChg chg="del">
          <ac:chgData name="Alexander Simon Thrysøe" userId="3f9b9528-1df8-4235-9262-8bdb6141b1d9" providerId="ADAL" clId="{210BC3D0-6D33-4731-A59B-369807834DD2}" dt="2025-11-17T02:51:33.798" v="4239" actId="478"/>
          <ac:spMkLst>
            <pc:docMk/>
            <pc:sldMk cId="2247572890" sldId="59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96946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990B0-3671-6471-113C-A20F9E3FE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B0D24-4BB6-2613-F4D4-5C64759EA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90088-6447-DE6A-40AF-059DF830A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1A5D1-CDD6-0F4A-42BF-DD455A4E4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60424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39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36525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118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7F6D32E-79A2-49FD-AD74-E6F329D17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11.11.2024</a:t>
            </a:r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262ABAC-CA98-4F31-B2F7-B51EE0F4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10060 Fysik (PG) | magnetfelter fra elektriske strømme</a:t>
            </a:r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146659-C04A-19F1-9C5C-155C8AD1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285F0C-D96E-1E47-B5CB-0D440224066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8090D-9E9E-D19F-64E8-48E3721AB6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1092B-FA79-D49E-746F-FF6DB5D4790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522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84AB2-789D-CA6F-1F13-DDE15E0777A5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A2F0-05CC-BD72-2EAF-26BDB05FDFF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FD562-C942-35C5-7D0D-385A66B6BC5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4AFAB-198F-4969-6DA5-846B1D959C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2CE95-4F12-D4A0-AAC9-34618B004C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-3600"/>
            <a:ext cx="12193200" cy="68616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79238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10060 Fysik (PG) | temperatur og varme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11/17/2025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091" y="1798320"/>
            <a:ext cx="10514231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83636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double de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37C4F-B92E-1E2D-D640-6453A375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EE1D6-E875-BC73-C0F1-ACBBEB43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11/17/2025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4571B-68EF-9D7B-0A35-F71996C84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06B6A-CB89-EBFF-94F3-3663DAF52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DA7FF6-8C19-BA4D-02FE-C99E3C5CBD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091" y="1838325"/>
            <a:ext cx="5155529" cy="4398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01FD0F-07FA-89FA-36B2-E925D11193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6793" y="1828801"/>
            <a:ext cx="5155529" cy="4398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51191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5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79238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 dirty="0"/>
              <a:t>10060 Fysik (PG) | magnetfelter fra elektriske strømme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da-DK" sz="700" b="1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Alexander Simon Thrysøe | Danmarks Tekniske Universitet</a:t>
            </a:r>
            <a:endParaRPr lang="da-DK" sz="7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79238E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498C49-6F56-292E-8610-924B87479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 dirty="0"/>
              <a:t>11.11.2024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  <p:sldLayoutId id="2147483678" r:id="rId12"/>
    <p:sldLayoutId id="2147483679" r:id="rId13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45.xml"/><Relationship Id="rId1" Type="http://schemas.openxmlformats.org/officeDocument/2006/relationships/customXml" Target="../../customXml/item4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7.xml"/><Relationship Id="rId1" Type="http://schemas.openxmlformats.org/officeDocument/2006/relationships/customXml" Target="../../customXml/item46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22.xml"/><Relationship Id="rId299" Type="http://schemas.openxmlformats.org/officeDocument/2006/relationships/tags" Target="../tags/tag304.xml"/><Relationship Id="rId21" Type="http://schemas.openxmlformats.org/officeDocument/2006/relationships/tags" Target="../tags/tag26.xml"/><Relationship Id="rId63" Type="http://schemas.openxmlformats.org/officeDocument/2006/relationships/tags" Target="../tags/tag68.xml"/><Relationship Id="rId159" Type="http://schemas.openxmlformats.org/officeDocument/2006/relationships/tags" Target="../tags/tag164.xml"/><Relationship Id="rId324" Type="http://schemas.openxmlformats.org/officeDocument/2006/relationships/tags" Target="../tags/tag329.xml"/><Relationship Id="rId366" Type="http://schemas.openxmlformats.org/officeDocument/2006/relationships/tags" Target="../tags/tag371.xml"/><Relationship Id="rId170" Type="http://schemas.openxmlformats.org/officeDocument/2006/relationships/tags" Target="../tags/tag175.xml"/><Relationship Id="rId226" Type="http://schemas.openxmlformats.org/officeDocument/2006/relationships/tags" Target="../tags/tag231.xml"/><Relationship Id="rId433" Type="http://schemas.openxmlformats.org/officeDocument/2006/relationships/tags" Target="../tags/tag438.xml"/><Relationship Id="rId268" Type="http://schemas.openxmlformats.org/officeDocument/2006/relationships/tags" Target="../tags/tag273.xml"/><Relationship Id="rId32" Type="http://schemas.openxmlformats.org/officeDocument/2006/relationships/tags" Target="../tags/tag37.xml"/><Relationship Id="rId74" Type="http://schemas.openxmlformats.org/officeDocument/2006/relationships/tags" Target="../tags/tag79.xml"/><Relationship Id="rId128" Type="http://schemas.openxmlformats.org/officeDocument/2006/relationships/tags" Target="../tags/tag133.xml"/><Relationship Id="rId335" Type="http://schemas.openxmlformats.org/officeDocument/2006/relationships/tags" Target="../tags/tag340.xml"/><Relationship Id="rId377" Type="http://schemas.openxmlformats.org/officeDocument/2006/relationships/tags" Target="../tags/tag382.xml"/><Relationship Id="rId5" Type="http://schemas.openxmlformats.org/officeDocument/2006/relationships/tags" Target="../tags/tag10.xml"/><Relationship Id="rId181" Type="http://schemas.openxmlformats.org/officeDocument/2006/relationships/tags" Target="../tags/tag186.xml"/><Relationship Id="rId237" Type="http://schemas.openxmlformats.org/officeDocument/2006/relationships/tags" Target="../tags/tag242.xml"/><Relationship Id="rId402" Type="http://schemas.openxmlformats.org/officeDocument/2006/relationships/tags" Target="../tags/tag407.xml"/><Relationship Id="rId279" Type="http://schemas.openxmlformats.org/officeDocument/2006/relationships/tags" Target="../tags/tag284.xml"/><Relationship Id="rId444" Type="http://schemas.openxmlformats.org/officeDocument/2006/relationships/tags" Target="../tags/tag449.xml"/><Relationship Id="rId43" Type="http://schemas.openxmlformats.org/officeDocument/2006/relationships/tags" Target="../tags/tag48.xml"/><Relationship Id="rId139" Type="http://schemas.openxmlformats.org/officeDocument/2006/relationships/tags" Target="../tags/tag144.xml"/><Relationship Id="rId290" Type="http://schemas.openxmlformats.org/officeDocument/2006/relationships/tags" Target="../tags/tag295.xml"/><Relationship Id="rId304" Type="http://schemas.openxmlformats.org/officeDocument/2006/relationships/tags" Target="../tags/tag309.xml"/><Relationship Id="rId346" Type="http://schemas.openxmlformats.org/officeDocument/2006/relationships/tags" Target="../tags/tag351.xml"/><Relationship Id="rId388" Type="http://schemas.openxmlformats.org/officeDocument/2006/relationships/tags" Target="../tags/tag393.xml"/><Relationship Id="rId85" Type="http://schemas.openxmlformats.org/officeDocument/2006/relationships/tags" Target="../tags/tag90.xml"/><Relationship Id="rId150" Type="http://schemas.openxmlformats.org/officeDocument/2006/relationships/tags" Target="../tags/tag155.xml"/><Relationship Id="rId192" Type="http://schemas.openxmlformats.org/officeDocument/2006/relationships/tags" Target="../tags/tag197.xml"/><Relationship Id="rId206" Type="http://schemas.openxmlformats.org/officeDocument/2006/relationships/tags" Target="../tags/tag211.xml"/><Relationship Id="rId413" Type="http://schemas.openxmlformats.org/officeDocument/2006/relationships/tags" Target="../tags/tag418.xml"/><Relationship Id="rId248" Type="http://schemas.openxmlformats.org/officeDocument/2006/relationships/tags" Target="../tags/tag253.xml"/><Relationship Id="rId12" Type="http://schemas.openxmlformats.org/officeDocument/2006/relationships/tags" Target="../tags/tag17.xml"/><Relationship Id="rId108" Type="http://schemas.openxmlformats.org/officeDocument/2006/relationships/tags" Target="../tags/tag113.xml"/><Relationship Id="rId315" Type="http://schemas.openxmlformats.org/officeDocument/2006/relationships/tags" Target="../tags/tag320.xml"/><Relationship Id="rId357" Type="http://schemas.openxmlformats.org/officeDocument/2006/relationships/tags" Target="../tags/tag362.xml"/><Relationship Id="rId54" Type="http://schemas.openxmlformats.org/officeDocument/2006/relationships/tags" Target="../tags/tag59.xml"/><Relationship Id="rId96" Type="http://schemas.openxmlformats.org/officeDocument/2006/relationships/tags" Target="../tags/tag101.xml"/><Relationship Id="rId161" Type="http://schemas.openxmlformats.org/officeDocument/2006/relationships/tags" Target="../tags/tag166.xml"/><Relationship Id="rId217" Type="http://schemas.openxmlformats.org/officeDocument/2006/relationships/tags" Target="../tags/tag222.xml"/><Relationship Id="rId399" Type="http://schemas.openxmlformats.org/officeDocument/2006/relationships/tags" Target="../tags/tag404.xml"/><Relationship Id="rId259" Type="http://schemas.openxmlformats.org/officeDocument/2006/relationships/tags" Target="../tags/tag264.xml"/><Relationship Id="rId424" Type="http://schemas.openxmlformats.org/officeDocument/2006/relationships/tags" Target="../tags/tag429.xml"/><Relationship Id="rId23" Type="http://schemas.openxmlformats.org/officeDocument/2006/relationships/tags" Target="../tags/tag28.xml"/><Relationship Id="rId119" Type="http://schemas.openxmlformats.org/officeDocument/2006/relationships/tags" Target="../tags/tag124.xml"/><Relationship Id="rId270" Type="http://schemas.openxmlformats.org/officeDocument/2006/relationships/tags" Target="../tags/tag275.xml"/><Relationship Id="rId326" Type="http://schemas.openxmlformats.org/officeDocument/2006/relationships/tags" Target="../tags/tag331.xml"/><Relationship Id="rId65" Type="http://schemas.openxmlformats.org/officeDocument/2006/relationships/tags" Target="../tags/tag70.xml"/><Relationship Id="rId130" Type="http://schemas.openxmlformats.org/officeDocument/2006/relationships/tags" Target="../tags/tag135.xml"/><Relationship Id="rId368" Type="http://schemas.openxmlformats.org/officeDocument/2006/relationships/tags" Target="../tags/tag373.xml"/><Relationship Id="rId172" Type="http://schemas.openxmlformats.org/officeDocument/2006/relationships/tags" Target="../tags/tag177.xml"/><Relationship Id="rId228" Type="http://schemas.openxmlformats.org/officeDocument/2006/relationships/tags" Target="../tags/tag233.xml"/><Relationship Id="rId435" Type="http://schemas.openxmlformats.org/officeDocument/2006/relationships/tags" Target="../tags/tag440.xml"/><Relationship Id="rId281" Type="http://schemas.openxmlformats.org/officeDocument/2006/relationships/tags" Target="../tags/tag286.xml"/><Relationship Id="rId337" Type="http://schemas.openxmlformats.org/officeDocument/2006/relationships/tags" Target="../tags/tag342.xml"/><Relationship Id="rId34" Type="http://schemas.openxmlformats.org/officeDocument/2006/relationships/tags" Target="../tags/tag39.xml"/><Relationship Id="rId76" Type="http://schemas.openxmlformats.org/officeDocument/2006/relationships/tags" Target="../tags/tag81.xml"/><Relationship Id="rId141" Type="http://schemas.openxmlformats.org/officeDocument/2006/relationships/tags" Target="../tags/tag146.xml"/><Relationship Id="rId379" Type="http://schemas.openxmlformats.org/officeDocument/2006/relationships/tags" Target="../tags/tag384.xml"/><Relationship Id="rId7" Type="http://schemas.openxmlformats.org/officeDocument/2006/relationships/tags" Target="../tags/tag12.xml"/><Relationship Id="rId183" Type="http://schemas.openxmlformats.org/officeDocument/2006/relationships/tags" Target="../tags/tag188.xml"/><Relationship Id="rId239" Type="http://schemas.openxmlformats.org/officeDocument/2006/relationships/tags" Target="../tags/tag244.xml"/><Relationship Id="rId390" Type="http://schemas.openxmlformats.org/officeDocument/2006/relationships/tags" Target="../tags/tag395.xml"/><Relationship Id="rId404" Type="http://schemas.openxmlformats.org/officeDocument/2006/relationships/tags" Target="../tags/tag409.xml"/><Relationship Id="rId250" Type="http://schemas.openxmlformats.org/officeDocument/2006/relationships/tags" Target="../tags/tag255.xml"/><Relationship Id="rId292" Type="http://schemas.openxmlformats.org/officeDocument/2006/relationships/tags" Target="../tags/tag297.xml"/><Relationship Id="rId306" Type="http://schemas.openxmlformats.org/officeDocument/2006/relationships/tags" Target="../tags/tag311.xml"/><Relationship Id="rId45" Type="http://schemas.openxmlformats.org/officeDocument/2006/relationships/tags" Target="../tags/tag50.xml"/><Relationship Id="rId87" Type="http://schemas.openxmlformats.org/officeDocument/2006/relationships/tags" Target="../tags/tag92.xml"/><Relationship Id="rId110" Type="http://schemas.openxmlformats.org/officeDocument/2006/relationships/tags" Target="../tags/tag115.xml"/><Relationship Id="rId348" Type="http://schemas.openxmlformats.org/officeDocument/2006/relationships/tags" Target="../tags/tag353.xml"/><Relationship Id="rId152" Type="http://schemas.openxmlformats.org/officeDocument/2006/relationships/tags" Target="../tags/tag157.xml"/><Relationship Id="rId194" Type="http://schemas.openxmlformats.org/officeDocument/2006/relationships/tags" Target="../tags/tag199.xml"/><Relationship Id="rId208" Type="http://schemas.openxmlformats.org/officeDocument/2006/relationships/tags" Target="../tags/tag213.xml"/><Relationship Id="rId415" Type="http://schemas.openxmlformats.org/officeDocument/2006/relationships/tags" Target="../tags/tag420.xml"/><Relationship Id="rId261" Type="http://schemas.openxmlformats.org/officeDocument/2006/relationships/tags" Target="../tags/tag266.xml"/><Relationship Id="rId14" Type="http://schemas.openxmlformats.org/officeDocument/2006/relationships/tags" Target="../tags/tag19.xml"/><Relationship Id="rId56" Type="http://schemas.openxmlformats.org/officeDocument/2006/relationships/tags" Target="../tags/tag61.xml"/><Relationship Id="rId317" Type="http://schemas.openxmlformats.org/officeDocument/2006/relationships/tags" Target="../tags/tag322.xml"/><Relationship Id="rId359" Type="http://schemas.openxmlformats.org/officeDocument/2006/relationships/tags" Target="../tags/tag364.xml"/><Relationship Id="rId98" Type="http://schemas.openxmlformats.org/officeDocument/2006/relationships/tags" Target="../tags/tag103.xml"/><Relationship Id="rId121" Type="http://schemas.openxmlformats.org/officeDocument/2006/relationships/tags" Target="../tags/tag126.xml"/><Relationship Id="rId163" Type="http://schemas.openxmlformats.org/officeDocument/2006/relationships/tags" Target="../tags/tag168.xml"/><Relationship Id="rId219" Type="http://schemas.openxmlformats.org/officeDocument/2006/relationships/tags" Target="../tags/tag224.xml"/><Relationship Id="rId370" Type="http://schemas.openxmlformats.org/officeDocument/2006/relationships/tags" Target="../tags/tag375.xml"/><Relationship Id="rId426" Type="http://schemas.openxmlformats.org/officeDocument/2006/relationships/tags" Target="../tags/tag431.xml"/><Relationship Id="rId230" Type="http://schemas.openxmlformats.org/officeDocument/2006/relationships/tags" Target="../tags/tag235.xml"/><Relationship Id="rId25" Type="http://schemas.openxmlformats.org/officeDocument/2006/relationships/tags" Target="../tags/tag30.xml"/><Relationship Id="rId67" Type="http://schemas.openxmlformats.org/officeDocument/2006/relationships/tags" Target="../tags/tag72.xml"/><Relationship Id="rId272" Type="http://schemas.openxmlformats.org/officeDocument/2006/relationships/tags" Target="../tags/tag277.xml"/><Relationship Id="rId328" Type="http://schemas.openxmlformats.org/officeDocument/2006/relationships/tags" Target="../tags/tag333.xml"/><Relationship Id="rId132" Type="http://schemas.openxmlformats.org/officeDocument/2006/relationships/tags" Target="../tags/tag137.xml"/><Relationship Id="rId174" Type="http://schemas.openxmlformats.org/officeDocument/2006/relationships/tags" Target="../tags/tag179.xml"/><Relationship Id="rId381" Type="http://schemas.openxmlformats.org/officeDocument/2006/relationships/tags" Target="../tags/tag386.xml"/><Relationship Id="rId241" Type="http://schemas.openxmlformats.org/officeDocument/2006/relationships/tags" Target="../tags/tag246.xml"/><Relationship Id="rId437" Type="http://schemas.openxmlformats.org/officeDocument/2006/relationships/tags" Target="../tags/tag442.xml"/><Relationship Id="rId36" Type="http://schemas.openxmlformats.org/officeDocument/2006/relationships/tags" Target="../tags/tag41.xml"/><Relationship Id="rId283" Type="http://schemas.openxmlformats.org/officeDocument/2006/relationships/tags" Target="../tags/tag288.xml"/><Relationship Id="rId339" Type="http://schemas.openxmlformats.org/officeDocument/2006/relationships/tags" Target="../tags/tag344.xml"/><Relationship Id="rId78" Type="http://schemas.openxmlformats.org/officeDocument/2006/relationships/tags" Target="../tags/tag83.xml"/><Relationship Id="rId101" Type="http://schemas.openxmlformats.org/officeDocument/2006/relationships/tags" Target="../tags/tag106.xml"/><Relationship Id="rId143" Type="http://schemas.openxmlformats.org/officeDocument/2006/relationships/tags" Target="../tags/tag148.xml"/><Relationship Id="rId185" Type="http://schemas.openxmlformats.org/officeDocument/2006/relationships/tags" Target="../tags/tag190.xml"/><Relationship Id="rId350" Type="http://schemas.openxmlformats.org/officeDocument/2006/relationships/tags" Target="../tags/tag355.xml"/><Relationship Id="rId406" Type="http://schemas.openxmlformats.org/officeDocument/2006/relationships/tags" Target="../tags/tag411.xml"/><Relationship Id="rId9" Type="http://schemas.openxmlformats.org/officeDocument/2006/relationships/tags" Target="../tags/tag14.xml"/><Relationship Id="rId210" Type="http://schemas.openxmlformats.org/officeDocument/2006/relationships/tags" Target="../tags/tag215.xml"/><Relationship Id="rId392" Type="http://schemas.openxmlformats.org/officeDocument/2006/relationships/tags" Target="../tags/tag397.xml"/><Relationship Id="rId252" Type="http://schemas.openxmlformats.org/officeDocument/2006/relationships/tags" Target="../tags/tag257.xml"/><Relationship Id="rId294" Type="http://schemas.openxmlformats.org/officeDocument/2006/relationships/tags" Target="../tags/tag299.xml"/><Relationship Id="rId308" Type="http://schemas.openxmlformats.org/officeDocument/2006/relationships/tags" Target="../tags/tag313.xml"/><Relationship Id="rId47" Type="http://schemas.openxmlformats.org/officeDocument/2006/relationships/tags" Target="../tags/tag52.xml"/><Relationship Id="rId89" Type="http://schemas.openxmlformats.org/officeDocument/2006/relationships/tags" Target="../tags/tag94.xml"/><Relationship Id="rId112" Type="http://schemas.openxmlformats.org/officeDocument/2006/relationships/tags" Target="../tags/tag117.xml"/><Relationship Id="rId154" Type="http://schemas.openxmlformats.org/officeDocument/2006/relationships/tags" Target="../tags/tag159.xml"/><Relationship Id="rId361" Type="http://schemas.openxmlformats.org/officeDocument/2006/relationships/tags" Target="../tags/tag366.xml"/><Relationship Id="rId196" Type="http://schemas.openxmlformats.org/officeDocument/2006/relationships/tags" Target="../tags/tag201.xml"/><Relationship Id="rId417" Type="http://schemas.openxmlformats.org/officeDocument/2006/relationships/tags" Target="../tags/tag422.xml"/><Relationship Id="rId16" Type="http://schemas.openxmlformats.org/officeDocument/2006/relationships/tags" Target="../tags/tag21.xml"/><Relationship Id="rId221" Type="http://schemas.openxmlformats.org/officeDocument/2006/relationships/tags" Target="../tags/tag226.xml"/><Relationship Id="rId263" Type="http://schemas.openxmlformats.org/officeDocument/2006/relationships/tags" Target="../tags/tag268.xml"/><Relationship Id="rId319" Type="http://schemas.openxmlformats.org/officeDocument/2006/relationships/tags" Target="../tags/tag324.xml"/><Relationship Id="rId58" Type="http://schemas.openxmlformats.org/officeDocument/2006/relationships/tags" Target="../tags/tag63.xml"/><Relationship Id="rId123" Type="http://schemas.openxmlformats.org/officeDocument/2006/relationships/tags" Target="../tags/tag128.xml"/><Relationship Id="rId330" Type="http://schemas.openxmlformats.org/officeDocument/2006/relationships/tags" Target="../tags/tag335.xml"/><Relationship Id="rId165" Type="http://schemas.openxmlformats.org/officeDocument/2006/relationships/tags" Target="../tags/tag170.xml"/><Relationship Id="rId372" Type="http://schemas.openxmlformats.org/officeDocument/2006/relationships/tags" Target="../tags/tag377.xml"/><Relationship Id="rId428" Type="http://schemas.openxmlformats.org/officeDocument/2006/relationships/tags" Target="../tags/tag433.xml"/><Relationship Id="rId232" Type="http://schemas.openxmlformats.org/officeDocument/2006/relationships/tags" Target="../tags/tag237.xml"/><Relationship Id="rId274" Type="http://schemas.openxmlformats.org/officeDocument/2006/relationships/tags" Target="../tags/tag279.xml"/><Relationship Id="rId27" Type="http://schemas.openxmlformats.org/officeDocument/2006/relationships/tags" Target="../tags/tag32.xml"/><Relationship Id="rId69" Type="http://schemas.openxmlformats.org/officeDocument/2006/relationships/tags" Target="../tags/tag74.xml"/><Relationship Id="rId134" Type="http://schemas.openxmlformats.org/officeDocument/2006/relationships/tags" Target="../tags/tag139.xml"/><Relationship Id="rId80" Type="http://schemas.openxmlformats.org/officeDocument/2006/relationships/tags" Target="../tags/tag85.xml"/><Relationship Id="rId176" Type="http://schemas.openxmlformats.org/officeDocument/2006/relationships/tags" Target="../tags/tag181.xml"/><Relationship Id="rId341" Type="http://schemas.openxmlformats.org/officeDocument/2006/relationships/tags" Target="../tags/tag346.xml"/><Relationship Id="rId383" Type="http://schemas.openxmlformats.org/officeDocument/2006/relationships/tags" Target="../tags/tag388.xml"/><Relationship Id="rId439" Type="http://schemas.openxmlformats.org/officeDocument/2006/relationships/tags" Target="../tags/tag444.xml"/><Relationship Id="rId201" Type="http://schemas.openxmlformats.org/officeDocument/2006/relationships/tags" Target="../tags/tag206.xml"/><Relationship Id="rId243" Type="http://schemas.openxmlformats.org/officeDocument/2006/relationships/tags" Target="../tags/tag248.xml"/><Relationship Id="rId285" Type="http://schemas.openxmlformats.org/officeDocument/2006/relationships/tags" Target="../tags/tag290.xml"/><Relationship Id="rId38" Type="http://schemas.openxmlformats.org/officeDocument/2006/relationships/tags" Target="../tags/tag43.xml"/><Relationship Id="rId103" Type="http://schemas.openxmlformats.org/officeDocument/2006/relationships/tags" Target="../tags/tag108.xml"/><Relationship Id="rId310" Type="http://schemas.openxmlformats.org/officeDocument/2006/relationships/tags" Target="../tags/tag315.xml"/><Relationship Id="rId91" Type="http://schemas.openxmlformats.org/officeDocument/2006/relationships/tags" Target="../tags/tag96.xml"/><Relationship Id="rId145" Type="http://schemas.openxmlformats.org/officeDocument/2006/relationships/tags" Target="../tags/tag150.xml"/><Relationship Id="rId187" Type="http://schemas.openxmlformats.org/officeDocument/2006/relationships/tags" Target="../tags/tag192.xml"/><Relationship Id="rId352" Type="http://schemas.openxmlformats.org/officeDocument/2006/relationships/tags" Target="../tags/tag357.xml"/><Relationship Id="rId394" Type="http://schemas.openxmlformats.org/officeDocument/2006/relationships/tags" Target="../tags/tag399.xml"/><Relationship Id="rId408" Type="http://schemas.openxmlformats.org/officeDocument/2006/relationships/tags" Target="../tags/tag413.xml"/><Relationship Id="rId212" Type="http://schemas.openxmlformats.org/officeDocument/2006/relationships/tags" Target="../tags/tag217.xml"/><Relationship Id="rId254" Type="http://schemas.openxmlformats.org/officeDocument/2006/relationships/tags" Target="../tags/tag259.xml"/><Relationship Id="rId49" Type="http://schemas.openxmlformats.org/officeDocument/2006/relationships/tags" Target="../tags/tag54.xml"/><Relationship Id="rId114" Type="http://schemas.openxmlformats.org/officeDocument/2006/relationships/tags" Target="../tags/tag119.xml"/><Relationship Id="rId296" Type="http://schemas.openxmlformats.org/officeDocument/2006/relationships/tags" Target="../tags/tag301.xml"/><Relationship Id="rId60" Type="http://schemas.openxmlformats.org/officeDocument/2006/relationships/tags" Target="../tags/tag65.xml"/><Relationship Id="rId156" Type="http://schemas.openxmlformats.org/officeDocument/2006/relationships/tags" Target="../tags/tag161.xml"/><Relationship Id="rId198" Type="http://schemas.openxmlformats.org/officeDocument/2006/relationships/tags" Target="../tags/tag203.xml"/><Relationship Id="rId321" Type="http://schemas.openxmlformats.org/officeDocument/2006/relationships/tags" Target="../tags/tag326.xml"/><Relationship Id="rId363" Type="http://schemas.openxmlformats.org/officeDocument/2006/relationships/tags" Target="../tags/tag368.xml"/><Relationship Id="rId419" Type="http://schemas.openxmlformats.org/officeDocument/2006/relationships/tags" Target="../tags/tag424.xml"/><Relationship Id="rId223" Type="http://schemas.openxmlformats.org/officeDocument/2006/relationships/tags" Target="../tags/tag228.xml"/><Relationship Id="rId430" Type="http://schemas.openxmlformats.org/officeDocument/2006/relationships/tags" Target="../tags/tag435.xml"/><Relationship Id="rId18" Type="http://schemas.openxmlformats.org/officeDocument/2006/relationships/tags" Target="../tags/tag23.xml"/><Relationship Id="rId39" Type="http://schemas.openxmlformats.org/officeDocument/2006/relationships/tags" Target="../tags/tag44.xml"/><Relationship Id="rId265" Type="http://schemas.openxmlformats.org/officeDocument/2006/relationships/tags" Target="../tags/tag270.xml"/><Relationship Id="rId286" Type="http://schemas.openxmlformats.org/officeDocument/2006/relationships/tags" Target="../tags/tag291.xml"/><Relationship Id="rId50" Type="http://schemas.openxmlformats.org/officeDocument/2006/relationships/tags" Target="../tags/tag55.xml"/><Relationship Id="rId104" Type="http://schemas.openxmlformats.org/officeDocument/2006/relationships/tags" Target="../tags/tag109.xml"/><Relationship Id="rId125" Type="http://schemas.openxmlformats.org/officeDocument/2006/relationships/tags" Target="../tags/tag130.xml"/><Relationship Id="rId146" Type="http://schemas.openxmlformats.org/officeDocument/2006/relationships/tags" Target="../tags/tag151.xml"/><Relationship Id="rId167" Type="http://schemas.openxmlformats.org/officeDocument/2006/relationships/tags" Target="../tags/tag172.xml"/><Relationship Id="rId188" Type="http://schemas.openxmlformats.org/officeDocument/2006/relationships/tags" Target="../tags/tag193.xml"/><Relationship Id="rId311" Type="http://schemas.openxmlformats.org/officeDocument/2006/relationships/tags" Target="../tags/tag316.xml"/><Relationship Id="rId332" Type="http://schemas.openxmlformats.org/officeDocument/2006/relationships/tags" Target="../tags/tag337.xml"/><Relationship Id="rId353" Type="http://schemas.openxmlformats.org/officeDocument/2006/relationships/tags" Target="../tags/tag358.xml"/><Relationship Id="rId374" Type="http://schemas.openxmlformats.org/officeDocument/2006/relationships/tags" Target="../tags/tag379.xml"/><Relationship Id="rId395" Type="http://schemas.openxmlformats.org/officeDocument/2006/relationships/tags" Target="../tags/tag400.xml"/><Relationship Id="rId409" Type="http://schemas.openxmlformats.org/officeDocument/2006/relationships/tags" Target="../tags/tag414.xml"/><Relationship Id="rId71" Type="http://schemas.openxmlformats.org/officeDocument/2006/relationships/tags" Target="../tags/tag76.xml"/><Relationship Id="rId92" Type="http://schemas.openxmlformats.org/officeDocument/2006/relationships/tags" Target="../tags/tag97.xml"/><Relationship Id="rId213" Type="http://schemas.openxmlformats.org/officeDocument/2006/relationships/tags" Target="../tags/tag218.xml"/><Relationship Id="rId234" Type="http://schemas.openxmlformats.org/officeDocument/2006/relationships/tags" Target="../tags/tag239.xml"/><Relationship Id="rId420" Type="http://schemas.openxmlformats.org/officeDocument/2006/relationships/tags" Target="../tags/tag425.xml"/><Relationship Id="rId2" Type="http://schemas.openxmlformats.org/officeDocument/2006/relationships/tags" Target="../tags/tag7.xml"/><Relationship Id="rId29" Type="http://schemas.openxmlformats.org/officeDocument/2006/relationships/tags" Target="../tags/tag34.xml"/><Relationship Id="rId255" Type="http://schemas.openxmlformats.org/officeDocument/2006/relationships/tags" Target="../tags/tag260.xml"/><Relationship Id="rId276" Type="http://schemas.openxmlformats.org/officeDocument/2006/relationships/tags" Target="../tags/tag281.xml"/><Relationship Id="rId297" Type="http://schemas.openxmlformats.org/officeDocument/2006/relationships/tags" Target="../tags/tag302.xml"/><Relationship Id="rId441" Type="http://schemas.openxmlformats.org/officeDocument/2006/relationships/tags" Target="../tags/tag446.xml"/><Relationship Id="rId40" Type="http://schemas.openxmlformats.org/officeDocument/2006/relationships/tags" Target="../tags/tag45.xml"/><Relationship Id="rId115" Type="http://schemas.openxmlformats.org/officeDocument/2006/relationships/tags" Target="../tags/tag120.xml"/><Relationship Id="rId136" Type="http://schemas.openxmlformats.org/officeDocument/2006/relationships/tags" Target="../tags/tag141.xml"/><Relationship Id="rId157" Type="http://schemas.openxmlformats.org/officeDocument/2006/relationships/tags" Target="../tags/tag162.xml"/><Relationship Id="rId178" Type="http://schemas.openxmlformats.org/officeDocument/2006/relationships/tags" Target="../tags/tag183.xml"/><Relationship Id="rId301" Type="http://schemas.openxmlformats.org/officeDocument/2006/relationships/tags" Target="../tags/tag306.xml"/><Relationship Id="rId322" Type="http://schemas.openxmlformats.org/officeDocument/2006/relationships/tags" Target="../tags/tag327.xml"/><Relationship Id="rId343" Type="http://schemas.openxmlformats.org/officeDocument/2006/relationships/tags" Target="../tags/tag348.xml"/><Relationship Id="rId364" Type="http://schemas.openxmlformats.org/officeDocument/2006/relationships/tags" Target="../tags/tag369.xml"/><Relationship Id="rId61" Type="http://schemas.openxmlformats.org/officeDocument/2006/relationships/tags" Target="../tags/tag66.xml"/><Relationship Id="rId82" Type="http://schemas.openxmlformats.org/officeDocument/2006/relationships/tags" Target="../tags/tag87.xml"/><Relationship Id="rId199" Type="http://schemas.openxmlformats.org/officeDocument/2006/relationships/tags" Target="../tags/tag204.xml"/><Relationship Id="rId203" Type="http://schemas.openxmlformats.org/officeDocument/2006/relationships/tags" Target="../tags/tag208.xml"/><Relationship Id="rId385" Type="http://schemas.openxmlformats.org/officeDocument/2006/relationships/tags" Target="../tags/tag390.xml"/><Relationship Id="rId19" Type="http://schemas.openxmlformats.org/officeDocument/2006/relationships/tags" Target="../tags/tag24.xml"/><Relationship Id="rId224" Type="http://schemas.openxmlformats.org/officeDocument/2006/relationships/tags" Target="../tags/tag229.xml"/><Relationship Id="rId245" Type="http://schemas.openxmlformats.org/officeDocument/2006/relationships/tags" Target="../tags/tag250.xml"/><Relationship Id="rId266" Type="http://schemas.openxmlformats.org/officeDocument/2006/relationships/tags" Target="../tags/tag271.xml"/><Relationship Id="rId287" Type="http://schemas.openxmlformats.org/officeDocument/2006/relationships/tags" Target="../tags/tag292.xml"/><Relationship Id="rId410" Type="http://schemas.openxmlformats.org/officeDocument/2006/relationships/tags" Target="../tags/tag415.xml"/><Relationship Id="rId431" Type="http://schemas.openxmlformats.org/officeDocument/2006/relationships/tags" Target="../tags/tag436.xml"/><Relationship Id="rId30" Type="http://schemas.openxmlformats.org/officeDocument/2006/relationships/tags" Target="../tags/tag35.xml"/><Relationship Id="rId105" Type="http://schemas.openxmlformats.org/officeDocument/2006/relationships/tags" Target="../tags/tag110.xml"/><Relationship Id="rId126" Type="http://schemas.openxmlformats.org/officeDocument/2006/relationships/tags" Target="../tags/tag131.xml"/><Relationship Id="rId147" Type="http://schemas.openxmlformats.org/officeDocument/2006/relationships/tags" Target="../tags/tag152.xml"/><Relationship Id="rId168" Type="http://schemas.openxmlformats.org/officeDocument/2006/relationships/tags" Target="../tags/tag173.xml"/><Relationship Id="rId312" Type="http://schemas.openxmlformats.org/officeDocument/2006/relationships/tags" Target="../tags/tag317.xml"/><Relationship Id="rId333" Type="http://schemas.openxmlformats.org/officeDocument/2006/relationships/tags" Target="../tags/tag338.xml"/><Relationship Id="rId354" Type="http://schemas.openxmlformats.org/officeDocument/2006/relationships/tags" Target="../tags/tag359.xml"/><Relationship Id="rId51" Type="http://schemas.openxmlformats.org/officeDocument/2006/relationships/tags" Target="../tags/tag56.xml"/><Relationship Id="rId72" Type="http://schemas.openxmlformats.org/officeDocument/2006/relationships/tags" Target="../tags/tag77.xml"/><Relationship Id="rId93" Type="http://schemas.openxmlformats.org/officeDocument/2006/relationships/tags" Target="../tags/tag98.xml"/><Relationship Id="rId189" Type="http://schemas.openxmlformats.org/officeDocument/2006/relationships/tags" Target="../tags/tag194.xml"/><Relationship Id="rId375" Type="http://schemas.openxmlformats.org/officeDocument/2006/relationships/tags" Target="../tags/tag380.xml"/><Relationship Id="rId396" Type="http://schemas.openxmlformats.org/officeDocument/2006/relationships/tags" Target="../tags/tag401.xml"/><Relationship Id="rId3" Type="http://schemas.openxmlformats.org/officeDocument/2006/relationships/tags" Target="../tags/tag8.xml"/><Relationship Id="rId214" Type="http://schemas.openxmlformats.org/officeDocument/2006/relationships/tags" Target="../tags/tag219.xml"/><Relationship Id="rId235" Type="http://schemas.openxmlformats.org/officeDocument/2006/relationships/tags" Target="../tags/tag240.xml"/><Relationship Id="rId256" Type="http://schemas.openxmlformats.org/officeDocument/2006/relationships/tags" Target="../tags/tag261.xml"/><Relationship Id="rId277" Type="http://schemas.openxmlformats.org/officeDocument/2006/relationships/tags" Target="../tags/tag282.xml"/><Relationship Id="rId298" Type="http://schemas.openxmlformats.org/officeDocument/2006/relationships/tags" Target="../tags/tag303.xml"/><Relationship Id="rId400" Type="http://schemas.openxmlformats.org/officeDocument/2006/relationships/tags" Target="../tags/tag405.xml"/><Relationship Id="rId421" Type="http://schemas.openxmlformats.org/officeDocument/2006/relationships/tags" Target="../tags/tag426.xml"/><Relationship Id="rId442" Type="http://schemas.openxmlformats.org/officeDocument/2006/relationships/tags" Target="../tags/tag447.xml"/><Relationship Id="rId116" Type="http://schemas.openxmlformats.org/officeDocument/2006/relationships/tags" Target="../tags/tag121.xml"/><Relationship Id="rId137" Type="http://schemas.openxmlformats.org/officeDocument/2006/relationships/tags" Target="../tags/tag142.xml"/><Relationship Id="rId158" Type="http://schemas.openxmlformats.org/officeDocument/2006/relationships/tags" Target="../tags/tag163.xml"/><Relationship Id="rId302" Type="http://schemas.openxmlformats.org/officeDocument/2006/relationships/tags" Target="../tags/tag307.xml"/><Relationship Id="rId323" Type="http://schemas.openxmlformats.org/officeDocument/2006/relationships/tags" Target="../tags/tag328.xml"/><Relationship Id="rId344" Type="http://schemas.openxmlformats.org/officeDocument/2006/relationships/tags" Target="../tags/tag349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62" Type="http://schemas.openxmlformats.org/officeDocument/2006/relationships/tags" Target="../tags/tag67.xml"/><Relationship Id="rId83" Type="http://schemas.openxmlformats.org/officeDocument/2006/relationships/tags" Target="../tags/tag88.xml"/><Relationship Id="rId179" Type="http://schemas.openxmlformats.org/officeDocument/2006/relationships/tags" Target="../tags/tag184.xml"/><Relationship Id="rId365" Type="http://schemas.openxmlformats.org/officeDocument/2006/relationships/tags" Target="../tags/tag370.xml"/><Relationship Id="rId386" Type="http://schemas.openxmlformats.org/officeDocument/2006/relationships/tags" Target="../tags/tag391.xml"/><Relationship Id="rId190" Type="http://schemas.openxmlformats.org/officeDocument/2006/relationships/tags" Target="../tags/tag195.xml"/><Relationship Id="rId204" Type="http://schemas.openxmlformats.org/officeDocument/2006/relationships/tags" Target="../tags/tag209.xml"/><Relationship Id="rId225" Type="http://schemas.openxmlformats.org/officeDocument/2006/relationships/tags" Target="../tags/tag230.xml"/><Relationship Id="rId246" Type="http://schemas.openxmlformats.org/officeDocument/2006/relationships/tags" Target="../tags/tag251.xml"/><Relationship Id="rId267" Type="http://schemas.openxmlformats.org/officeDocument/2006/relationships/tags" Target="../tags/tag272.xml"/><Relationship Id="rId288" Type="http://schemas.openxmlformats.org/officeDocument/2006/relationships/tags" Target="../tags/tag293.xml"/><Relationship Id="rId411" Type="http://schemas.openxmlformats.org/officeDocument/2006/relationships/tags" Target="../tags/tag416.xml"/><Relationship Id="rId432" Type="http://schemas.openxmlformats.org/officeDocument/2006/relationships/tags" Target="../tags/tag437.xml"/><Relationship Id="rId106" Type="http://schemas.openxmlformats.org/officeDocument/2006/relationships/tags" Target="../tags/tag111.xml"/><Relationship Id="rId127" Type="http://schemas.openxmlformats.org/officeDocument/2006/relationships/tags" Target="../tags/tag132.xml"/><Relationship Id="rId313" Type="http://schemas.openxmlformats.org/officeDocument/2006/relationships/tags" Target="../tags/tag318.xml"/><Relationship Id="rId10" Type="http://schemas.openxmlformats.org/officeDocument/2006/relationships/tags" Target="../tags/tag15.xml"/><Relationship Id="rId31" Type="http://schemas.openxmlformats.org/officeDocument/2006/relationships/tags" Target="../tags/tag36.xml"/><Relationship Id="rId52" Type="http://schemas.openxmlformats.org/officeDocument/2006/relationships/tags" Target="../tags/tag57.xml"/><Relationship Id="rId73" Type="http://schemas.openxmlformats.org/officeDocument/2006/relationships/tags" Target="../tags/tag78.xml"/><Relationship Id="rId94" Type="http://schemas.openxmlformats.org/officeDocument/2006/relationships/tags" Target="../tags/tag99.xml"/><Relationship Id="rId148" Type="http://schemas.openxmlformats.org/officeDocument/2006/relationships/tags" Target="../tags/tag153.xml"/><Relationship Id="rId169" Type="http://schemas.openxmlformats.org/officeDocument/2006/relationships/tags" Target="../tags/tag174.xml"/><Relationship Id="rId334" Type="http://schemas.openxmlformats.org/officeDocument/2006/relationships/tags" Target="../tags/tag339.xml"/><Relationship Id="rId355" Type="http://schemas.openxmlformats.org/officeDocument/2006/relationships/tags" Target="../tags/tag360.xml"/><Relationship Id="rId376" Type="http://schemas.openxmlformats.org/officeDocument/2006/relationships/tags" Target="../tags/tag381.xml"/><Relationship Id="rId397" Type="http://schemas.openxmlformats.org/officeDocument/2006/relationships/tags" Target="../tags/tag402.xml"/><Relationship Id="rId4" Type="http://schemas.openxmlformats.org/officeDocument/2006/relationships/tags" Target="../tags/tag9.xml"/><Relationship Id="rId180" Type="http://schemas.openxmlformats.org/officeDocument/2006/relationships/tags" Target="../tags/tag185.xml"/><Relationship Id="rId215" Type="http://schemas.openxmlformats.org/officeDocument/2006/relationships/tags" Target="../tags/tag220.xml"/><Relationship Id="rId236" Type="http://schemas.openxmlformats.org/officeDocument/2006/relationships/tags" Target="../tags/tag241.xml"/><Relationship Id="rId257" Type="http://schemas.openxmlformats.org/officeDocument/2006/relationships/tags" Target="../tags/tag262.xml"/><Relationship Id="rId278" Type="http://schemas.openxmlformats.org/officeDocument/2006/relationships/tags" Target="../tags/tag283.xml"/><Relationship Id="rId401" Type="http://schemas.openxmlformats.org/officeDocument/2006/relationships/tags" Target="../tags/tag406.xml"/><Relationship Id="rId422" Type="http://schemas.openxmlformats.org/officeDocument/2006/relationships/tags" Target="../tags/tag427.xml"/><Relationship Id="rId443" Type="http://schemas.openxmlformats.org/officeDocument/2006/relationships/tags" Target="../tags/tag448.xml"/><Relationship Id="rId303" Type="http://schemas.openxmlformats.org/officeDocument/2006/relationships/tags" Target="../tags/tag308.xml"/><Relationship Id="rId42" Type="http://schemas.openxmlformats.org/officeDocument/2006/relationships/tags" Target="../tags/tag47.xml"/><Relationship Id="rId84" Type="http://schemas.openxmlformats.org/officeDocument/2006/relationships/tags" Target="../tags/tag89.xml"/><Relationship Id="rId138" Type="http://schemas.openxmlformats.org/officeDocument/2006/relationships/tags" Target="../tags/tag143.xml"/><Relationship Id="rId345" Type="http://schemas.openxmlformats.org/officeDocument/2006/relationships/tags" Target="../tags/tag350.xml"/><Relationship Id="rId387" Type="http://schemas.openxmlformats.org/officeDocument/2006/relationships/tags" Target="../tags/tag392.xml"/><Relationship Id="rId191" Type="http://schemas.openxmlformats.org/officeDocument/2006/relationships/tags" Target="../tags/tag196.xml"/><Relationship Id="rId205" Type="http://schemas.openxmlformats.org/officeDocument/2006/relationships/tags" Target="../tags/tag210.xml"/><Relationship Id="rId247" Type="http://schemas.openxmlformats.org/officeDocument/2006/relationships/tags" Target="../tags/tag252.xml"/><Relationship Id="rId412" Type="http://schemas.openxmlformats.org/officeDocument/2006/relationships/tags" Target="../tags/tag417.xml"/><Relationship Id="rId107" Type="http://schemas.openxmlformats.org/officeDocument/2006/relationships/tags" Target="../tags/tag112.xml"/><Relationship Id="rId289" Type="http://schemas.openxmlformats.org/officeDocument/2006/relationships/tags" Target="../tags/tag294.xml"/><Relationship Id="rId11" Type="http://schemas.openxmlformats.org/officeDocument/2006/relationships/tags" Target="../tags/tag16.xml"/><Relationship Id="rId53" Type="http://schemas.openxmlformats.org/officeDocument/2006/relationships/tags" Target="../tags/tag58.xml"/><Relationship Id="rId149" Type="http://schemas.openxmlformats.org/officeDocument/2006/relationships/tags" Target="../tags/tag154.xml"/><Relationship Id="rId314" Type="http://schemas.openxmlformats.org/officeDocument/2006/relationships/tags" Target="../tags/tag319.xml"/><Relationship Id="rId356" Type="http://schemas.openxmlformats.org/officeDocument/2006/relationships/tags" Target="../tags/tag361.xml"/><Relationship Id="rId398" Type="http://schemas.openxmlformats.org/officeDocument/2006/relationships/tags" Target="../tags/tag403.xml"/><Relationship Id="rId95" Type="http://schemas.openxmlformats.org/officeDocument/2006/relationships/tags" Target="../tags/tag100.xml"/><Relationship Id="rId160" Type="http://schemas.openxmlformats.org/officeDocument/2006/relationships/tags" Target="../tags/tag165.xml"/><Relationship Id="rId216" Type="http://schemas.openxmlformats.org/officeDocument/2006/relationships/tags" Target="../tags/tag221.xml"/><Relationship Id="rId423" Type="http://schemas.openxmlformats.org/officeDocument/2006/relationships/tags" Target="../tags/tag428.xml"/><Relationship Id="rId258" Type="http://schemas.openxmlformats.org/officeDocument/2006/relationships/tags" Target="../tags/tag263.xml"/><Relationship Id="rId22" Type="http://schemas.openxmlformats.org/officeDocument/2006/relationships/tags" Target="../tags/tag27.xml"/><Relationship Id="rId64" Type="http://schemas.openxmlformats.org/officeDocument/2006/relationships/tags" Target="../tags/tag69.xml"/><Relationship Id="rId118" Type="http://schemas.openxmlformats.org/officeDocument/2006/relationships/tags" Target="../tags/tag123.xml"/><Relationship Id="rId325" Type="http://schemas.openxmlformats.org/officeDocument/2006/relationships/tags" Target="../tags/tag330.xml"/><Relationship Id="rId367" Type="http://schemas.openxmlformats.org/officeDocument/2006/relationships/tags" Target="../tags/tag372.xml"/><Relationship Id="rId171" Type="http://schemas.openxmlformats.org/officeDocument/2006/relationships/tags" Target="../tags/tag176.xml"/><Relationship Id="rId227" Type="http://schemas.openxmlformats.org/officeDocument/2006/relationships/tags" Target="../tags/tag232.xml"/><Relationship Id="rId269" Type="http://schemas.openxmlformats.org/officeDocument/2006/relationships/tags" Target="../tags/tag274.xml"/><Relationship Id="rId434" Type="http://schemas.openxmlformats.org/officeDocument/2006/relationships/tags" Target="../tags/tag439.xml"/><Relationship Id="rId33" Type="http://schemas.openxmlformats.org/officeDocument/2006/relationships/tags" Target="../tags/tag38.xml"/><Relationship Id="rId129" Type="http://schemas.openxmlformats.org/officeDocument/2006/relationships/tags" Target="../tags/tag134.xml"/><Relationship Id="rId280" Type="http://schemas.openxmlformats.org/officeDocument/2006/relationships/tags" Target="../tags/tag285.xml"/><Relationship Id="rId336" Type="http://schemas.openxmlformats.org/officeDocument/2006/relationships/tags" Target="../tags/tag341.xml"/><Relationship Id="rId75" Type="http://schemas.openxmlformats.org/officeDocument/2006/relationships/tags" Target="../tags/tag80.xml"/><Relationship Id="rId140" Type="http://schemas.openxmlformats.org/officeDocument/2006/relationships/tags" Target="../tags/tag145.xml"/><Relationship Id="rId182" Type="http://schemas.openxmlformats.org/officeDocument/2006/relationships/tags" Target="../tags/tag187.xml"/><Relationship Id="rId378" Type="http://schemas.openxmlformats.org/officeDocument/2006/relationships/tags" Target="../tags/tag383.xml"/><Relationship Id="rId403" Type="http://schemas.openxmlformats.org/officeDocument/2006/relationships/tags" Target="../tags/tag408.xml"/><Relationship Id="rId6" Type="http://schemas.openxmlformats.org/officeDocument/2006/relationships/tags" Target="../tags/tag11.xml"/><Relationship Id="rId238" Type="http://schemas.openxmlformats.org/officeDocument/2006/relationships/tags" Target="../tags/tag243.xml"/><Relationship Id="rId445" Type="http://schemas.openxmlformats.org/officeDocument/2006/relationships/slideLayout" Target="../slideLayouts/slideLayout12.xml"/><Relationship Id="rId291" Type="http://schemas.openxmlformats.org/officeDocument/2006/relationships/tags" Target="../tags/tag296.xml"/><Relationship Id="rId305" Type="http://schemas.openxmlformats.org/officeDocument/2006/relationships/tags" Target="../tags/tag310.xml"/><Relationship Id="rId347" Type="http://schemas.openxmlformats.org/officeDocument/2006/relationships/tags" Target="../tags/tag352.xml"/><Relationship Id="rId44" Type="http://schemas.openxmlformats.org/officeDocument/2006/relationships/tags" Target="../tags/tag49.xml"/><Relationship Id="rId86" Type="http://schemas.openxmlformats.org/officeDocument/2006/relationships/tags" Target="../tags/tag91.xml"/><Relationship Id="rId151" Type="http://schemas.openxmlformats.org/officeDocument/2006/relationships/tags" Target="../tags/tag156.xml"/><Relationship Id="rId389" Type="http://schemas.openxmlformats.org/officeDocument/2006/relationships/tags" Target="../tags/tag394.xml"/><Relationship Id="rId193" Type="http://schemas.openxmlformats.org/officeDocument/2006/relationships/tags" Target="../tags/tag198.xml"/><Relationship Id="rId207" Type="http://schemas.openxmlformats.org/officeDocument/2006/relationships/tags" Target="../tags/tag212.xml"/><Relationship Id="rId249" Type="http://schemas.openxmlformats.org/officeDocument/2006/relationships/tags" Target="../tags/tag254.xml"/><Relationship Id="rId414" Type="http://schemas.openxmlformats.org/officeDocument/2006/relationships/tags" Target="../tags/tag419.xml"/><Relationship Id="rId13" Type="http://schemas.openxmlformats.org/officeDocument/2006/relationships/tags" Target="../tags/tag18.xml"/><Relationship Id="rId109" Type="http://schemas.openxmlformats.org/officeDocument/2006/relationships/tags" Target="../tags/tag114.xml"/><Relationship Id="rId260" Type="http://schemas.openxmlformats.org/officeDocument/2006/relationships/tags" Target="../tags/tag265.xml"/><Relationship Id="rId316" Type="http://schemas.openxmlformats.org/officeDocument/2006/relationships/tags" Target="../tags/tag321.xml"/><Relationship Id="rId55" Type="http://schemas.openxmlformats.org/officeDocument/2006/relationships/tags" Target="../tags/tag60.xml"/><Relationship Id="rId97" Type="http://schemas.openxmlformats.org/officeDocument/2006/relationships/tags" Target="../tags/tag102.xml"/><Relationship Id="rId120" Type="http://schemas.openxmlformats.org/officeDocument/2006/relationships/tags" Target="../tags/tag125.xml"/><Relationship Id="rId358" Type="http://schemas.openxmlformats.org/officeDocument/2006/relationships/tags" Target="../tags/tag363.xml"/><Relationship Id="rId162" Type="http://schemas.openxmlformats.org/officeDocument/2006/relationships/tags" Target="../tags/tag167.xml"/><Relationship Id="rId218" Type="http://schemas.openxmlformats.org/officeDocument/2006/relationships/tags" Target="../tags/tag223.xml"/><Relationship Id="rId425" Type="http://schemas.openxmlformats.org/officeDocument/2006/relationships/tags" Target="../tags/tag430.xml"/><Relationship Id="rId271" Type="http://schemas.openxmlformats.org/officeDocument/2006/relationships/tags" Target="../tags/tag276.xml"/><Relationship Id="rId24" Type="http://schemas.openxmlformats.org/officeDocument/2006/relationships/tags" Target="../tags/tag29.xml"/><Relationship Id="rId66" Type="http://schemas.openxmlformats.org/officeDocument/2006/relationships/tags" Target="../tags/tag71.xml"/><Relationship Id="rId131" Type="http://schemas.openxmlformats.org/officeDocument/2006/relationships/tags" Target="../tags/tag136.xml"/><Relationship Id="rId327" Type="http://schemas.openxmlformats.org/officeDocument/2006/relationships/tags" Target="../tags/tag332.xml"/><Relationship Id="rId369" Type="http://schemas.openxmlformats.org/officeDocument/2006/relationships/tags" Target="../tags/tag374.xml"/><Relationship Id="rId173" Type="http://schemas.openxmlformats.org/officeDocument/2006/relationships/tags" Target="../tags/tag178.xml"/><Relationship Id="rId229" Type="http://schemas.openxmlformats.org/officeDocument/2006/relationships/tags" Target="../tags/tag234.xml"/><Relationship Id="rId380" Type="http://schemas.openxmlformats.org/officeDocument/2006/relationships/tags" Target="../tags/tag385.xml"/><Relationship Id="rId436" Type="http://schemas.openxmlformats.org/officeDocument/2006/relationships/tags" Target="../tags/tag441.xml"/><Relationship Id="rId240" Type="http://schemas.openxmlformats.org/officeDocument/2006/relationships/tags" Target="../tags/tag245.xml"/><Relationship Id="rId35" Type="http://schemas.openxmlformats.org/officeDocument/2006/relationships/tags" Target="../tags/tag40.xml"/><Relationship Id="rId77" Type="http://schemas.openxmlformats.org/officeDocument/2006/relationships/tags" Target="../tags/tag82.xml"/><Relationship Id="rId100" Type="http://schemas.openxmlformats.org/officeDocument/2006/relationships/tags" Target="../tags/tag105.xml"/><Relationship Id="rId282" Type="http://schemas.openxmlformats.org/officeDocument/2006/relationships/tags" Target="../tags/tag287.xml"/><Relationship Id="rId338" Type="http://schemas.openxmlformats.org/officeDocument/2006/relationships/tags" Target="../tags/tag343.xml"/><Relationship Id="rId8" Type="http://schemas.openxmlformats.org/officeDocument/2006/relationships/tags" Target="../tags/tag13.xml"/><Relationship Id="rId142" Type="http://schemas.openxmlformats.org/officeDocument/2006/relationships/tags" Target="../tags/tag147.xml"/><Relationship Id="rId184" Type="http://schemas.openxmlformats.org/officeDocument/2006/relationships/tags" Target="../tags/tag189.xml"/><Relationship Id="rId391" Type="http://schemas.openxmlformats.org/officeDocument/2006/relationships/tags" Target="../tags/tag396.xml"/><Relationship Id="rId405" Type="http://schemas.openxmlformats.org/officeDocument/2006/relationships/tags" Target="../tags/tag410.xml"/><Relationship Id="rId251" Type="http://schemas.openxmlformats.org/officeDocument/2006/relationships/tags" Target="../tags/tag256.xml"/><Relationship Id="rId46" Type="http://schemas.openxmlformats.org/officeDocument/2006/relationships/tags" Target="../tags/tag51.xml"/><Relationship Id="rId293" Type="http://schemas.openxmlformats.org/officeDocument/2006/relationships/tags" Target="../tags/tag298.xml"/><Relationship Id="rId307" Type="http://schemas.openxmlformats.org/officeDocument/2006/relationships/tags" Target="../tags/tag312.xml"/><Relationship Id="rId349" Type="http://schemas.openxmlformats.org/officeDocument/2006/relationships/tags" Target="../tags/tag354.xml"/><Relationship Id="rId88" Type="http://schemas.openxmlformats.org/officeDocument/2006/relationships/tags" Target="../tags/tag93.xml"/><Relationship Id="rId111" Type="http://schemas.openxmlformats.org/officeDocument/2006/relationships/tags" Target="../tags/tag116.xml"/><Relationship Id="rId153" Type="http://schemas.openxmlformats.org/officeDocument/2006/relationships/tags" Target="../tags/tag158.xml"/><Relationship Id="rId195" Type="http://schemas.openxmlformats.org/officeDocument/2006/relationships/tags" Target="../tags/tag200.xml"/><Relationship Id="rId209" Type="http://schemas.openxmlformats.org/officeDocument/2006/relationships/tags" Target="../tags/tag214.xml"/><Relationship Id="rId360" Type="http://schemas.openxmlformats.org/officeDocument/2006/relationships/tags" Target="../tags/tag365.xml"/><Relationship Id="rId416" Type="http://schemas.openxmlformats.org/officeDocument/2006/relationships/tags" Target="../tags/tag421.xml"/><Relationship Id="rId220" Type="http://schemas.openxmlformats.org/officeDocument/2006/relationships/tags" Target="../tags/tag225.xml"/><Relationship Id="rId15" Type="http://schemas.openxmlformats.org/officeDocument/2006/relationships/tags" Target="../tags/tag20.xml"/><Relationship Id="rId57" Type="http://schemas.openxmlformats.org/officeDocument/2006/relationships/tags" Target="../tags/tag62.xml"/><Relationship Id="rId262" Type="http://schemas.openxmlformats.org/officeDocument/2006/relationships/tags" Target="../tags/tag267.xml"/><Relationship Id="rId318" Type="http://schemas.openxmlformats.org/officeDocument/2006/relationships/tags" Target="../tags/tag323.xml"/><Relationship Id="rId99" Type="http://schemas.openxmlformats.org/officeDocument/2006/relationships/tags" Target="../tags/tag104.xml"/><Relationship Id="rId122" Type="http://schemas.openxmlformats.org/officeDocument/2006/relationships/tags" Target="../tags/tag127.xml"/><Relationship Id="rId164" Type="http://schemas.openxmlformats.org/officeDocument/2006/relationships/tags" Target="../tags/tag169.xml"/><Relationship Id="rId371" Type="http://schemas.openxmlformats.org/officeDocument/2006/relationships/tags" Target="../tags/tag376.xml"/><Relationship Id="rId427" Type="http://schemas.openxmlformats.org/officeDocument/2006/relationships/tags" Target="../tags/tag432.xml"/><Relationship Id="rId26" Type="http://schemas.openxmlformats.org/officeDocument/2006/relationships/tags" Target="../tags/tag31.xml"/><Relationship Id="rId231" Type="http://schemas.openxmlformats.org/officeDocument/2006/relationships/tags" Target="../tags/tag236.xml"/><Relationship Id="rId273" Type="http://schemas.openxmlformats.org/officeDocument/2006/relationships/tags" Target="../tags/tag278.xml"/><Relationship Id="rId329" Type="http://schemas.openxmlformats.org/officeDocument/2006/relationships/tags" Target="../tags/tag334.xml"/><Relationship Id="rId68" Type="http://schemas.openxmlformats.org/officeDocument/2006/relationships/tags" Target="../tags/tag73.xml"/><Relationship Id="rId133" Type="http://schemas.openxmlformats.org/officeDocument/2006/relationships/tags" Target="../tags/tag138.xml"/><Relationship Id="rId175" Type="http://schemas.openxmlformats.org/officeDocument/2006/relationships/tags" Target="../tags/tag180.xml"/><Relationship Id="rId340" Type="http://schemas.openxmlformats.org/officeDocument/2006/relationships/tags" Target="../tags/tag345.xml"/><Relationship Id="rId200" Type="http://schemas.openxmlformats.org/officeDocument/2006/relationships/tags" Target="../tags/tag205.xml"/><Relationship Id="rId382" Type="http://schemas.openxmlformats.org/officeDocument/2006/relationships/tags" Target="../tags/tag387.xml"/><Relationship Id="rId438" Type="http://schemas.openxmlformats.org/officeDocument/2006/relationships/tags" Target="../tags/tag443.xml"/><Relationship Id="rId242" Type="http://schemas.openxmlformats.org/officeDocument/2006/relationships/tags" Target="../tags/tag247.xml"/><Relationship Id="rId284" Type="http://schemas.openxmlformats.org/officeDocument/2006/relationships/tags" Target="../tags/tag289.xml"/><Relationship Id="rId37" Type="http://schemas.openxmlformats.org/officeDocument/2006/relationships/tags" Target="../tags/tag42.xml"/><Relationship Id="rId79" Type="http://schemas.openxmlformats.org/officeDocument/2006/relationships/tags" Target="../tags/tag84.xml"/><Relationship Id="rId102" Type="http://schemas.openxmlformats.org/officeDocument/2006/relationships/tags" Target="../tags/tag107.xml"/><Relationship Id="rId144" Type="http://schemas.openxmlformats.org/officeDocument/2006/relationships/tags" Target="../tags/tag149.xml"/><Relationship Id="rId90" Type="http://schemas.openxmlformats.org/officeDocument/2006/relationships/tags" Target="../tags/tag95.xml"/><Relationship Id="rId186" Type="http://schemas.openxmlformats.org/officeDocument/2006/relationships/tags" Target="../tags/tag191.xml"/><Relationship Id="rId351" Type="http://schemas.openxmlformats.org/officeDocument/2006/relationships/tags" Target="../tags/tag356.xml"/><Relationship Id="rId393" Type="http://schemas.openxmlformats.org/officeDocument/2006/relationships/tags" Target="../tags/tag398.xml"/><Relationship Id="rId407" Type="http://schemas.openxmlformats.org/officeDocument/2006/relationships/tags" Target="../tags/tag412.xml"/><Relationship Id="rId211" Type="http://schemas.openxmlformats.org/officeDocument/2006/relationships/tags" Target="../tags/tag216.xml"/><Relationship Id="rId253" Type="http://schemas.openxmlformats.org/officeDocument/2006/relationships/tags" Target="../tags/tag258.xml"/><Relationship Id="rId295" Type="http://schemas.openxmlformats.org/officeDocument/2006/relationships/tags" Target="../tags/tag300.xml"/><Relationship Id="rId309" Type="http://schemas.openxmlformats.org/officeDocument/2006/relationships/tags" Target="../tags/tag314.xml"/><Relationship Id="rId48" Type="http://schemas.openxmlformats.org/officeDocument/2006/relationships/tags" Target="../tags/tag53.xml"/><Relationship Id="rId113" Type="http://schemas.openxmlformats.org/officeDocument/2006/relationships/tags" Target="../tags/tag118.xml"/><Relationship Id="rId320" Type="http://schemas.openxmlformats.org/officeDocument/2006/relationships/tags" Target="../tags/tag325.xml"/><Relationship Id="rId155" Type="http://schemas.openxmlformats.org/officeDocument/2006/relationships/tags" Target="../tags/tag160.xml"/><Relationship Id="rId197" Type="http://schemas.openxmlformats.org/officeDocument/2006/relationships/tags" Target="../tags/tag202.xml"/><Relationship Id="rId362" Type="http://schemas.openxmlformats.org/officeDocument/2006/relationships/tags" Target="../tags/tag367.xml"/><Relationship Id="rId418" Type="http://schemas.openxmlformats.org/officeDocument/2006/relationships/tags" Target="../tags/tag423.xml"/><Relationship Id="rId222" Type="http://schemas.openxmlformats.org/officeDocument/2006/relationships/tags" Target="../tags/tag227.xml"/><Relationship Id="rId264" Type="http://schemas.openxmlformats.org/officeDocument/2006/relationships/tags" Target="../tags/tag269.xml"/><Relationship Id="rId17" Type="http://schemas.openxmlformats.org/officeDocument/2006/relationships/tags" Target="../tags/tag22.xml"/><Relationship Id="rId59" Type="http://schemas.openxmlformats.org/officeDocument/2006/relationships/tags" Target="../tags/tag64.xml"/><Relationship Id="rId124" Type="http://schemas.openxmlformats.org/officeDocument/2006/relationships/tags" Target="../tags/tag129.xml"/><Relationship Id="rId70" Type="http://schemas.openxmlformats.org/officeDocument/2006/relationships/tags" Target="../tags/tag75.xml"/><Relationship Id="rId166" Type="http://schemas.openxmlformats.org/officeDocument/2006/relationships/tags" Target="../tags/tag171.xml"/><Relationship Id="rId331" Type="http://schemas.openxmlformats.org/officeDocument/2006/relationships/tags" Target="../tags/tag336.xml"/><Relationship Id="rId373" Type="http://schemas.openxmlformats.org/officeDocument/2006/relationships/tags" Target="../tags/tag378.xml"/><Relationship Id="rId429" Type="http://schemas.openxmlformats.org/officeDocument/2006/relationships/tags" Target="../tags/tag434.xml"/><Relationship Id="rId1" Type="http://schemas.openxmlformats.org/officeDocument/2006/relationships/tags" Target="../tags/tag6.xml"/><Relationship Id="rId233" Type="http://schemas.openxmlformats.org/officeDocument/2006/relationships/tags" Target="../tags/tag238.xml"/><Relationship Id="rId440" Type="http://schemas.openxmlformats.org/officeDocument/2006/relationships/tags" Target="../tags/tag445.xml"/><Relationship Id="rId28" Type="http://schemas.openxmlformats.org/officeDocument/2006/relationships/tags" Target="../tags/tag33.xml"/><Relationship Id="rId275" Type="http://schemas.openxmlformats.org/officeDocument/2006/relationships/tags" Target="../tags/tag280.xml"/><Relationship Id="rId300" Type="http://schemas.openxmlformats.org/officeDocument/2006/relationships/tags" Target="../tags/tag305.xml"/><Relationship Id="rId81" Type="http://schemas.openxmlformats.org/officeDocument/2006/relationships/tags" Target="../tags/tag86.xml"/><Relationship Id="rId135" Type="http://schemas.openxmlformats.org/officeDocument/2006/relationships/tags" Target="../tags/tag140.xml"/><Relationship Id="rId177" Type="http://schemas.openxmlformats.org/officeDocument/2006/relationships/tags" Target="../tags/tag182.xml"/><Relationship Id="rId342" Type="http://schemas.openxmlformats.org/officeDocument/2006/relationships/tags" Target="../tags/tag347.xml"/><Relationship Id="rId384" Type="http://schemas.openxmlformats.org/officeDocument/2006/relationships/tags" Target="../tags/tag389.xml"/><Relationship Id="rId202" Type="http://schemas.openxmlformats.org/officeDocument/2006/relationships/tags" Target="../tags/tag207.xml"/><Relationship Id="rId244" Type="http://schemas.openxmlformats.org/officeDocument/2006/relationships/tags" Target="../tags/tag24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57.xml"/><Relationship Id="rId13" Type="http://schemas.openxmlformats.org/officeDocument/2006/relationships/image" Target="../media/image3.png"/><Relationship Id="rId3" Type="http://schemas.openxmlformats.org/officeDocument/2006/relationships/tags" Target="../tags/tag452.xml"/><Relationship Id="rId7" Type="http://schemas.openxmlformats.org/officeDocument/2006/relationships/tags" Target="../tags/tag456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451.xml"/><Relationship Id="rId1" Type="http://schemas.openxmlformats.org/officeDocument/2006/relationships/tags" Target="../tags/tag450.xml"/><Relationship Id="rId6" Type="http://schemas.openxmlformats.org/officeDocument/2006/relationships/tags" Target="../tags/tag455.xml"/><Relationship Id="rId11" Type="http://schemas.openxmlformats.org/officeDocument/2006/relationships/tags" Target="../tags/tag460.xml"/><Relationship Id="rId5" Type="http://schemas.openxmlformats.org/officeDocument/2006/relationships/tags" Target="../tags/tag454.xml"/><Relationship Id="rId10" Type="http://schemas.openxmlformats.org/officeDocument/2006/relationships/tags" Target="../tags/tag459.xml"/><Relationship Id="rId4" Type="http://schemas.openxmlformats.org/officeDocument/2006/relationships/tags" Target="../tags/tag453.xml"/><Relationship Id="rId9" Type="http://schemas.openxmlformats.org/officeDocument/2006/relationships/tags" Target="../tags/tag45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68.xml"/><Relationship Id="rId13" Type="http://schemas.openxmlformats.org/officeDocument/2006/relationships/image" Target="../media/image3.png"/><Relationship Id="rId3" Type="http://schemas.openxmlformats.org/officeDocument/2006/relationships/tags" Target="../tags/tag463.xml"/><Relationship Id="rId7" Type="http://schemas.openxmlformats.org/officeDocument/2006/relationships/tags" Target="../tags/tag46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462.xml"/><Relationship Id="rId1" Type="http://schemas.openxmlformats.org/officeDocument/2006/relationships/tags" Target="../tags/tag461.xml"/><Relationship Id="rId6" Type="http://schemas.openxmlformats.org/officeDocument/2006/relationships/tags" Target="../tags/tag466.xml"/><Relationship Id="rId11" Type="http://schemas.openxmlformats.org/officeDocument/2006/relationships/tags" Target="../tags/tag471.xml"/><Relationship Id="rId5" Type="http://schemas.openxmlformats.org/officeDocument/2006/relationships/tags" Target="../tags/tag465.xml"/><Relationship Id="rId10" Type="http://schemas.openxmlformats.org/officeDocument/2006/relationships/tags" Target="../tags/tag470.xml"/><Relationship Id="rId4" Type="http://schemas.openxmlformats.org/officeDocument/2006/relationships/tags" Target="../tags/tag464.xml"/><Relationship Id="rId9" Type="http://schemas.openxmlformats.org/officeDocument/2006/relationships/tags" Target="../tags/tag46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484.xml"/><Relationship Id="rId18" Type="http://schemas.openxmlformats.org/officeDocument/2006/relationships/tags" Target="../tags/tag489.xml"/><Relationship Id="rId26" Type="http://schemas.openxmlformats.org/officeDocument/2006/relationships/tags" Target="../tags/tag497.xml"/><Relationship Id="rId3" Type="http://schemas.openxmlformats.org/officeDocument/2006/relationships/tags" Target="../tags/tag474.xml"/><Relationship Id="rId21" Type="http://schemas.openxmlformats.org/officeDocument/2006/relationships/tags" Target="../tags/tag492.xml"/><Relationship Id="rId34" Type="http://schemas.openxmlformats.org/officeDocument/2006/relationships/image" Target="../media/image12.png"/><Relationship Id="rId7" Type="http://schemas.openxmlformats.org/officeDocument/2006/relationships/tags" Target="../tags/tag478.xml"/><Relationship Id="rId12" Type="http://schemas.openxmlformats.org/officeDocument/2006/relationships/tags" Target="../tags/tag483.xml"/><Relationship Id="rId17" Type="http://schemas.openxmlformats.org/officeDocument/2006/relationships/tags" Target="../tags/tag488.xml"/><Relationship Id="rId25" Type="http://schemas.openxmlformats.org/officeDocument/2006/relationships/tags" Target="../tags/tag496.xml"/><Relationship Id="rId33" Type="http://schemas.openxmlformats.org/officeDocument/2006/relationships/image" Target="../media/image11.png"/><Relationship Id="rId2" Type="http://schemas.openxmlformats.org/officeDocument/2006/relationships/tags" Target="../tags/tag473.xml"/><Relationship Id="rId16" Type="http://schemas.openxmlformats.org/officeDocument/2006/relationships/tags" Target="../tags/tag487.xml"/><Relationship Id="rId20" Type="http://schemas.openxmlformats.org/officeDocument/2006/relationships/tags" Target="../tags/tag491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472.xml"/><Relationship Id="rId6" Type="http://schemas.openxmlformats.org/officeDocument/2006/relationships/tags" Target="../tags/tag477.xml"/><Relationship Id="rId11" Type="http://schemas.openxmlformats.org/officeDocument/2006/relationships/tags" Target="../tags/tag482.xml"/><Relationship Id="rId24" Type="http://schemas.openxmlformats.org/officeDocument/2006/relationships/tags" Target="../tags/tag495.xml"/><Relationship Id="rId32" Type="http://schemas.openxmlformats.org/officeDocument/2006/relationships/image" Target="../media/image10.png"/><Relationship Id="rId5" Type="http://schemas.openxmlformats.org/officeDocument/2006/relationships/tags" Target="../tags/tag476.xml"/><Relationship Id="rId15" Type="http://schemas.openxmlformats.org/officeDocument/2006/relationships/tags" Target="../tags/tag486.xml"/><Relationship Id="rId23" Type="http://schemas.openxmlformats.org/officeDocument/2006/relationships/tags" Target="../tags/tag494.xml"/><Relationship Id="rId28" Type="http://schemas.openxmlformats.org/officeDocument/2006/relationships/tags" Target="../tags/tag499.xml"/><Relationship Id="rId10" Type="http://schemas.openxmlformats.org/officeDocument/2006/relationships/tags" Target="../tags/tag481.xml"/><Relationship Id="rId19" Type="http://schemas.openxmlformats.org/officeDocument/2006/relationships/tags" Target="../tags/tag490.xml"/><Relationship Id="rId31" Type="http://schemas.openxmlformats.org/officeDocument/2006/relationships/image" Target="../media/image9.png"/><Relationship Id="rId4" Type="http://schemas.openxmlformats.org/officeDocument/2006/relationships/tags" Target="../tags/tag475.xml"/><Relationship Id="rId9" Type="http://schemas.openxmlformats.org/officeDocument/2006/relationships/tags" Target="../tags/tag480.xml"/><Relationship Id="rId14" Type="http://schemas.openxmlformats.org/officeDocument/2006/relationships/tags" Target="../tags/tag485.xml"/><Relationship Id="rId22" Type="http://schemas.openxmlformats.org/officeDocument/2006/relationships/tags" Target="../tags/tag493.xml"/><Relationship Id="rId27" Type="http://schemas.openxmlformats.org/officeDocument/2006/relationships/tags" Target="../tags/tag498.xml"/><Relationship Id="rId30" Type="http://schemas.openxmlformats.org/officeDocument/2006/relationships/image" Target="../media/image8.png"/><Relationship Id="rId8" Type="http://schemas.openxmlformats.org/officeDocument/2006/relationships/tags" Target="../tags/tag479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512.xml"/><Relationship Id="rId18" Type="http://schemas.openxmlformats.org/officeDocument/2006/relationships/tags" Target="../tags/tag517.xml"/><Relationship Id="rId26" Type="http://schemas.openxmlformats.org/officeDocument/2006/relationships/tags" Target="../tags/tag525.xml"/><Relationship Id="rId3" Type="http://schemas.openxmlformats.org/officeDocument/2006/relationships/tags" Target="../tags/tag502.xml"/><Relationship Id="rId21" Type="http://schemas.openxmlformats.org/officeDocument/2006/relationships/tags" Target="../tags/tag520.xml"/><Relationship Id="rId34" Type="http://schemas.openxmlformats.org/officeDocument/2006/relationships/image" Target="../media/image12.png"/><Relationship Id="rId7" Type="http://schemas.openxmlformats.org/officeDocument/2006/relationships/tags" Target="../tags/tag506.xml"/><Relationship Id="rId12" Type="http://schemas.openxmlformats.org/officeDocument/2006/relationships/tags" Target="../tags/tag511.xml"/><Relationship Id="rId17" Type="http://schemas.openxmlformats.org/officeDocument/2006/relationships/tags" Target="../tags/tag516.xml"/><Relationship Id="rId25" Type="http://schemas.openxmlformats.org/officeDocument/2006/relationships/tags" Target="../tags/tag524.xml"/><Relationship Id="rId33" Type="http://schemas.openxmlformats.org/officeDocument/2006/relationships/image" Target="../media/image11.png"/><Relationship Id="rId2" Type="http://schemas.openxmlformats.org/officeDocument/2006/relationships/tags" Target="../tags/tag501.xml"/><Relationship Id="rId16" Type="http://schemas.openxmlformats.org/officeDocument/2006/relationships/tags" Target="../tags/tag515.xml"/><Relationship Id="rId20" Type="http://schemas.openxmlformats.org/officeDocument/2006/relationships/tags" Target="../tags/tag519.xml"/><Relationship Id="rId29" Type="http://schemas.openxmlformats.org/officeDocument/2006/relationships/slideLayout" Target="../slideLayouts/slideLayout13.xml"/><Relationship Id="rId1" Type="http://schemas.openxmlformats.org/officeDocument/2006/relationships/tags" Target="../tags/tag500.xml"/><Relationship Id="rId6" Type="http://schemas.openxmlformats.org/officeDocument/2006/relationships/tags" Target="../tags/tag505.xml"/><Relationship Id="rId11" Type="http://schemas.openxmlformats.org/officeDocument/2006/relationships/tags" Target="../tags/tag510.xml"/><Relationship Id="rId24" Type="http://schemas.openxmlformats.org/officeDocument/2006/relationships/tags" Target="../tags/tag523.xml"/><Relationship Id="rId32" Type="http://schemas.openxmlformats.org/officeDocument/2006/relationships/image" Target="../media/image10.png"/><Relationship Id="rId5" Type="http://schemas.openxmlformats.org/officeDocument/2006/relationships/tags" Target="../tags/tag504.xml"/><Relationship Id="rId15" Type="http://schemas.openxmlformats.org/officeDocument/2006/relationships/tags" Target="../tags/tag514.xml"/><Relationship Id="rId23" Type="http://schemas.openxmlformats.org/officeDocument/2006/relationships/tags" Target="../tags/tag522.xml"/><Relationship Id="rId28" Type="http://schemas.openxmlformats.org/officeDocument/2006/relationships/tags" Target="../tags/tag527.xml"/><Relationship Id="rId10" Type="http://schemas.openxmlformats.org/officeDocument/2006/relationships/tags" Target="../tags/tag509.xml"/><Relationship Id="rId19" Type="http://schemas.openxmlformats.org/officeDocument/2006/relationships/tags" Target="../tags/tag518.xml"/><Relationship Id="rId31" Type="http://schemas.openxmlformats.org/officeDocument/2006/relationships/image" Target="../media/image9.png"/><Relationship Id="rId4" Type="http://schemas.openxmlformats.org/officeDocument/2006/relationships/tags" Target="../tags/tag503.xml"/><Relationship Id="rId9" Type="http://schemas.openxmlformats.org/officeDocument/2006/relationships/tags" Target="../tags/tag508.xml"/><Relationship Id="rId14" Type="http://schemas.openxmlformats.org/officeDocument/2006/relationships/tags" Target="../tags/tag513.xml"/><Relationship Id="rId22" Type="http://schemas.openxmlformats.org/officeDocument/2006/relationships/tags" Target="../tags/tag521.xml"/><Relationship Id="rId27" Type="http://schemas.openxmlformats.org/officeDocument/2006/relationships/tags" Target="../tags/tag526.xml"/><Relationship Id="rId30" Type="http://schemas.openxmlformats.org/officeDocument/2006/relationships/image" Target="../media/image8.png"/><Relationship Id="rId8" Type="http://schemas.openxmlformats.org/officeDocument/2006/relationships/tags" Target="../tags/tag50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535.xml"/><Relationship Id="rId13" Type="http://schemas.openxmlformats.org/officeDocument/2006/relationships/tags" Target="../tags/tag540.xml"/><Relationship Id="rId18" Type="http://schemas.openxmlformats.org/officeDocument/2006/relationships/tags" Target="../tags/tag545.xml"/><Relationship Id="rId26" Type="http://schemas.openxmlformats.org/officeDocument/2006/relationships/tags" Target="../tags/tag553.xml"/><Relationship Id="rId3" Type="http://schemas.openxmlformats.org/officeDocument/2006/relationships/tags" Target="../tags/tag530.xml"/><Relationship Id="rId21" Type="http://schemas.openxmlformats.org/officeDocument/2006/relationships/tags" Target="../tags/tag548.xml"/><Relationship Id="rId7" Type="http://schemas.openxmlformats.org/officeDocument/2006/relationships/tags" Target="../tags/tag534.xml"/><Relationship Id="rId12" Type="http://schemas.openxmlformats.org/officeDocument/2006/relationships/tags" Target="../tags/tag539.xml"/><Relationship Id="rId17" Type="http://schemas.openxmlformats.org/officeDocument/2006/relationships/tags" Target="../tags/tag544.xml"/><Relationship Id="rId25" Type="http://schemas.openxmlformats.org/officeDocument/2006/relationships/tags" Target="../tags/tag552.xml"/><Relationship Id="rId2" Type="http://schemas.openxmlformats.org/officeDocument/2006/relationships/tags" Target="../tags/tag529.xml"/><Relationship Id="rId16" Type="http://schemas.openxmlformats.org/officeDocument/2006/relationships/tags" Target="../tags/tag543.xml"/><Relationship Id="rId20" Type="http://schemas.openxmlformats.org/officeDocument/2006/relationships/tags" Target="../tags/tag547.xml"/><Relationship Id="rId29" Type="http://schemas.openxmlformats.org/officeDocument/2006/relationships/image" Target="../media/image24.png"/><Relationship Id="rId1" Type="http://schemas.openxmlformats.org/officeDocument/2006/relationships/tags" Target="../tags/tag528.xml"/><Relationship Id="rId6" Type="http://schemas.openxmlformats.org/officeDocument/2006/relationships/tags" Target="../tags/tag533.xml"/><Relationship Id="rId11" Type="http://schemas.openxmlformats.org/officeDocument/2006/relationships/tags" Target="../tags/tag538.xml"/><Relationship Id="rId24" Type="http://schemas.openxmlformats.org/officeDocument/2006/relationships/tags" Target="../tags/tag551.xml"/><Relationship Id="rId5" Type="http://schemas.openxmlformats.org/officeDocument/2006/relationships/tags" Target="../tags/tag532.xml"/><Relationship Id="rId15" Type="http://schemas.openxmlformats.org/officeDocument/2006/relationships/tags" Target="../tags/tag542.xml"/><Relationship Id="rId23" Type="http://schemas.openxmlformats.org/officeDocument/2006/relationships/tags" Target="../tags/tag550.xml"/><Relationship Id="rId28" Type="http://schemas.openxmlformats.org/officeDocument/2006/relationships/slideLayout" Target="../slideLayouts/slideLayout12.xml"/><Relationship Id="rId10" Type="http://schemas.openxmlformats.org/officeDocument/2006/relationships/tags" Target="../tags/tag537.xml"/><Relationship Id="rId19" Type="http://schemas.openxmlformats.org/officeDocument/2006/relationships/tags" Target="../tags/tag546.xml"/><Relationship Id="rId4" Type="http://schemas.openxmlformats.org/officeDocument/2006/relationships/tags" Target="../tags/tag531.xml"/><Relationship Id="rId9" Type="http://schemas.openxmlformats.org/officeDocument/2006/relationships/tags" Target="../tags/tag536.xml"/><Relationship Id="rId14" Type="http://schemas.openxmlformats.org/officeDocument/2006/relationships/tags" Target="../tags/tag541.xml"/><Relationship Id="rId22" Type="http://schemas.openxmlformats.org/officeDocument/2006/relationships/tags" Target="../tags/tag549.xml"/><Relationship Id="rId27" Type="http://schemas.openxmlformats.org/officeDocument/2006/relationships/tags" Target="../tags/tag55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562.xml"/><Relationship Id="rId13" Type="http://schemas.openxmlformats.org/officeDocument/2006/relationships/tags" Target="../tags/tag567.xml"/><Relationship Id="rId18" Type="http://schemas.openxmlformats.org/officeDocument/2006/relationships/tags" Target="../tags/tag572.xml"/><Relationship Id="rId26" Type="http://schemas.openxmlformats.org/officeDocument/2006/relationships/tags" Target="../tags/tag580.xml"/><Relationship Id="rId3" Type="http://schemas.openxmlformats.org/officeDocument/2006/relationships/tags" Target="../tags/tag557.xml"/><Relationship Id="rId21" Type="http://schemas.openxmlformats.org/officeDocument/2006/relationships/tags" Target="../tags/tag575.xml"/><Relationship Id="rId7" Type="http://schemas.openxmlformats.org/officeDocument/2006/relationships/tags" Target="../tags/tag561.xml"/><Relationship Id="rId12" Type="http://schemas.openxmlformats.org/officeDocument/2006/relationships/tags" Target="../tags/tag566.xml"/><Relationship Id="rId17" Type="http://schemas.openxmlformats.org/officeDocument/2006/relationships/tags" Target="../tags/tag571.xml"/><Relationship Id="rId25" Type="http://schemas.openxmlformats.org/officeDocument/2006/relationships/tags" Target="../tags/tag579.xml"/><Relationship Id="rId2" Type="http://schemas.openxmlformats.org/officeDocument/2006/relationships/tags" Target="../tags/tag556.xml"/><Relationship Id="rId16" Type="http://schemas.openxmlformats.org/officeDocument/2006/relationships/tags" Target="../tags/tag570.xml"/><Relationship Id="rId20" Type="http://schemas.openxmlformats.org/officeDocument/2006/relationships/tags" Target="../tags/tag574.xml"/><Relationship Id="rId29" Type="http://schemas.openxmlformats.org/officeDocument/2006/relationships/image" Target="../media/image24.png"/><Relationship Id="rId1" Type="http://schemas.openxmlformats.org/officeDocument/2006/relationships/tags" Target="../tags/tag555.xml"/><Relationship Id="rId6" Type="http://schemas.openxmlformats.org/officeDocument/2006/relationships/tags" Target="../tags/tag560.xml"/><Relationship Id="rId11" Type="http://schemas.openxmlformats.org/officeDocument/2006/relationships/tags" Target="../tags/tag565.xml"/><Relationship Id="rId24" Type="http://schemas.openxmlformats.org/officeDocument/2006/relationships/tags" Target="../tags/tag578.xml"/><Relationship Id="rId5" Type="http://schemas.openxmlformats.org/officeDocument/2006/relationships/tags" Target="../tags/tag559.xml"/><Relationship Id="rId15" Type="http://schemas.openxmlformats.org/officeDocument/2006/relationships/tags" Target="../tags/tag569.xml"/><Relationship Id="rId23" Type="http://schemas.openxmlformats.org/officeDocument/2006/relationships/tags" Target="../tags/tag577.xml"/><Relationship Id="rId28" Type="http://schemas.openxmlformats.org/officeDocument/2006/relationships/slideLayout" Target="../slideLayouts/slideLayout12.xml"/><Relationship Id="rId10" Type="http://schemas.openxmlformats.org/officeDocument/2006/relationships/tags" Target="../tags/tag564.xml"/><Relationship Id="rId19" Type="http://schemas.openxmlformats.org/officeDocument/2006/relationships/tags" Target="../tags/tag573.xml"/><Relationship Id="rId4" Type="http://schemas.openxmlformats.org/officeDocument/2006/relationships/tags" Target="../tags/tag558.xml"/><Relationship Id="rId9" Type="http://schemas.openxmlformats.org/officeDocument/2006/relationships/tags" Target="../tags/tag563.xml"/><Relationship Id="rId14" Type="http://schemas.openxmlformats.org/officeDocument/2006/relationships/tags" Target="../tags/tag568.xml"/><Relationship Id="rId22" Type="http://schemas.openxmlformats.org/officeDocument/2006/relationships/tags" Target="../tags/tag576.xml"/><Relationship Id="rId27" Type="http://schemas.openxmlformats.org/officeDocument/2006/relationships/tags" Target="../tags/tag58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589.xml"/><Relationship Id="rId13" Type="http://schemas.openxmlformats.org/officeDocument/2006/relationships/tags" Target="../tags/tag594.xml"/><Relationship Id="rId18" Type="http://schemas.openxmlformats.org/officeDocument/2006/relationships/tags" Target="../tags/tag599.xml"/><Relationship Id="rId26" Type="http://schemas.openxmlformats.org/officeDocument/2006/relationships/tags" Target="../tags/tag607.xml"/><Relationship Id="rId3" Type="http://schemas.openxmlformats.org/officeDocument/2006/relationships/tags" Target="../tags/tag584.xml"/><Relationship Id="rId21" Type="http://schemas.openxmlformats.org/officeDocument/2006/relationships/tags" Target="../tags/tag602.xml"/><Relationship Id="rId7" Type="http://schemas.openxmlformats.org/officeDocument/2006/relationships/tags" Target="../tags/tag588.xml"/><Relationship Id="rId12" Type="http://schemas.openxmlformats.org/officeDocument/2006/relationships/tags" Target="../tags/tag593.xml"/><Relationship Id="rId17" Type="http://schemas.openxmlformats.org/officeDocument/2006/relationships/tags" Target="../tags/tag598.xml"/><Relationship Id="rId25" Type="http://schemas.openxmlformats.org/officeDocument/2006/relationships/tags" Target="../tags/tag606.xml"/><Relationship Id="rId2" Type="http://schemas.openxmlformats.org/officeDocument/2006/relationships/tags" Target="../tags/tag583.xml"/><Relationship Id="rId16" Type="http://schemas.openxmlformats.org/officeDocument/2006/relationships/tags" Target="../tags/tag597.xml"/><Relationship Id="rId20" Type="http://schemas.openxmlformats.org/officeDocument/2006/relationships/tags" Target="../tags/tag601.xml"/><Relationship Id="rId1" Type="http://schemas.openxmlformats.org/officeDocument/2006/relationships/tags" Target="../tags/tag582.xml"/><Relationship Id="rId6" Type="http://schemas.openxmlformats.org/officeDocument/2006/relationships/tags" Target="../tags/tag587.xml"/><Relationship Id="rId11" Type="http://schemas.openxmlformats.org/officeDocument/2006/relationships/tags" Target="../tags/tag592.xml"/><Relationship Id="rId24" Type="http://schemas.openxmlformats.org/officeDocument/2006/relationships/tags" Target="../tags/tag605.xml"/><Relationship Id="rId5" Type="http://schemas.openxmlformats.org/officeDocument/2006/relationships/tags" Target="../tags/tag586.xml"/><Relationship Id="rId15" Type="http://schemas.openxmlformats.org/officeDocument/2006/relationships/tags" Target="../tags/tag596.xml"/><Relationship Id="rId23" Type="http://schemas.openxmlformats.org/officeDocument/2006/relationships/tags" Target="../tags/tag604.xml"/><Relationship Id="rId10" Type="http://schemas.openxmlformats.org/officeDocument/2006/relationships/tags" Target="../tags/tag591.xml"/><Relationship Id="rId19" Type="http://schemas.openxmlformats.org/officeDocument/2006/relationships/tags" Target="../tags/tag600.xml"/><Relationship Id="rId4" Type="http://schemas.openxmlformats.org/officeDocument/2006/relationships/tags" Target="../tags/tag585.xml"/><Relationship Id="rId9" Type="http://schemas.openxmlformats.org/officeDocument/2006/relationships/tags" Target="../tags/tag590.xml"/><Relationship Id="rId14" Type="http://schemas.openxmlformats.org/officeDocument/2006/relationships/tags" Target="../tags/tag595.xml"/><Relationship Id="rId22" Type="http://schemas.openxmlformats.org/officeDocument/2006/relationships/tags" Target="../tags/tag603.xml"/><Relationship Id="rId27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615.xml"/><Relationship Id="rId13" Type="http://schemas.openxmlformats.org/officeDocument/2006/relationships/tags" Target="../tags/tag620.xml"/><Relationship Id="rId18" Type="http://schemas.openxmlformats.org/officeDocument/2006/relationships/tags" Target="../tags/tag625.xml"/><Relationship Id="rId26" Type="http://schemas.openxmlformats.org/officeDocument/2006/relationships/tags" Target="../tags/tag633.xml"/><Relationship Id="rId3" Type="http://schemas.openxmlformats.org/officeDocument/2006/relationships/tags" Target="../tags/tag610.xml"/><Relationship Id="rId21" Type="http://schemas.openxmlformats.org/officeDocument/2006/relationships/tags" Target="../tags/tag628.xml"/><Relationship Id="rId7" Type="http://schemas.openxmlformats.org/officeDocument/2006/relationships/tags" Target="../tags/tag614.xml"/><Relationship Id="rId12" Type="http://schemas.openxmlformats.org/officeDocument/2006/relationships/tags" Target="../tags/tag619.xml"/><Relationship Id="rId17" Type="http://schemas.openxmlformats.org/officeDocument/2006/relationships/tags" Target="../tags/tag624.xml"/><Relationship Id="rId25" Type="http://schemas.openxmlformats.org/officeDocument/2006/relationships/tags" Target="../tags/tag632.xml"/><Relationship Id="rId2" Type="http://schemas.openxmlformats.org/officeDocument/2006/relationships/tags" Target="../tags/tag609.xml"/><Relationship Id="rId16" Type="http://schemas.openxmlformats.org/officeDocument/2006/relationships/tags" Target="../tags/tag623.xml"/><Relationship Id="rId20" Type="http://schemas.openxmlformats.org/officeDocument/2006/relationships/tags" Target="../tags/tag627.xml"/><Relationship Id="rId1" Type="http://schemas.openxmlformats.org/officeDocument/2006/relationships/tags" Target="../tags/tag608.xml"/><Relationship Id="rId6" Type="http://schemas.openxmlformats.org/officeDocument/2006/relationships/tags" Target="../tags/tag613.xml"/><Relationship Id="rId11" Type="http://schemas.openxmlformats.org/officeDocument/2006/relationships/tags" Target="../tags/tag618.xml"/><Relationship Id="rId24" Type="http://schemas.openxmlformats.org/officeDocument/2006/relationships/tags" Target="../tags/tag631.xml"/><Relationship Id="rId5" Type="http://schemas.openxmlformats.org/officeDocument/2006/relationships/tags" Target="../tags/tag612.xml"/><Relationship Id="rId15" Type="http://schemas.openxmlformats.org/officeDocument/2006/relationships/tags" Target="../tags/tag622.xml"/><Relationship Id="rId23" Type="http://schemas.openxmlformats.org/officeDocument/2006/relationships/tags" Target="../tags/tag630.xml"/><Relationship Id="rId10" Type="http://schemas.openxmlformats.org/officeDocument/2006/relationships/tags" Target="../tags/tag617.xml"/><Relationship Id="rId19" Type="http://schemas.openxmlformats.org/officeDocument/2006/relationships/tags" Target="../tags/tag626.xml"/><Relationship Id="rId4" Type="http://schemas.openxmlformats.org/officeDocument/2006/relationships/tags" Target="../tags/tag611.xml"/><Relationship Id="rId9" Type="http://schemas.openxmlformats.org/officeDocument/2006/relationships/tags" Target="../tags/tag616.xml"/><Relationship Id="rId14" Type="http://schemas.openxmlformats.org/officeDocument/2006/relationships/tags" Target="../tags/tag621.xml"/><Relationship Id="rId22" Type="http://schemas.openxmlformats.org/officeDocument/2006/relationships/tags" Target="../tags/tag629.xml"/><Relationship Id="rId27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641.xml"/><Relationship Id="rId13" Type="http://schemas.openxmlformats.org/officeDocument/2006/relationships/tags" Target="../tags/tag646.xml"/><Relationship Id="rId18" Type="http://schemas.openxmlformats.org/officeDocument/2006/relationships/tags" Target="../tags/tag651.xml"/><Relationship Id="rId26" Type="http://schemas.openxmlformats.org/officeDocument/2006/relationships/tags" Target="../tags/tag659.xml"/><Relationship Id="rId3" Type="http://schemas.openxmlformats.org/officeDocument/2006/relationships/tags" Target="../tags/tag636.xml"/><Relationship Id="rId21" Type="http://schemas.openxmlformats.org/officeDocument/2006/relationships/tags" Target="../tags/tag654.xml"/><Relationship Id="rId7" Type="http://schemas.openxmlformats.org/officeDocument/2006/relationships/tags" Target="../tags/tag640.xml"/><Relationship Id="rId12" Type="http://schemas.openxmlformats.org/officeDocument/2006/relationships/tags" Target="../tags/tag645.xml"/><Relationship Id="rId17" Type="http://schemas.openxmlformats.org/officeDocument/2006/relationships/tags" Target="../tags/tag650.xml"/><Relationship Id="rId25" Type="http://schemas.openxmlformats.org/officeDocument/2006/relationships/tags" Target="../tags/tag658.xml"/><Relationship Id="rId2" Type="http://schemas.openxmlformats.org/officeDocument/2006/relationships/tags" Target="../tags/tag635.xml"/><Relationship Id="rId16" Type="http://schemas.openxmlformats.org/officeDocument/2006/relationships/tags" Target="../tags/tag649.xml"/><Relationship Id="rId20" Type="http://schemas.openxmlformats.org/officeDocument/2006/relationships/tags" Target="../tags/tag653.xml"/><Relationship Id="rId1" Type="http://schemas.openxmlformats.org/officeDocument/2006/relationships/tags" Target="../tags/tag634.xml"/><Relationship Id="rId6" Type="http://schemas.openxmlformats.org/officeDocument/2006/relationships/tags" Target="../tags/tag639.xml"/><Relationship Id="rId11" Type="http://schemas.openxmlformats.org/officeDocument/2006/relationships/tags" Target="../tags/tag644.xml"/><Relationship Id="rId24" Type="http://schemas.openxmlformats.org/officeDocument/2006/relationships/tags" Target="../tags/tag657.xml"/><Relationship Id="rId5" Type="http://schemas.openxmlformats.org/officeDocument/2006/relationships/tags" Target="../tags/tag638.xml"/><Relationship Id="rId15" Type="http://schemas.openxmlformats.org/officeDocument/2006/relationships/tags" Target="../tags/tag648.xml"/><Relationship Id="rId23" Type="http://schemas.openxmlformats.org/officeDocument/2006/relationships/tags" Target="../tags/tag656.xml"/><Relationship Id="rId10" Type="http://schemas.openxmlformats.org/officeDocument/2006/relationships/tags" Target="../tags/tag643.xml"/><Relationship Id="rId19" Type="http://schemas.openxmlformats.org/officeDocument/2006/relationships/tags" Target="../tags/tag652.xml"/><Relationship Id="rId4" Type="http://schemas.openxmlformats.org/officeDocument/2006/relationships/tags" Target="../tags/tag637.xml"/><Relationship Id="rId9" Type="http://schemas.openxmlformats.org/officeDocument/2006/relationships/tags" Target="../tags/tag642.xml"/><Relationship Id="rId14" Type="http://schemas.openxmlformats.org/officeDocument/2006/relationships/tags" Target="../tags/tag647.xml"/><Relationship Id="rId22" Type="http://schemas.openxmlformats.org/officeDocument/2006/relationships/tags" Target="../tags/tag655.xml"/><Relationship Id="rId27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667.xml"/><Relationship Id="rId13" Type="http://schemas.openxmlformats.org/officeDocument/2006/relationships/tags" Target="../tags/tag672.xml"/><Relationship Id="rId18" Type="http://schemas.openxmlformats.org/officeDocument/2006/relationships/tags" Target="../tags/tag677.xml"/><Relationship Id="rId26" Type="http://schemas.openxmlformats.org/officeDocument/2006/relationships/tags" Target="../tags/tag685.xml"/><Relationship Id="rId3" Type="http://schemas.openxmlformats.org/officeDocument/2006/relationships/tags" Target="../tags/tag662.xml"/><Relationship Id="rId21" Type="http://schemas.openxmlformats.org/officeDocument/2006/relationships/tags" Target="../tags/tag680.xml"/><Relationship Id="rId7" Type="http://schemas.openxmlformats.org/officeDocument/2006/relationships/tags" Target="../tags/tag666.xml"/><Relationship Id="rId12" Type="http://schemas.openxmlformats.org/officeDocument/2006/relationships/tags" Target="../tags/tag671.xml"/><Relationship Id="rId17" Type="http://schemas.openxmlformats.org/officeDocument/2006/relationships/tags" Target="../tags/tag676.xml"/><Relationship Id="rId25" Type="http://schemas.openxmlformats.org/officeDocument/2006/relationships/tags" Target="../tags/tag684.xml"/><Relationship Id="rId2" Type="http://schemas.openxmlformats.org/officeDocument/2006/relationships/tags" Target="../tags/tag661.xml"/><Relationship Id="rId16" Type="http://schemas.openxmlformats.org/officeDocument/2006/relationships/tags" Target="../tags/tag675.xml"/><Relationship Id="rId20" Type="http://schemas.openxmlformats.org/officeDocument/2006/relationships/tags" Target="../tags/tag679.xml"/><Relationship Id="rId1" Type="http://schemas.openxmlformats.org/officeDocument/2006/relationships/tags" Target="../tags/tag660.xml"/><Relationship Id="rId6" Type="http://schemas.openxmlformats.org/officeDocument/2006/relationships/tags" Target="../tags/tag665.xml"/><Relationship Id="rId11" Type="http://schemas.openxmlformats.org/officeDocument/2006/relationships/tags" Target="../tags/tag670.xml"/><Relationship Id="rId24" Type="http://schemas.openxmlformats.org/officeDocument/2006/relationships/tags" Target="../tags/tag683.xml"/><Relationship Id="rId5" Type="http://schemas.openxmlformats.org/officeDocument/2006/relationships/tags" Target="../tags/tag664.xml"/><Relationship Id="rId15" Type="http://schemas.openxmlformats.org/officeDocument/2006/relationships/tags" Target="../tags/tag674.xml"/><Relationship Id="rId23" Type="http://schemas.openxmlformats.org/officeDocument/2006/relationships/tags" Target="../tags/tag682.xml"/><Relationship Id="rId10" Type="http://schemas.openxmlformats.org/officeDocument/2006/relationships/tags" Target="../tags/tag669.xml"/><Relationship Id="rId19" Type="http://schemas.openxmlformats.org/officeDocument/2006/relationships/tags" Target="../tags/tag678.xml"/><Relationship Id="rId4" Type="http://schemas.openxmlformats.org/officeDocument/2006/relationships/tags" Target="../tags/tag663.xml"/><Relationship Id="rId9" Type="http://schemas.openxmlformats.org/officeDocument/2006/relationships/tags" Target="../tags/tag668.xml"/><Relationship Id="rId14" Type="http://schemas.openxmlformats.org/officeDocument/2006/relationships/tags" Target="../tags/tag673.xml"/><Relationship Id="rId22" Type="http://schemas.openxmlformats.org/officeDocument/2006/relationships/tags" Target="../tags/tag681.xml"/><Relationship Id="rId27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9.xml"/><Relationship Id="rId1" Type="http://schemas.openxmlformats.org/officeDocument/2006/relationships/customXml" Target="../../customXml/item48.xml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51.xml"/><Relationship Id="rId1" Type="http://schemas.openxmlformats.org/officeDocument/2006/relationships/customXml" Target="../../customXml/item50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notesSlide" Target="../notesSlides/notesSlide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53.xml"/><Relationship Id="rId1" Type="http://schemas.openxmlformats.org/officeDocument/2006/relationships/customXml" Target="../../customXml/item5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E0924-02D7-65C0-E277-13480DE8B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02.09.2024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E575D-56C5-ED56-EB3A-5AD4F2BED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10060 Fysik (PG) | temperatur og varme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Uge 11 | </a:t>
            </a:r>
            <a:r>
              <a:rPr lang="en-GB" dirty="0" err="1"/>
              <a:t>Elektromagnetisme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7B2EC-C3C8-5857-15B1-3DF640A0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da-DK" dirty="0"/>
              <a:t>10060 Fysik (PG) | elektromagneter og induktion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48C492C0-70A5-B1EF-7C59-DA718CB987C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Join the Vevox session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B99CF-2318-447B-86E7-A534766C225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25500" y="1790700"/>
            <a:ext cx="7327900" cy="44196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en-US" sz="3500">
                <a:latin typeface="+mn-lt"/>
              </a:rPr>
              <a:t>Go to </a:t>
            </a:r>
            <a:r>
              <a:rPr lang="en-US" sz="3500" b="1">
                <a:latin typeface="+mn-lt"/>
              </a:rPr>
              <a:t>vevox.app</a:t>
            </a:r>
            <a:r>
              <a:rPr lang="en-US" sz="3500">
                <a:latin typeface="+mn-lt"/>
              </a:rPr>
              <a:t>
Enter the session ID: </a:t>
            </a:r>
            <a:r>
              <a:rPr lang="en-US" sz="3500" b="1">
                <a:latin typeface="+mn-lt"/>
              </a:rPr>
              <a:t>158-738-026</a:t>
            </a:r>
            <a:r>
              <a:rPr lang="en-US" sz="3500">
                <a:latin typeface="+mn-lt"/>
              </a:rPr>
              <a:t>
Or scan the QR code</a:t>
            </a:r>
            <a:endParaRPr lang="da-DK" sz="3500" dirty="0" err="1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EE02AC-89ED-492F-9073-1F6932AB4EFB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8166100" y="1943100"/>
            <a:ext cx="2755900" cy="27559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66" name="Rectangle 1965">
            <a:extLst>
              <a:ext uri="{FF2B5EF4-FFF2-40B4-BE49-F238E27FC236}">
                <a16:creationId xmlns:a16="http://schemas.microsoft.com/office/drawing/2014/main" id="{6C9CECCB-3135-45AF-B1B1-1846AAB9D30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2550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67" name="Rectangle 1966">
            <a:extLst>
              <a:ext uri="{FF2B5EF4-FFF2-40B4-BE49-F238E27FC236}">
                <a16:creationId xmlns:a16="http://schemas.microsoft.com/office/drawing/2014/main" id="{81F4FCEC-66A6-4E38-92A8-BC11808ED855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3439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68" name="Rectangle 1967">
            <a:extLst>
              <a:ext uri="{FF2B5EF4-FFF2-40B4-BE49-F238E27FC236}">
                <a16:creationId xmlns:a16="http://schemas.microsoft.com/office/drawing/2014/main" id="{D995D54B-E63E-447A-B0FC-1C6C099D9EB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4328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69" name="Rectangle 1968">
            <a:extLst>
              <a:ext uri="{FF2B5EF4-FFF2-40B4-BE49-F238E27FC236}">
                <a16:creationId xmlns:a16="http://schemas.microsoft.com/office/drawing/2014/main" id="{BA141F1C-66E6-44D7-8BE4-5D4FAFF993D6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85217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0" name="Rectangle 1969">
            <a:extLst>
              <a:ext uri="{FF2B5EF4-FFF2-40B4-BE49-F238E27FC236}">
                <a16:creationId xmlns:a16="http://schemas.microsoft.com/office/drawing/2014/main" id="{0C6E9DF4-2FF2-4E57-9FAA-F1B5B5618C0A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86106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1" name="Rectangle 1970">
            <a:extLst>
              <a:ext uri="{FF2B5EF4-FFF2-40B4-BE49-F238E27FC236}">
                <a16:creationId xmlns:a16="http://schemas.microsoft.com/office/drawing/2014/main" id="{10FD6B80-FBBB-46F0-921D-36F598EB092D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6995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2" name="Rectangle 1971">
            <a:extLst>
              <a:ext uri="{FF2B5EF4-FFF2-40B4-BE49-F238E27FC236}">
                <a16:creationId xmlns:a16="http://schemas.microsoft.com/office/drawing/2014/main" id="{94EA5335-8E4E-4DB9-BFA0-B97849ECB2D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7884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3" name="Rectangle 1972">
            <a:extLst>
              <a:ext uri="{FF2B5EF4-FFF2-40B4-BE49-F238E27FC236}">
                <a16:creationId xmlns:a16="http://schemas.microsoft.com/office/drawing/2014/main" id="{224D9179-DD03-44A3-9122-97F8935C6800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9662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4" name="Rectangle 1973">
            <a:extLst>
              <a:ext uri="{FF2B5EF4-FFF2-40B4-BE49-F238E27FC236}">
                <a16:creationId xmlns:a16="http://schemas.microsoft.com/office/drawing/2014/main" id="{7E665D64-EB9E-4BBB-9C40-C5D081608D48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0551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5" name="Rectangle 1974">
            <a:extLst>
              <a:ext uri="{FF2B5EF4-FFF2-40B4-BE49-F238E27FC236}">
                <a16:creationId xmlns:a16="http://schemas.microsoft.com/office/drawing/2014/main" id="{8DAAB419-29FD-4185-AF82-FD9A68343983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2329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6" name="Rectangle 1975">
            <a:extLst>
              <a:ext uri="{FF2B5EF4-FFF2-40B4-BE49-F238E27FC236}">
                <a16:creationId xmlns:a16="http://schemas.microsoft.com/office/drawing/2014/main" id="{5BF65147-9D26-4E1A-A718-5872D63ED571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3218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9F2B4E85-131D-4507-8FF8-729FB531C593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99441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8" name="Rectangle 1977">
            <a:extLst>
              <a:ext uri="{FF2B5EF4-FFF2-40B4-BE49-F238E27FC236}">
                <a16:creationId xmlns:a16="http://schemas.microsoft.com/office/drawing/2014/main" id="{1E23BC49-E80F-4485-BF41-DF57BF20B7EB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00330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79" name="Rectangle 1978">
            <a:extLst>
              <a:ext uri="{FF2B5EF4-FFF2-40B4-BE49-F238E27FC236}">
                <a16:creationId xmlns:a16="http://schemas.microsoft.com/office/drawing/2014/main" id="{A0800A8E-2833-45DD-BCE0-9F801838386A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102108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0" name="Rectangle 1979">
            <a:extLst>
              <a:ext uri="{FF2B5EF4-FFF2-40B4-BE49-F238E27FC236}">
                <a16:creationId xmlns:a16="http://schemas.microsoft.com/office/drawing/2014/main" id="{2DE50CA7-8B21-481F-A2A4-EFA737E1E5BB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02997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1" name="Rectangle 1980">
            <a:extLst>
              <a:ext uri="{FF2B5EF4-FFF2-40B4-BE49-F238E27FC236}">
                <a16:creationId xmlns:a16="http://schemas.microsoft.com/office/drawing/2014/main" id="{9F20BB6F-4AFA-4C42-AA70-1B509CAABC9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03886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2" name="Rectangle 1981">
            <a:extLst>
              <a:ext uri="{FF2B5EF4-FFF2-40B4-BE49-F238E27FC236}">
                <a16:creationId xmlns:a16="http://schemas.microsoft.com/office/drawing/2014/main" id="{00CDF665-8F5C-4CD1-9B37-473401BCFAA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104775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3" name="Rectangle 1982">
            <a:extLst>
              <a:ext uri="{FF2B5EF4-FFF2-40B4-BE49-F238E27FC236}">
                <a16:creationId xmlns:a16="http://schemas.microsoft.com/office/drawing/2014/main" id="{0AFA90D0-2359-4AAA-9093-2FC41AB1F87A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105664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4" name="Rectangle 1983">
            <a:extLst>
              <a:ext uri="{FF2B5EF4-FFF2-40B4-BE49-F238E27FC236}">
                <a16:creationId xmlns:a16="http://schemas.microsoft.com/office/drawing/2014/main" id="{547BD719-1B0F-40CE-B82D-9BD14E064FF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106553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5" name="Rectangle 1984">
            <a:extLst>
              <a:ext uri="{FF2B5EF4-FFF2-40B4-BE49-F238E27FC236}">
                <a16:creationId xmlns:a16="http://schemas.microsoft.com/office/drawing/2014/main" id="{5E927E78-EDD0-4560-8D99-8DC36BE03A5B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10744200" y="2032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6" name="Rectangle 1985">
            <a:extLst>
              <a:ext uri="{FF2B5EF4-FFF2-40B4-BE49-F238E27FC236}">
                <a16:creationId xmlns:a16="http://schemas.microsoft.com/office/drawing/2014/main" id="{9CD1CCE8-0222-48A1-B465-F0FF34D3385C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2550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7" name="Rectangle 1986">
            <a:extLst>
              <a:ext uri="{FF2B5EF4-FFF2-40B4-BE49-F238E27FC236}">
                <a16:creationId xmlns:a16="http://schemas.microsoft.com/office/drawing/2014/main" id="{22C6B74B-25A9-4FB5-B076-B29199854A55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87884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8" name="Rectangle 1987">
            <a:extLst>
              <a:ext uri="{FF2B5EF4-FFF2-40B4-BE49-F238E27FC236}">
                <a16:creationId xmlns:a16="http://schemas.microsoft.com/office/drawing/2014/main" id="{23AC5B00-EE56-46E8-82A5-58855AB73846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90551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89" name="Rectangle 1988">
            <a:extLst>
              <a:ext uri="{FF2B5EF4-FFF2-40B4-BE49-F238E27FC236}">
                <a16:creationId xmlns:a16="http://schemas.microsoft.com/office/drawing/2014/main" id="{61B0CAC6-E9D8-44D1-B206-3883DDEBA76F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93218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0" name="Rectangle 1989">
            <a:extLst>
              <a:ext uri="{FF2B5EF4-FFF2-40B4-BE49-F238E27FC236}">
                <a16:creationId xmlns:a16="http://schemas.microsoft.com/office/drawing/2014/main" id="{58E239F6-109E-4431-9154-8FF8B226D519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96774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1" name="Rectangle 1990">
            <a:extLst>
              <a:ext uri="{FF2B5EF4-FFF2-40B4-BE49-F238E27FC236}">
                <a16:creationId xmlns:a16="http://schemas.microsoft.com/office/drawing/2014/main" id="{8CDA71C0-429A-4657-9D29-411021874571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98552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2" name="Rectangle 1991">
            <a:extLst>
              <a:ext uri="{FF2B5EF4-FFF2-40B4-BE49-F238E27FC236}">
                <a16:creationId xmlns:a16="http://schemas.microsoft.com/office/drawing/2014/main" id="{33208EDA-5058-4E31-8369-5C77AFBC92EE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99441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D18D0DDA-9C85-4CBA-B037-A87A2F2A8833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02108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4" name="Rectangle 1993">
            <a:extLst>
              <a:ext uri="{FF2B5EF4-FFF2-40B4-BE49-F238E27FC236}">
                <a16:creationId xmlns:a16="http://schemas.microsoft.com/office/drawing/2014/main" id="{FED5B522-39A4-498A-B1DC-14F22B3320F0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10744200" y="2120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5" name="Rectangle 1994">
            <a:extLst>
              <a:ext uri="{FF2B5EF4-FFF2-40B4-BE49-F238E27FC236}">
                <a16:creationId xmlns:a16="http://schemas.microsoft.com/office/drawing/2014/main" id="{4A406031-5324-4257-BD22-1A91B7EF85C4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82550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6" name="Rectangle 1995">
            <a:extLst>
              <a:ext uri="{FF2B5EF4-FFF2-40B4-BE49-F238E27FC236}">
                <a16:creationId xmlns:a16="http://schemas.microsoft.com/office/drawing/2014/main" id="{0CDE5EC9-0ADB-4FD5-8142-28C352B54232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84328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7" name="Rectangle 1996">
            <a:extLst>
              <a:ext uri="{FF2B5EF4-FFF2-40B4-BE49-F238E27FC236}">
                <a16:creationId xmlns:a16="http://schemas.microsoft.com/office/drawing/2014/main" id="{78E7F3E2-8DC3-4692-A15F-7415BCEFA4E4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85217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8" name="Rectangle 1997">
            <a:extLst>
              <a:ext uri="{FF2B5EF4-FFF2-40B4-BE49-F238E27FC236}">
                <a16:creationId xmlns:a16="http://schemas.microsoft.com/office/drawing/2014/main" id="{0180591F-1840-415B-93BF-6CC314C32442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86106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99" name="Rectangle 1998">
            <a:extLst>
              <a:ext uri="{FF2B5EF4-FFF2-40B4-BE49-F238E27FC236}">
                <a16:creationId xmlns:a16="http://schemas.microsoft.com/office/drawing/2014/main" id="{C3694A5F-0843-42D7-9AF0-9AF867D1795A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87884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0" name="Rectangle 1999">
            <a:extLst>
              <a:ext uri="{FF2B5EF4-FFF2-40B4-BE49-F238E27FC236}">
                <a16:creationId xmlns:a16="http://schemas.microsoft.com/office/drawing/2014/main" id="{9A0C45CD-2B9B-440D-B8D6-EC261E04EDEE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91440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1" name="Rectangle 2000">
            <a:extLst>
              <a:ext uri="{FF2B5EF4-FFF2-40B4-BE49-F238E27FC236}">
                <a16:creationId xmlns:a16="http://schemas.microsoft.com/office/drawing/2014/main" id="{0FC668A6-CCA2-4F42-BF34-EB83E7CA07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2329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2" name="Rectangle 2001">
            <a:extLst>
              <a:ext uri="{FF2B5EF4-FFF2-40B4-BE49-F238E27FC236}">
                <a16:creationId xmlns:a16="http://schemas.microsoft.com/office/drawing/2014/main" id="{CE99A478-3537-465E-B1B4-797B54E67C9F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93218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3" name="Rectangle 2002">
            <a:extLst>
              <a:ext uri="{FF2B5EF4-FFF2-40B4-BE49-F238E27FC236}">
                <a16:creationId xmlns:a16="http://schemas.microsoft.com/office/drawing/2014/main" id="{A4586078-2C2F-445A-8E8B-3F7E1DB2FE4A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94107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4" name="Rectangle 2003">
            <a:extLst>
              <a:ext uri="{FF2B5EF4-FFF2-40B4-BE49-F238E27FC236}">
                <a16:creationId xmlns:a16="http://schemas.microsoft.com/office/drawing/2014/main" id="{8BFBC093-C0E1-4C1B-B120-B82AAE539D0E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95885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5" name="Rectangle 2004">
            <a:extLst>
              <a:ext uri="{FF2B5EF4-FFF2-40B4-BE49-F238E27FC236}">
                <a16:creationId xmlns:a16="http://schemas.microsoft.com/office/drawing/2014/main" id="{2E906A63-CAD9-4715-9D56-8A4A31BB9C45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96774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6" name="Rectangle 2005">
            <a:extLst>
              <a:ext uri="{FF2B5EF4-FFF2-40B4-BE49-F238E27FC236}">
                <a16:creationId xmlns:a16="http://schemas.microsoft.com/office/drawing/2014/main" id="{52FF8862-452B-4214-9E55-66FABEE0F5D4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97663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7" name="Rectangle 2006">
            <a:extLst>
              <a:ext uri="{FF2B5EF4-FFF2-40B4-BE49-F238E27FC236}">
                <a16:creationId xmlns:a16="http://schemas.microsoft.com/office/drawing/2014/main" id="{C4B95559-A910-46D0-8D05-E15BA4102B50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99441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8" name="Rectangle 2007">
            <a:extLst>
              <a:ext uri="{FF2B5EF4-FFF2-40B4-BE49-F238E27FC236}">
                <a16:creationId xmlns:a16="http://schemas.microsoft.com/office/drawing/2014/main" id="{88BFF814-6E07-4A32-A0E1-113E3168D2B0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100330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09" name="Rectangle 2008">
            <a:extLst>
              <a:ext uri="{FF2B5EF4-FFF2-40B4-BE49-F238E27FC236}">
                <a16:creationId xmlns:a16="http://schemas.microsoft.com/office/drawing/2014/main" id="{FA061952-C239-43F2-AFF2-D825279182B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102108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0" name="Rectangle 2009">
            <a:extLst>
              <a:ext uri="{FF2B5EF4-FFF2-40B4-BE49-F238E27FC236}">
                <a16:creationId xmlns:a16="http://schemas.microsoft.com/office/drawing/2014/main" id="{5A0CF8AF-279F-4917-B740-3BEFC7757B3F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103886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84A72BDF-0DFE-47C1-A322-14A3225D5915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104775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2" name="Rectangle 2011">
            <a:extLst>
              <a:ext uri="{FF2B5EF4-FFF2-40B4-BE49-F238E27FC236}">
                <a16:creationId xmlns:a16="http://schemas.microsoft.com/office/drawing/2014/main" id="{95FD7B54-3959-4B99-96AB-F9FD4C125F18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05664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3" name="Rectangle 2012">
            <a:extLst>
              <a:ext uri="{FF2B5EF4-FFF2-40B4-BE49-F238E27FC236}">
                <a16:creationId xmlns:a16="http://schemas.microsoft.com/office/drawing/2014/main" id="{CEBD0FE0-527E-4843-8B8C-BDBAE9EA2673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10744200" y="2209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4" name="Rectangle 2013">
            <a:extLst>
              <a:ext uri="{FF2B5EF4-FFF2-40B4-BE49-F238E27FC236}">
                <a16:creationId xmlns:a16="http://schemas.microsoft.com/office/drawing/2014/main" id="{4188C4CA-05E4-43A8-9047-028330F0DF5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82550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5" name="Rectangle 2014">
            <a:extLst>
              <a:ext uri="{FF2B5EF4-FFF2-40B4-BE49-F238E27FC236}">
                <a16:creationId xmlns:a16="http://schemas.microsoft.com/office/drawing/2014/main" id="{8AA26E62-8499-48F9-921C-5A6BC3E14091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84328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6" name="Rectangle 2015">
            <a:extLst>
              <a:ext uri="{FF2B5EF4-FFF2-40B4-BE49-F238E27FC236}">
                <a16:creationId xmlns:a16="http://schemas.microsoft.com/office/drawing/2014/main" id="{566B678B-EFDD-4D55-9074-EA4630AD1AE8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85217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7" name="Rectangle 2016">
            <a:extLst>
              <a:ext uri="{FF2B5EF4-FFF2-40B4-BE49-F238E27FC236}">
                <a16:creationId xmlns:a16="http://schemas.microsoft.com/office/drawing/2014/main" id="{B50F1C09-EE25-458C-8A34-B62D409F765E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86106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8" name="Rectangle 2017">
            <a:extLst>
              <a:ext uri="{FF2B5EF4-FFF2-40B4-BE49-F238E27FC236}">
                <a16:creationId xmlns:a16="http://schemas.microsoft.com/office/drawing/2014/main" id="{EB66A05E-992A-4AD2-AF0A-08F5A6F9B52B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87884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19" name="Rectangle 2018">
            <a:extLst>
              <a:ext uri="{FF2B5EF4-FFF2-40B4-BE49-F238E27FC236}">
                <a16:creationId xmlns:a16="http://schemas.microsoft.com/office/drawing/2014/main" id="{FB019FA8-AB17-460C-B291-3E4067F1EDC3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89662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0" name="Rectangle 2019">
            <a:extLst>
              <a:ext uri="{FF2B5EF4-FFF2-40B4-BE49-F238E27FC236}">
                <a16:creationId xmlns:a16="http://schemas.microsoft.com/office/drawing/2014/main" id="{E6768474-4DDE-4107-8E7B-D75B02F94817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90551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1" name="Rectangle 2020">
            <a:extLst>
              <a:ext uri="{FF2B5EF4-FFF2-40B4-BE49-F238E27FC236}">
                <a16:creationId xmlns:a16="http://schemas.microsoft.com/office/drawing/2014/main" id="{30DCDA0E-5AB7-4CA0-996F-3D86B3370183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91440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2" name="Rectangle 2021">
            <a:extLst>
              <a:ext uri="{FF2B5EF4-FFF2-40B4-BE49-F238E27FC236}">
                <a16:creationId xmlns:a16="http://schemas.microsoft.com/office/drawing/2014/main" id="{E0F65A79-1B6D-474C-8D13-CBDF02144D9D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92329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3" name="Rectangle 2022">
            <a:extLst>
              <a:ext uri="{FF2B5EF4-FFF2-40B4-BE49-F238E27FC236}">
                <a16:creationId xmlns:a16="http://schemas.microsoft.com/office/drawing/2014/main" id="{2E829262-D3D6-4D38-942C-DF28EA576702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94996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4" name="Rectangle 2023">
            <a:extLst>
              <a:ext uri="{FF2B5EF4-FFF2-40B4-BE49-F238E27FC236}">
                <a16:creationId xmlns:a16="http://schemas.microsoft.com/office/drawing/2014/main" id="{48AEFF5A-04CD-4A31-A34C-BB7E8F15ADCD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95885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5" name="Rectangle 2024">
            <a:extLst>
              <a:ext uri="{FF2B5EF4-FFF2-40B4-BE49-F238E27FC236}">
                <a16:creationId xmlns:a16="http://schemas.microsoft.com/office/drawing/2014/main" id="{8E8094D4-6E3B-4D07-AE87-0042AE17289F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96774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6" name="Rectangle 2025">
            <a:extLst>
              <a:ext uri="{FF2B5EF4-FFF2-40B4-BE49-F238E27FC236}">
                <a16:creationId xmlns:a16="http://schemas.microsoft.com/office/drawing/2014/main" id="{F83876B7-2390-46D0-8D60-E76121929055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99441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7" name="Rectangle 2026">
            <a:extLst>
              <a:ext uri="{FF2B5EF4-FFF2-40B4-BE49-F238E27FC236}">
                <a16:creationId xmlns:a16="http://schemas.microsoft.com/office/drawing/2014/main" id="{2CE531F5-7883-403C-9220-C760A45F6A06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02108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8" name="Rectangle 2027">
            <a:extLst>
              <a:ext uri="{FF2B5EF4-FFF2-40B4-BE49-F238E27FC236}">
                <a16:creationId xmlns:a16="http://schemas.microsoft.com/office/drawing/2014/main" id="{3771318A-599B-43E0-9938-ED8802641375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103886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29" name="Rectangle 2028">
            <a:extLst>
              <a:ext uri="{FF2B5EF4-FFF2-40B4-BE49-F238E27FC236}">
                <a16:creationId xmlns:a16="http://schemas.microsoft.com/office/drawing/2014/main" id="{00ADEE40-172E-4C55-92EE-E522B47B0E49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104775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0" name="Rectangle 2029">
            <a:extLst>
              <a:ext uri="{FF2B5EF4-FFF2-40B4-BE49-F238E27FC236}">
                <a16:creationId xmlns:a16="http://schemas.microsoft.com/office/drawing/2014/main" id="{0B718751-1860-409B-8876-419FC33F0046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05664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1" name="Rectangle 2030">
            <a:extLst>
              <a:ext uri="{FF2B5EF4-FFF2-40B4-BE49-F238E27FC236}">
                <a16:creationId xmlns:a16="http://schemas.microsoft.com/office/drawing/2014/main" id="{F541D77A-AA7C-4971-BE4B-757261AC18E1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0744200" y="2298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2" name="Rectangle 2031">
            <a:extLst>
              <a:ext uri="{FF2B5EF4-FFF2-40B4-BE49-F238E27FC236}">
                <a16:creationId xmlns:a16="http://schemas.microsoft.com/office/drawing/2014/main" id="{059C7B5E-343E-4AB4-AE78-9237D510E82F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82550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3" name="Rectangle 2032">
            <a:extLst>
              <a:ext uri="{FF2B5EF4-FFF2-40B4-BE49-F238E27FC236}">
                <a16:creationId xmlns:a16="http://schemas.microsoft.com/office/drawing/2014/main" id="{4F350C2A-02B7-4EF7-8FF9-E3033A46BCE9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84328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4" name="Rectangle 2033">
            <a:extLst>
              <a:ext uri="{FF2B5EF4-FFF2-40B4-BE49-F238E27FC236}">
                <a16:creationId xmlns:a16="http://schemas.microsoft.com/office/drawing/2014/main" id="{AE958D0A-6CF0-4F0F-A862-19CFC7B89FEA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85217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5" name="Rectangle 2034">
            <a:extLst>
              <a:ext uri="{FF2B5EF4-FFF2-40B4-BE49-F238E27FC236}">
                <a16:creationId xmlns:a16="http://schemas.microsoft.com/office/drawing/2014/main" id="{61C2A1D2-DCBC-4522-AB77-5DC349FF1528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86106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6" name="Rectangle 2035">
            <a:extLst>
              <a:ext uri="{FF2B5EF4-FFF2-40B4-BE49-F238E27FC236}">
                <a16:creationId xmlns:a16="http://schemas.microsoft.com/office/drawing/2014/main" id="{259DE366-2406-4567-9D25-C476817054E4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87884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7" name="Rectangle 2036">
            <a:extLst>
              <a:ext uri="{FF2B5EF4-FFF2-40B4-BE49-F238E27FC236}">
                <a16:creationId xmlns:a16="http://schemas.microsoft.com/office/drawing/2014/main" id="{49D777C4-6DE4-46BC-89CB-1FB971CD35E5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89662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8" name="Rectangle 2037">
            <a:extLst>
              <a:ext uri="{FF2B5EF4-FFF2-40B4-BE49-F238E27FC236}">
                <a16:creationId xmlns:a16="http://schemas.microsoft.com/office/drawing/2014/main" id="{C702ED69-06D2-430B-A308-8F0A9E10D3DF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91440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39" name="Rectangle 2038">
            <a:extLst>
              <a:ext uri="{FF2B5EF4-FFF2-40B4-BE49-F238E27FC236}">
                <a16:creationId xmlns:a16="http://schemas.microsoft.com/office/drawing/2014/main" id="{58751CD5-EC57-42BD-86B7-AF8394DCCFB8}"/>
              </a:ext>
            </a:extLst>
          </p:cNvPr>
          <p:cNvSpPr/>
          <p:nvPr>
            <p:custDataLst>
              <p:tags r:id="rId79"/>
            </p:custDataLst>
          </p:nvPr>
        </p:nvSpPr>
        <p:spPr bwMode="auto">
          <a:xfrm>
            <a:off x="94107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0" name="Rectangle 2039">
            <a:extLst>
              <a:ext uri="{FF2B5EF4-FFF2-40B4-BE49-F238E27FC236}">
                <a16:creationId xmlns:a16="http://schemas.microsoft.com/office/drawing/2014/main" id="{C376D4D8-0F7C-47A4-AF6F-B1B868B698A5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94996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1" name="Rectangle 2040">
            <a:extLst>
              <a:ext uri="{FF2B5EF4-FFF2-40B4-BE49-F238E27FC236}">
                <a16:creationId xmlns:a16="http://schemas.microsoft.com/office/drawing/2014/main" id="{2735C74B-A21A-4C8E-8CC2-F6C75A87A066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96774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2" name="Rectangle 2041">
            <a:extLst>
              <a:ext uri="{FF2B5EF4-FFF2-40B4-BE49-F238E27FC236}">
                <a16:creationId xmlns:a16="http://schemas.microsoft.com/office/drawing/2014/main" id="{B122CB72-687B-4366-9D56-80087FA4B89E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98552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3" name="Rectangle 2042">
            <a:extLst>
              <a:ext uri="{FF2B5EF4-FFF2-40B4-BE49-F238E27FC236}">
                <a16:creationId xmlns:a16="http://schemas.microsoft.com/office/drawing/2014/main" id="{779A17A6-598B-4B57-AD9D-10A80DA4ECED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100330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4" name="Rectangle 2043">
            <a:extLst>
              <a:ext uri="{FF2B5EF4-FFF2-40B4-BE49-F238E27FC236}">
                <a16:creationId xmlns:a16="http://schemas.microsoft.com/office/drawing/2014/main" id="{F2436584-E0AE-48F5-91BD-F52726A348F8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102108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5" name="Rectangle 2044">
            <a:extLst>
              <a:ext uri="{FF2B5EF4-FFF2-40B4-BE49-F238E27FC236}">
                <a16:creationId xmlns:a16="http://schemas.microsoft.com/office/drawing/2014/main" id="{C303120A-A479-4C42-AA96-CB845B62DC0D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103886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63C3C97E-C371-4981-91D7-1873458BBFBE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104775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7" name="Rectangle 2046">
            <a:extLst>
              <a:ext uri="{FF2B5EF4-FFF2-40B4-BE49-F238E27FC236}">
                <a16:creationId xmlns:a16="http://schemas.microsoft.com/office/drawing/2014/main" id="{01FC84B3-BD3A-4373-AB0A-7B6BDA93D66A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105664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8" name="Rectangle 2047">
            <a:extLst>
              <a:ext uri="{FF2B5EF4-FFF2-40B4-BE49-F238E27FC236}">
                <a16:creationId xmlns:a16="http://schemas.microsoft.com/office/drawing/2014/main" id="{56219468-64B0-4CE4-ABBB-08D594719541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10744200" y="2387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49" name="Rectangle 2048">
            <a:extLst>
              <a:ext uri="{FF2B5EF4-FFF2-40B4-BE49-F238E27FC236}">
                <a16:creationId xmlns:a16="http://schemas.microsoft.com/office/drawing/2014/main" id="{64F94421-8EC5-4D7F-A038-0D045D722870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82550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0" name="Rectangle 2049">
            <a:extLst>
              <a:ext uri="{FF2B5EF4-FFF2-40B4-BE49-F238E27FC236}">
                <a16:creationId xmlns:a16="http://schemas.microsoft.com/office/drawing/2014/main" id="{C979DB51-DA15-4CB4-A659-A6F37259C963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87884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1" name="Rectangle 2050">
            <a:extLst>
              <a:ext uri="{FF2B5EF4-FFF2-40B4-BE49-F238E27FC236}">
                <a16:creationId xmlns:a16="http://schemas.microsoft.com/office/drawing/2014/main" id="{EF180F73-0B1A-4F8B-8500-2B4B68A326FE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89662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2" name="Rectangle 2051">
            <a:extLst>
              <a:ext uri="{FF2B5EF4-FFF2-40B4-BE49-F238E27FC236}">
                <a16:creationId xmlns:a16="http://schemas.microsoft.com/office/drawing/2014/main" id="{668D61FC-65AA-413A-B765-58BF6898727F}"/>
              </a:ext>
            </a:extLst>
          </p:cNvPr>
          <p:cNvSpPr/>
          <p:nvPr>
            <p:custDataLst>
              <p:tags r:id="rId92"/>
            </p:custDataLst>
          </p:nvPr>
        </p:nvSpPr>
        <p:spPr bwMode="auto">
          <a:xfrm>
            <a:off x="94107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3" name="Rectangle 2052">
            <a:extLst>
              <a:ext uri="{FF2B5EF4-FFF2-40B4-BE49-F238E27FC236}">
                <a16:creationId xmlns:a16="http://schemas.microsoft.com/office/drawing/2014/main" id="{1B18F47C-9C66-4C33-8454-39B50A7AB3F3}"/>
              </a:ext>
            </a:extLst>
          </p:cNvPr>
          <p:cNvSpPr/>
          <p:nvPr>
            <p:custDataLst>
              <p:tags r:id="rId93"/>
            </p:custDataLst>
          </p:nvPr>
        </p:nvSpPr>
        <p:spPr bwMode="auto">
          <a:xfrm>
            <a:off x="94996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4" name="Rectangle 2053">
            <a:extLst>
              <a:ext uri="{FF2B5EF4-FFF2-40B4-BE49-F238E27FC236}">
                <a16:creationId xmlns:a16="http://schemas.microsoft.com/office/drawing/2014/main" id="{9E16801F-79F1-49ED-88C6-F65FE287723C}"/>
              </a:ext>
            </a:extLst>
          </p:cNvPr>
          <p:cNvSpPr/>
          <p:nvPr>
            <p:custDataLst>
              <p:tags r:id="rId94"/>
            </p:custDataLst>
          </p:nvPr>
        </p:nvSpPr>
        <p:spPr bwMode="auto">
          <a:xfrm>
            <a:off x="95885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5" name="Rectangle 2054">
            <a:extLst>
              <a:ext uri="{FF2B5EF4-FFF2-40B4-BE49-F238E27FC236}">
                <a16:creationId xmlns:a16="http://schemas.microsoft.com/office/drawing/2014/main" id="{27EC17DF-4938-49D2-9218-5F130A5D24C0}"/>
              </a:ext>
            </a:extLst>
          </p:cNvPr>
          <p:cNvSpPr/>
          <p:nvPr>
            <p:custDataLst>
              <p:tags r:id="rId95"/>
            </p:custDataLst>
          </p:nvPr>
        </p:nvSpPr>
        <p:spPr bwMode="auto">
          <a:xfrm>
            <a:off x="99441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6" name="Rectangle 2055">
            <a:extLst>
              <a:ext uri="{FF2B5EF4-FFF2-40B4-BE49-F238E27FC236}">
                <a16:creationId xmlns:a16="http://schemas.microsoft.com/office/drawing/2014/main" id="{BC446566-A49D-4334-8330-0D6A03F0F266}"/>
              </a:ext>
            </a:extLst>
          </p:cNvPr>
          <p:cNvSpPr/>
          <p:nvPr>
            <p:custDataLst>
              <p:tags r:id="rId96"/>
            </p:custDataLst>
          </p:nvPr>
        </p:nvSpPr>
        <p:spPr bwMode="auto">
          <a:xfrm>
            <a:off x="102108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282A3452-6F09-4A32-A644-797C8C1FCEA9}"/>
              </a:ext>
            </a:extLst>
          </p:cNvPr>
          <p:cNvSpPr/>
          <p:nvPr>
            <p:custDataLst>
              <p:tags r:id="rId97"/>
            </p:custDataLst>
          </p:nvPr>
        </p:nvSpPr>
        <p:spPr bwMode="auto">
          <a:xfrm>
            <a:off x="10744200" y="2476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6958CD22-798C-47EC-960C-5A1B3F33EF83}"/>
              </a:ext>
            </a:extLst>
          </p:cNvPr>
          <p:cNvSpPr/>
          <p:nvPr>
            <p:custDataLst>
              <p:tags r:id="rId98"/>
            </p:custDataLst>
          </p:nvPr>
        </p:nvSpPr>
        <p:spPr bwMode="auto">
          <a:xfrm>
            <a:off x="82550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C2AAA09B-6945-44A7-8D0E-F0959A05AFAC}"/>
              </a:ext>
            </a:extLst>
          </p:cNvPr>
          <p:cNvSpPr/>
          <p:nvPr>
            <p:custDataLst>
              <p:tags r:id="rId99"/>
            </p:custDataLst>
          </p:nvPr>
        </p:nvSpPr>
        <p:spPr bwMode="auto">
          <a:xfrm>
            <a:off x="83439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36F35ECF-8138-4E65-8857-7A82F66DAA7A}"/>
              </a:ext>
            </a:extLst>
          </p:cNvPr>
          <p:cNvSpPr/>
          <p:nvPr>
            <p:custDataLst>
              <p:tags r:id="rId100"/>
            </p:custDataLst>
          </p:nvPr>
        </p:nvSpPr>
        <p:spPr bwMode="auto">
          <a:xfrm>
            <a:off x="84328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CC821AAD-67A6-4760-AC95-C20B9395C600}"/>
              </a:ext>
            </a:extLst>
          </p:cNvPr>
          <p:cNvSpPr/>
          <p:nvPr>
            <p:custDataLst>
              <p:tags r:id="rId101"/>
            </p:custDataLst>
          </p:nvPr>
        </p:nvSpPr>
        <p:spPr bwMode="auto">
          <a:xfrm>
            <a:off x="85217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2941F7D4-91C6-45CF-9028-94893F14E331}"/>
              </a:ext>
            </a:extLst>
          </p:cNvPr>
          <p:cNvSpPr/>
          <p:nvPr>
            <p:custDataLst>
              <p:tags r:id="rId102"/>
            </p:custDataLst>
          </p:nvPr>
        </p:nvSpPr>
        <p:spPr bwMode="auto">
          <a:xfrm>
            <a:off x="86106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D317C839-BFDC-4190-8759-BF0988D15D75}"/>
              </a:ext>
            </a:extLst>
          </p:cNvPr>
          <p:cNvSpPr/>
          <p:nvPr>
            <p:custDataLst>
              <p:tags r:id="rId103"/>
            </p:custDataLst>
          </p:nvPr>
        </p:nvSpPr>
        <p:spPr bwMode="auto">
          <a:xfrm>
            <a:off x="86995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50C7FB5F-744E-4145-8855-F5C538FADFD0}"/>
              </a:ext>
            </a:extLst>
          </p:cNvPr>
          <p:cNvSpPr/>
          <p:nvPr>
            <p:custDataLst>
              <p:tags r:id="rId104"/>
            </p:custDataLst>
          </p:nvPr>
        </p:nvSpPr>
        <p:spPr bwMode="auto">
          <a:xfrm>
            <a:off x="87884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2809D7E8-E6EE-4BE8-A693-112E0E543066}"/>
              </a:ext>
            </a:extLst>
          </p:cNvPr>
          <p:cNvSpPr/>
          <p:nvPr>
            <p:custDataLst>
              <p:tags r:id="rId105"/>
            </p:custDataLst>
          </p:nvPr>
        </p:nvSpPr>
        <p:spPr bwMode="auto">
          <a:xfrm>
            <a:off x="89662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6B0C6304-E079-4D94-8CE0-85EA073CDE17}"/>
              </a:ext>
            </a:extLst>
          </p:cNvPr>
          <p:cNvSpPr/>
          <p:nvPr>
            <p:custDataLst>
              <p:tags r:id="rId106"/>
            </p:custDataLst>
          </p:nvPr>
        </p:nvSpPr>
        <p:spPr bwMode="auto">
          <a:xfrm>
            <a:off x="91440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CAA13A5C-581B-433A-A185-1F8A0D53767B}"/>
              </a:ext>
            </a:extLst>
          </p:cNvPr>
          <p:cNvSpPr/>
          <p:nvPr>
            <p:custDataLst>
              <p:tags r:id="rId107"/>
            </p:custDataLst>
          </p:nvPr>
        </p:nvSpPr>
        <p:spPr bwMode="auto">
          <a:xfrm>
            <a:off x="93218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060CA4B1-53B5-4DAA-97E4-F396AD4142FD}"/>
              </a:ext>
            </a:extLst>
          </p:cNvPr>
          <p:cNvSpPr/>
          <p:nvPr>
            <p:custDataLst>
              <p:tags r:id="rId108"/>
            </p:custDataLst>
          </p:nvPr>
        </p:nvSpPr>
        <p:spPr bwMode="auto">
          <a:xfrm>
            <a:off x="94996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69" name="Rectangle 2068">
            <a:extLst>
              <a:ext uri="{FF2B5EF4-FFF2-40B4-BE49-F238E27FC236}">
                <a16:creationId xmlns:a16="http://schemas.microsoft.com/office/drawing/2014/main" id="{E3BD5340-8EDA-4C90-A259-72CA576CF741}"/>
              </a:ext>
            </a:extLst>
          </p:cNvPr>
          <p:cNvSpPr/>
          <p:nvPr>
            <p:custDataLst>
              <p:tags r:id="rId109"/>
            </p:custDataLst>
          </p:nvPr>
        </p:nvSpPr>
        <p:spPr bwMode="auto">
          <a:xfrm>
            <a:off x="96774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E169868F-6A5B-4806-92F0-817A0F9EB6BC}"/>
              </a:ext>
            </a:extLst>
          </p:cNvPr>
          <p:cNvSpPr/>
          <p:nvPr>
            <p:custDataLst>
              <p:tags r:id="rId110"/>
            </p:custDataLst>
          </p:nvPr>
        </p:nvSpPr>
        <p:spPr bwMode="auto">
          <a:xfrm>
            <a:off x="98552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242B666E-3C7D-4FE4-B63C-AF5D60DBBF00}"/>
              </a:ext>
            </a:extLst>
          </p:cNvPr>
          <p:cNvSpPr/>
          <p:nvPr>
            <p:custDataLst>
              <p:tags r:id="rId111"/>
            </p:custDataLst>
          </p:nvPr>
        </p:nvSpPr>
        <p:spPr bwMode="auto">
          <a:xfrm>
            <a:off x="100330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B95C4026-A7A5-48C5-8B80-D58D1E032D4B}"/>
              </a:ext>
            </a:extLst>
          </p:cNvPr>
          <p:cNvSpPr/>
          <p:nvPr>
            <p:custDataLst>
              <p:tags r:id="rId112"/>
            </p:custDataLst>
          </p:nvPr>
        </p:nvSpPr>
        <p:spPr bwMode="auto">
          <a:xfrm>
            <a:off x="102108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2CFCA827-E3EC-429A-A452-95DC7E6DC7AE}"/>
              </a:ext>
            </a:extLst>
          </p:cNvPr>
          <p:cNvSpPr/>
          <p:nvPr>
            <p:custDataLst>
              <p:tags r:id="rId113"/>
            </p:custDataLst>
          </p:nvPr>
        </p:nvSpPr>
        <p:spPr bwMode="auto">
          <a:xfrm>
            <a:off x="102997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4" name="Rectangle 2073">
            <a:extLst>
              <a:ext uri="{FF2B5EF4-FFF2-40B4-BE49-F238E27FC236}">
                <a16:creationId xmlns:a16="http://schemas.microsoft.com/office/drawing/2014/main" id="{BD1B9468-7EE9-4C8B-B8AE-D3DB8680624B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103886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A9AF7388-828C-4772-AF2F-7C9A417F9C9D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04775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C743DCC3-7D4E-4F92-A019-E2A78C785161}"/>
              </a:ext>
            </a:extLst>
          </p:cNvPr>
          <p:cNvSpPr/>
          <p:nvPr>
            <p:custDataLst>
              <p:tags r:id="rId116"/>
            </p:custDataLst>
          </p:nvPr>
        </p:nvSpPr>
        <p:spPr bwMode="auto">
          <a:xfrm>
            <a:off x="105664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E2E734B5-C2C6-4DE8-9371-B89F4E8C5EAA}"/>
              </a:ext>
            </a:extLst>
          </p:cNvPr>
          <p:cNvSpPr/>
          <p:nvPr>
            <p:custDataLst>
              <p:tags r:id="rId117"/>
            </p:custDataLst>
          </p:nvPr>
        </p:nvSpPr>
        <p:spPr bwMode="auto">
          <a:xfrm>
            <a:off x="106553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A720D34B-DEE0-4190-AD1C-16E3E29CF756}"/>
              </a:ext>
            </a:extLst>
          </p:cNvPr>
          <p:cNvSpPr/>
          <p:nvPr>
            <p:custDataLst>
              <p:tags r:id="rId118"/>
            </p:custDataLst>
          </p:nvPr>
        </p:nvSpPr>
        <p:spPr bwMode="auto">
          <a:xfrm>
            <a:off x="10744200" y="2565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F9D288D9-B63A-442F-BD1B-6596C12C3A29}"/>
              </a:ext>
            </a:extLst>
          </p:cNvPr>
          <p:cNvSpPr/>
          <p:nvPr>
            <p:custDataLst>
              <p:tags r:id="rId119"/>
            </p:custDataLst>
          </p:nvPr>
        </p:nvSpPr>
        <p:spPr bwMode="auto">
          <a:xfrm>
            <a:off x="89662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8F7A0D93-4777-49D7-AAE4-FFB5633F2CB8}"/>
              </a:ext>
            </a:extLst>
          </p:cNvPr>
          <p:cNvSpPr/>
          <p:nvPr>
            <p:custDataLst>
              <p:tags r:id="rId120"/>
            </p:custDataLst>
          </p:nvPr>
        </p:nvSpPr>
        <p:spPr bwMode="auto">
          <a:xfrm>
            <a:off x="90551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CB3747CA-CC70-4A4B-94F0-7F0BF31F7745}"/>
              </a:ext>
            </a:extLst>
          </p:cNvPr>
          <p:cNvSpPr/>
          <p:nvPr>
            <p:custDataLst>
              <p:tags r:id="rId121"/>
            </p:custDataLst>
          </p:nvPr>
        </p:nvSpPr>
        <p:spPr bwMode="auto">
          <a:xfrm>
            <a:off x="91440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1C5C3F89-2239-4B55-AD9E-D8C0AFEC5EC6}"/>
              </a:ext>
            </a:extLst>
          </p:cNvPr>
          <p:cNvSpPr/>
          <p:nvPr>
            <p:custDataLst>
              <p:tags r:id="rId122"/>
            </p:custDataLst>
          </p:nvPr>
        </p:nvSpPr>
        <p:spPr bwMode="auto">
          <a:xfrm>
            <a:off x="92329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3" name="Rectangle 2082">
            <a:extLst>
              <a:ext uri="{FF2B5EF4-FFF2-40B4-BE49-F238E27FC236}">
                <a16:creationId xmlns:a16="http://schemas.microsoft.com/office/drawing/2014/main" id="{9303683E-4C6B-4AB7-A56B-97CEEC1F160B}"/>
              </a:ext>
            </a:extLst>
          </p:cNvPr>
          <p:cNvSpPr/>
          <p:nvPr>
            <p:custDataLst>
              <p:tags r:id="rId123"/>
            </p:custDataLst>
          </p:nvPr>
        </p:nvSpPr>
        <p:spPr bwMode="auto">
          <a:xfrm>
            <a:off x="93218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4" name="Rectangle 2083">
            <a:extLst>
              <a:ext uri="{FF2B5EF4-FFF2-40B4-BE49-F238E27FC236}">
                <a16:creationId xmlns:a16="http://schemas.microsoft.com/office/drawing/2014/main" id="{836E6621-BBAD-47E6-82EC-59CC3C35E8E6}"/>
              </a:ext>
            </a:extLst>
          </p:cNvPr>
          <p:cNvSpPr/>
          <p:nvPr>
            <p:custDataLst>
              <p:tags r:id="rId124"/>
            </p:custDataLst>
          </p:nvPr>
        </p:nvSpPr>
        <p:spPr bwMode="auto">
          <a:xfrm>
            <a:off x="94996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5" name="Rectangle 2084">
            <a:extLst>
              <a:ext uri="{FF2B5EF4-FFF2-40B4-BE49-F238E27FC236}">
                <a16:creationId xmlns:a16="http://schemas.microsoft.com/office/drawing/2014/main" id="{A728F82D-B8E6-4AB6-9DD5-5794AD3D82FE}"/>
              </a:ext>
            </a:extLst>
          </p:cNvPr>
          <p:cNvSpPr/>
          <p:nvPr>
            <p:custDataLst>
              <p:tags r:id="rId125"/>
            </p:custDataLst>
          </p:nvPr>
        </p:nvSpPr>
        <p:spPr bwMode="auto">
          <a:xfrm>
            <a:off x="10033000" y="2654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6" name="Rectangle 2085">
            <a:extLst>
              <a:ext uri="{FF2B5EF4-FFF2-40B4-BE49-F238E27FC236}">
                <a16:creationId xmlns:a16="http://schemas.microsoft.com/office/drawing/2014/main" id="{95737161-6506-4BCE-9D36-75ED1B791D57}"/>
              </a:ext>
            </a:extLst>
          </p:cNvPr>
          <p:cNvSpPr/>
          <p:nvPr>
            <p:custDataLst>
              <p:tags r:id="rId126"/>
            </p:custDataLst>
          </p:nvPr>
        </p:nvSpPr>
        <p:spPr bwMode="auto">
          <a:xfrm>
            <a:off x="82550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E4BB37F1-44D5-4A6E-8707-D2A427DF1EA0}"/>
              </a:ext>
            </a:extLst>
          </p:cNvPr>
          <p:cNvSpPr/>
          <p:nvPr>
            <p:custDataLst>
              <p:tags r:id="rId127"/>
            </p:custDataLst>
          </p:nvPr>
        </p:nvSpPr>
        <p:spPr bwMode="auto">
          <a:xfrm>
            <a:off x="86106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8" name="Rectangle 2087">
            <a:extLst>
              <a:ext uri="{FF2B5EF4-FFF2-40B4-BE49-F238E27FC236}">
                <a16:creationId xmlns:a16="http://schemas.microsoft.com/office/drawing/2014/main" id="{EF2B418B-25FE-4288-8066-29F78748CC25}"/>
              </a:ext>
            </a:extLst>
          </p:cNvPr>
          <p:cNvSpPr/>
          <p:nvPr>
            <p:custDataLst>
              <p:tags r:id="rId128"/>
            </p:custDataLst>
          </p:nvPr>
        </p:nvSpPr>
        <p:spPr bwMode="auto">
          <a:xfrm>
            <a:off x="87884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89" name="Rectangle 2088">
            <a:extLst>
              <a:ext uri="{FF2B5EF4-FFF2-40B4-BE49-F238E27FC236}">
                <a16:creationId xmlns:a16="http://schemas.microsoft.com/office/drawing/2014/main" id="{F12B7E1E-916E-4028-93CC-8786D13353F5}"/>
              </a:ext>
            </a:extLst>
          </p:cNvPr>
          <p:cNvSpPr/>
          <p:nvPr>
            <p:custDataLst>
              <p:tags r:id="rId129"/>
            </p:custDataLst>
          </p:nvPr>
        </p:nvSpPr>
        <p:spPr bwMode="auto">
          <a:xfrm>
            <a:off x="88773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0" name="Rectangle 2089">
            <a:extLst>
              <a:ext uri="{FF2B5EF4-FFF2-40B4-BE49-F238E27FC236}">
                <a16:creationId xmlns:a16="http://schemas.microsoft.com/office/drawing/2014/main" id="{6100FFB7-D3C8-475D-B854-9AA4F5D4C948}"/>
              </a:ext>
            </a:extLst>
          </p:cNvPr>
          <p:cNvSpPr/>
          <p:nvPr>
            <p:custDataLst>
              <p:tags r:id="rId130"/>
            </p:custDataLst>
          </p:nvPr>
        </p:nvSpPr>
        <p:spPr bwMode="auto">
          <a:xfrm>
            <a:off x="89662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1" name="Rectangle 2090">
            <a:extLst>
              <a:ext uri="{FF2B5EF4-FFF2-40B4-BE49-F238E27FC236}">
                <a16:creationId xmlns:a16="http://schemas.microsoft.com/office/drawing/2014/main" id="{8A71AF69-0B08-4B26-938C-0BCFC271D978}"/>
              </a:ext>
            </a:extLst>
          </p:cNvPr>
          <p:cNvSpPr/>
          <p:nvPr>
            <p:custDataLst>
              <p:tags r:id="rId131"/>
            </p:custDataLst>
          </p:nvPr>
        </p:nvSpPr>
        <p:spPr bwMode="auto">
          <a:xfrm>
            <a:off x="91440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2" name="Rectangle 2091">
            <a:extLst>
              <a:ext uri="{FF2B5EF4-FFF2-40B4-BE49-F238E27FC236}">
                <a16:creationId xmlns:a16="http://schemas.microsoft.com/office/drawing/2014/main" id="{B5B931D8-0374-4F48-9543-EAA38B6E0E6C}"/>
              </a:ext>
            </a:extLst>
          </p:cNvPr>
          <p:cNvSpPr/>
          <p:nvPr>
            <p:custDataLst>
              <p:tags r:id="rId132"/>
            </p:custDataLst>
          </p:nvPr>
        </p:nvSpPr>
        <p:spPr bwMode="auto">
          <a:xfrm>
            <a:off x="94107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3" name="Rectangle 2092">
            <a:extLst>
              <a:ext uri="{FF2B5EF4-FFF2-40B4-BE49-F238E27FC236}">
                <a16:creationId xmlns:a16="http://schemas.microsoft.com/office/drawing/2014/main" id="{0B9C0C70-3C9D-437D-95BD-DF9F20BAEAE3}"/>
              </a:ext>
            </a:extLst>
          </p:cNvPr>
          <p:cNvSpPr/>
          <p:nvPr>
            <p:custDataLst>
              <p:tags r:id="rId133"/>
            </p:custDataLst>
          </p:nvPr>
        </p:nvSpPr>
        <p:spPr bwMode="auto">
          <a:xfrm>
            <a:off x="94996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4" name="Rectangle 2093">
            <a:extLst>
              <a:ext uri="{FF2B5EF4-FFF2-40B4-BE49-F238E27FC236}">
                <a16:creationId xmlns:a16="http://schemas.microsoft.com/office/drawing/2014/main" id="{C403FA1C-589F-4563-9074-42F2250C318D}"/>
              </a:ext>
            </a:extLst>
          </p:cNvPr>
          <p:cNvSpPr/>
          <p:nvPr>
            <p:custDataLst>
              <p:tags r:id="rId134"/>
            </p:custDataLst>
          </p:nvPr>
        </p:nvSpPr>
        <p:spPr bwMode="auto">
          <a:xfrm>
            <a:off x="95885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5" name="Rectangle 2094">
            <a:extLst>
              <a:ext uri="{FF2B5EF4-FFF2-40B4-BE49-F238E27FC236}">
                <a16:creationId xmlns:a16="http://schemas.microsoft.com/office/drawing/2014/main" id="{CC8D8B7B-9BFF-4CB7-AC51-ADFEDA5F506E}"/>
              </a:ext>
            </a:extLst>
          </p:cNvPr>
          <p:cNvSpPr/>
          <p:nvPr>
            <p:custDataLst>
              <p:tags r:id="rId135"/>
            </p:custDataLst>
          </p:nvPr>
        </p:nvSpPr>
        <p:spPr bwMode="auto">
          <a:xfrm>
            <a:off x="96774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6" name="Rectangle 2095">
            <a:extLst>
              <a:ext uri="{FF2B5EF4-FFF2-40B4-BE49-F238E27FC236}">
                <a16:creationId xmlns:a16="http://schemas.microsoft.com/office/drawing/2014/main" id="{C539FC3C-FEE1-4043-95C9-8DD358A7C22D}"/>
              </a:ext>
            </a:extLst>
          </p:cNvPr>
          <p:cNvSpPr/>
          <p:nvPr>
            <p:custDataLst>
              <p:tags r:id="rId136"/>
            </p:custDataLst>
          </p:nvPr>
        </p:nvSpPr>
        <p:spPr bwMode="auto">
          <a:xfrm>
            <a:off x="98552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7" name="Rectangle 2096">
            <a:extLst>
              <a:ext uri="{FF2B5EF4-FFF2-40B4-BE49-F238E27FC236}">
                <a16:creationId xmlns:a16="http://schemas.microsoft.com/office/drawing/2014/main" id="{D28B4E02-70F7-4FBF-877D-161418211DCF}"/>
              </a:ext>
            </a:extLst>
          </p:cNvPr>
          <p:cNvSpPr/>
          <p:nvPr>
            <p:custDataLst>
              <p:tags r:id="rId137"/>
            </p:custDataLst>
          </p:nvPr>
        </p:nvSpPr>
        <p:spPr bwMode="auto">
          <a:xfrm>
            <a:off x="100330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8" name="Rectangle 2097">
            <a:extLst>
              <a:ext uri="{FF2B5EF4-FFF2-40B4-BE49-F238E27FC236}">
                <a16:creationId xmlns:a16="http://schemas.microsoft.com/office/drawing/2014/main" id="{0F81AA94-A4FE-4CE4-9265-5AC952709B21}"/>
              </a:ext>
            </a:extLst>
          </p:cNvPr>
          <p:cNvSpPr/>
          <p:nvPr>
            <p:custDataLst>
              <p:tags r:id="rId138"/>
            </p:custDataLst>
          </p:nvPr>
        </p:nvSpPr>
        <p:spPr bwMode="auto">
          <a:xfrm>
            <a:off x="101219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99" name="Rectangle 2098">
            <a:extLst>
              <a:ext uri="{FF2B5EF4-FFF2-40B4-BE49-F238E27FC236}">
                <a16:creationId xmlns:a16="http://schemas.microsoft.com/office/drawing/2014/main" id="{2D9A462C-02E7-4896-AE51-D97764461DB2}"/>
              </a:ext>
            </a:extLst>
          </p:cNvPr>
          <p:cNvSpPr/>
          <p:nvPr>
            <p:custDataLst>
              <p:tags r:id="rId139"/>
            </p:custDataLst>
          </p:nvPr>
        </p:nvSpPr>
        <p:spPr bwMode="auto">
          <a:xfrm>
            <a:off x="102108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0" name="Rectangle 2099">
            <a:extLst>
              <a:ext uri="{FF2B5EF4-FFF2-40B4-BE49-F238E27FC236}">
                <a16:creationId xmlns:a16="http://schemas.microsoft.com/office/drawing/2014/main" id="{6A716B67-EF5F-4C7A-8EBF-2E79BD6C7092}"/>
              </a:ext>
            </a:extLst>
          </p:cNvPr>
          <p:cNvSpPr/>
          <p:nvPr>
            <p:custDataLst>
              <p:tags r:id="rId140"/>
            </p:custDataLst>
          </p:nvPr>
        </p:nvSpPr>
        <p:spPr bwMode="auto">
          <a:xfrm>
            <a:off x="102997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1" name="Rectangle 2100">
            <a:extLst>
              <a:ext uri="{FF2B5EF4-FFF2-40B4-BE49-F238E27FC236}">
                <a16:creationId xmlns:a16="http://schemas.microsoft.com/office/drawing/2014/main" id="{A671B958-FA77-425B-A12D-CE8B1807BDD8}"/>
              </a:ext>
            </a:extLst>
          </p:cNvPr>
          <p:cNvSpPr/>
          <p:nvPr>
            <p:custDataLst>
              <p:tags r:id="rId141"/>
            </p:custDataLst>
          </p:nvPr>
        </p:nvSpPr>
        <p:spPr bwMode="auto">
          <a:xfrm>
            <a:off x="103886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2" name="Rectangle 2101">
            <a:extLst>
              <a:ext uri="{FF2B5EF4-FFF2-40B4-BE49-F238E27FC236}">
                <a16:creationId xmlns:a16="http://schemas.microsoft.com/office/drawing/2014/main" id="{7CEB88A3-9BE5-4F5F-8AF3-28E08BDED5AC}"/>
              </a:ext>
            </a:extLst>
          </p:cNvPr>
          <p:cNvSpPr/>
          <p:nvPr>
            <p:custDataLst>
              <p:tags r:id="rId142"/>
            </p:custDataLst>
          </p:nvPr>
        </p:nvSpPr>
        <p:spPr bwMode="auto">
          <a:xfrm>
            <a:off x="104775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2D401E98-E57A-41A1-9604-2322C9984D60}"/>
              </a:ext>
            </a:extLst>
          </p:cNvPr>
          <p:cNvSpPr/>
          <p:nvPr>
            <p:custDataLst>
              <p:tags r:id="rId143"/>
            </p:custDataLst>
          </p:nvPr>
        </p:nvSpPr>
        <p:spPr bwMode="auto">
          <a:xfrm>
            <a:off x="10744200" y="2743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4" name="Rectangle 2103">
            <a:extLst>
              <a:ext uri="{FF2B5EF4-FFF2-40B4-BE49-F238E27FC236}">
                <a16:creationId xmlns:a16="http://schemas.microsoft.com/office/drawing/2014/main" id="{5FD1A59B-68FE-46EA-8E65-0DE287A4A708}"/>
              </a:ext>
            </a:extLst>
          </p:cNvPr>
          <p:cNvSpPr/>
          <p:nvPr>
            <p:custDataLst>
              <p:tags r:id="rId144"/>
            </p:custDataLst>
          </p:nvPr>
        </p:nvSpPr>
        <p:spPr bwMode="auto">
          <a:xfrm>
            <a:off x="83439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5" name="Rectangle 2104">
            <a:extLst>
              <a:ext uri="{FF2B5EF4-FFF2-40B4-BE49-F238E27FC236}">
                <a16:creationId xmlns:a16="http://schemas.microsoft.com/office/drawing/2014/main" id="{1118FF7E-9F62-4CB6-B912-3CEBB3D6906F}"/>
              </a:ext>
            </a:extLst>
          </p:cNvPr>
          <p:cNvSpPr/>
          <p:nvPr>
            <p:custDataLst>
              <p:tags r:id="rId145"/>
            </p:custDataLst>
          </p:nvPr>
        </p:nvSpPr>
        <p:spPr bwMode="auto">
          <a:xfrm>
            <a:off x="89662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6" name="Rectangle 2105">
            <a:extLst>
              <a:ext uri="{FF2B5EF4-FFF2-40B4-BE49-F238E27FC236}">
                <a16:creationId xmlns:a16="http://schemas.microsoft.com/office/drawing/2014/main" id="{A50D1510-9D5A-4CDB-AF8D-68C0575B173B}"/>
              </a:ext>
            </a:extLst>
          </p:cNvPr>
          <p:cNvSpPr/>
          <p:nvPr>
            <p:custDataLst>
              <p:tags r:id="rId146"/>
            </p:custDataLst>
          </p:nvPr>
        </p:nvSpPr>
        <p:spPr bwMode="auto">
          <a:xfrm>
            <a:off x="90551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7" name="Rectangle 2106">
            <a:extLst>
              <a:ext uri="{FF2B5EF4-FFF2-40B4-BE49-F238E27FC236}">
                <a16:creationId xmlns:a16="http://schemas.microsoft.com/office/drawing/2014/main" id="{F4E0D96F-6F8D-4C5D-955F-ABFD180D6982}"/>
              </a:ext>
            </a:extLst>
          </p:cNvPr>
          <p:cNvSpPr/>
          <p:nvPr>
            <p:custDataLst>
              <p:tags r:id="rId147"/>
            </p:custDataLst>
          </p:nvPr>
        </p:nvSpPr>
        <p:spPr bwMode="auto">
          <a:xfrm>
            <a:off x="93218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8" name="Rectangle 2107">
            <a:extLst>
              <a:ext uri="{FF2B5EF4-FFF2-40B4-BE49-F238E27FC236}">
                <a16:creationId xmlns:a16="http://schemas.microsoft.com/office/drawing/2014/main" id="{9AFC3C65-79D2-42CD-AECA-C371532C03C7}"/>
              </a:ext>
            </a:extLst>
          </p:cNvPr>
          <p:cNvSpPr/>
          <p:nvPr>
            <p:custDataLst>
              <p:tags r:id="rId148"/>
            </p:custDataLst>
          </p:nvPr>
        </p:nvSpPr>
        <p:spPr bwMode="auto">
          <a:xfrm>
            <a:off x="97663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09" name="Rectangle 2108">
            <a:extLst>
              <a:ext uri="{FF2B5EF4-FFF2-40B4-BE49-F238E27FC236}">
                <a16:creationId xmlns:a16="http://schemas.microsoft.com/office/drawing/2014/main" id="{924E0CF1-5DA5-45E4-B2E3-374ABBEAF822}"/>
              </a:ext>
            </a:extLst>
          </p:cNvPr>
          <p:cNvSpPr/>
          <p:nvPr>
            <p:custDataLst>
              <p:tags r:id="rId149"/>
            </p:custDataLst>
          </p:nvPr>
        </p:nvSpPr>
        <p:spPr bwMode="auto">
          <a:xfrm>
            <a:off x="101219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0" name="Rectangle 2109">
            <a:extLst>
              <a:ext uri="{FF2B5EF4-FFF2-40B4-BE49-F238E27FC236}">
                <a16:creationId xmlns:a16="http://schemas.microsoft.com/office/drawing/2014/main" id="{0B39E5D9-4C51-4C45-AA1B-1B321D7D9F2F}"/>
              </a:ext>
            </a:extLst>
          </p:cNvPr>
          <p:cNvSpPr/>
          <p:nvPr>
            <p:custDataLst>
              <p:tags r:id="rId150"/>
            </p:custDataLst>
          </p:nvPr>
        </p:nvSpPr>
        <p:spPr bwMode="auto">
          <a:xfrm>
            <a:off x="102108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1" name="Rectangle 2110">
            <a:extLst>
              <a:ext uri="{FF2B5EF4-FFF2-40B4-BE49-F238E27FC236}">
                <a16:creationId xmlns:a16="http://schemas.microsoft.com/office/drawing/2014/main" id="{F56224A9-5690-4CE3-B363-288FCC7AB72E}"/>
              </a:ext>
            </a:extLst>
          </p:cNvPr>
          <p:cNvSpPr/>
          <p:nvPr>
            <p:custDataLst>
              <p:tags r:id="rId151"/>
            </p:custDataLst>
          </p:nvPr>
        </p:nvSpPr>
        <p:spPr bwMode="auto">
          <a:xfrm>
            <a:off x="102997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2" name="Rectangle 2111">
            <a:extLst>
              <a:ext uri="{FF2B5EF4-FFF2-40B4-BE49-F238E27FC236}">
                <a16:creationId xmlns:a16="http://schemas.microsoft.com/office/drawing/2014/main" id="{330D7F99-77B7-4859-8103-86E1AEE38628}"/>
              </a:ext>
            </a:extLst>
          </p:cNvPr>
          <p:cNvSpPr/>
          <p:nvPr>
            <p:custDataLst>
              <p:tags r:id="rId152"/>
            </p:custDataLst>
          </p:nvPr>
        </p:nvSpPr>
        <p:spPr bwMode="auto">
          <a:xfrm>
            <a:off x="103886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3" name="Rectangle 2112">
            <a:extLst>
              <a:ext uri="{FF2B5EF4-FFF2-40B4-BE49-F238E27FC236}">
                <a16:creationId xmlns:a16="http://schemas.microsoft.com/office/drawing/2014/main" id="{A0FF0157-1423-4528-9A40-2F2CE21B813E}"/>
              </a:ext>
            </a:extLst>
          </p:cNvPr>
          <p:cNvSpPr/>
          <p:nvPr>
            <p:custDataLst>
              <p:tags r:id="rId153"/>
            </p:custDataLst>
          </p:nvPr>
        </p:nvSpPr>
        <p:spPr bwMode="auto">
          <a:xfrm>
            <a:off x="104775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4" name="Rectangle 2113">
            <a:extLst>
              <a:ext uri="{FF2B5EF4-FFF2-40B4-BE49-F238E27FC236}">
                <a16:creationId xmlns:a16="http://schemas.microsoft.com/office/drawing/2014/main" id="{1F63ADAC-FE14-46B7-8498-C9C0D5155488}"/>
              </a:ext>
            </a:extLst>
          </p:cNvPr>
          <p:cNvSpPr/>
          <p:nvPr>
            <p:custDataLst>
              <p:tags r:id="rId154"/>
            </p:custDataLst>
          </p:nvPr>
        </p:nvSpPr>
        <p:spPr bwMode="auto">
          <a:xfrm>
            <a:off x="105664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5" name="Rectangle 2114">
            <a:extLst>
              <a:ext uri="{FF2B5EF4-FFF2-40B4-BE49-F238E27FC236}">
                <a16:creationId xmlns:a16="http://schemas.microsoft.com/office/drawing/2014/main" id="{8BA15350-5BEB-4175-BFC3-29BC297E5A3F}"/>
              </a:ext>
            </a:extLst>
          </p:cNvPr>
          <p:cNvSpPr/>
          <p:nvPr>
            <p:custDataLst>
              <p:tags r:id="rId155"/>
            </p:custDataLst>
          </p:nvPr>
        </p:nvSpPr>
        <p:spPr bwMode="auto">
          <a:xfrm>
            <a:off x="106553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6" name="Rectangle 2115">
            <a:extLst>
              <a:ext uri="{FF2B5EF4-FFF2-40B4-BE49-F238E27FC236}">
                <a16:creationId xmlns:a16="http://schemas.microsoft.com/office/drawing/2014/main" id="{E48A6293-D95A-415B-90EB-D93F9D14E664}"/>
              </a:ext>
            </a:extLst>
          </p:cNvPr>
          <p:cNvSpPr/>
          <p:nvPr>
            <p:custDataLst>
              <p:tags r:id="rId156"/>
            </p:custDataLst>
          </p:nvPr>
        </p:nvSpPr>
        <p:spPr bwMode="auto">
          <a:xfrm>
            <a:off x="10744200" y="2832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7" name="Rectangle 2116">
            <a:extLst>
              <a:ext uri="{FF2B5EF4-FFF2-40B4-BE49-F238E27FC236}">
                <a16:creationId xmlns:a16="http://schemas.microsoft.com/office/drawing/2014/main" id="{33D3ACFD-CB63-4773-982C-FF044D7E499A}"/>
              </a:ext>
            </a:extLst>
          </p:cNvPr>
          <p:cNvSpPr/>
          <p:nvPr>
            <p:custDataLst>
              <p:tags r:id="rId157"/>
            </p:custDataLst>
          </p:nvPr>
        </p:nvSpPr>
        <p:spPr bwMode="auto">
          <a:xfrm>
            <a:off x="82550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8" name="Rectangle 2117">
            <a:extLst>
              <a:ext uri="{FF2B5EF4-FFF2-40B4-BE49-F238E27FC236}">
                <a16:creationId xmlns:a16="http://schemas.microsoft.com/office/drawing/2014/main" id="{E7CD0FD2-6270-47B5-BD5F-4EE23D81B778}"/>
              </a:ext>
            </a:extLst>
          </p:cNvPr>
          <p:cNvSpPr/>
          <p:nvPr>
            <p:custDataLst>
              <p:tags r:id="rId158"/>
            </p:custDataLst>
          </p:nvPr>
        </p:nvSpPr>
        <p:spPr bwMode="auto">
          <a:xfrm>
            <a:off x="83439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87835401-D9FB-4C30-A5A1-6618F3A0A1E8}"/>
              </a:ext>
            </a:extLst>
          </p:cNvPr>
          <p:cNvSpPr/>
          <p:nvPr>
            <p:custDataLst>
              <p:tags r:id="rId159"/>
            </p:custDataLst>
          </p:nvPr>
        </p:nvSpPr>
        <p:spPr bwMode="auto">
          <a:xfrm>
            <a:off x="84328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0" name="Rectangle 2119">
            <a:extLst>
              <a:ext uri="{FF2B5EF4-FFF2-40B4-BE49-F238E27FC236}">
                <a16:creationId xmlns:a16="http://schemas.microsoft.com/office/drawing/2014/main" id="{5B0C11DD-B966-4B5C-8A3D-97A1B6AF014C}"/>
              </a:ext>
            </a:extLst>
          </p:cNvPr>
          <p:cNvSpPr/>
          <p:nvPr>
            <p:custDataLst>
              <p:tags r:id="rId160"/>
            </p:custDataLst>
          </p:nvPr>
        </p:nvSpPr>
        <p:spPr bwMode="auto">
          <a:xfrm>
            <a:off x="85217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1" name="Rectangle 2120">
            <a:extLst>
              <a:ext uri="{FF2B5EF4-FFF2-40B4-BE49-F238E27FC236}">
                <a16:creationId xmlns:a16="http://schemas.microsoft.com/office/drawing/2014/main" id="{7D537E5E-94AD-4FA0-84BF-6120FD8C4954}"/>
              </a:ext>
            </a:extLst>
          </p:cNvPr>
          <p:cNvSpPr/>
          <p:nvPr>
            <p:custDataLst>
              <p:tags r:id="rId161"/>
            </p:custDataLst>
          </p:nvPr>
        </p:nvSpPr>
        <p:spPr bwMode="auto">
          <a:xfrm>
            <a:off x="86995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2" name="Rectangle 2121">
            <a:extLst>
              <a:ext uri="{FF2B5EF4-FFF2-40B4-BE49-F238E27FC236}">
                <a16:creationId xmlns:a16="http://schemas.microsoft.com/office/drawing/2014/main" id="{4A0D12D5-9B6A-4B13-AC7D-CB15966208C4}"/>
              </a:ext>
            </a:extLst>
          </p:cNvPr>
          <p:cNvSpPr/>
          <p:nvPr>
            <p:custDataLst>
              <p:tags r:id="rId162"/>
            </p:custDataLst>
          </p:nvPr>
        </p:nvSpPr>
        <p:spPr bwMode="auto">
          <a:xfrm>
            <a:off x="87884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3" name="Rectangle 2122">
            <a:extLst>
              <a:ext uri="{FF2B5EF4-FFF2-40B4-BE49-F238E27FC236}">
                <a16:creationId xmlns:a16="http://schemas.microsoft.com/office/drawing/2014/main" id="{FC1002BD-9F30-4151-90F8-FC22CA29378E}"/>
              </a:ext>
            </a:extLst>
          </p:cNvPr>
          <p:cNvSpPr/>
          <p:nvPr>
            <p:custDataLst>
              <p:tags r:id="rId163"/>
            </p:custDataLst>
          </p:nvPr>
        </p:nvSpPr>
        <p:spPr bwMode="auto">
          <a:xfrm>
            <a:off x="88773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4" name="Rectangle 2123">
            <a:extLst>
              <a:ext uri="{FF2B5EF4-FFF2-40B4-BE49-F238E27FC236}">
                <a16:creationId xmlns:a16="http://schemas.microsoft.com/office/drawing/2014/main" id="{403D6B33-17F3-4AA0-9FA1-929F458D06B2}"/>
              </a:ext>
            </a:extLst>
          </p:cNvPr>
          <p:cNvSpPr/>
          <p:nvPr>
            <p:custDataLst>
              <p:tags r:id="rId164"/>
            </p:custDataLst>
          </p:nvPr>
        </p:nvSpPr>
        <p:spPr bwMode="auto">
          <a:xfrm>
            <a:off x="92329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5" name="Rectangle 2124">
            <a:extLst>
              <a:ext uri="{FF2B5EF4-FFF2-40B4-BE49-F238E27FC236}">
                <a16:creationId xmlns:a16="http://schemas.microsoft.com/office/drawing/2014/main" id="{E9085DBC-001F-4944-A75F-9A135016DF21}"/>
              </a:ext>
            </a:extLst>
          </p:cNvPr>
          <p:cNvSpPr/>
          <p:nvPr>
            <p:custDataLst>
              <p:tags r:id="rId165"/>
            </p:custDataLst>
          </p:nvPr>
        </p:nvSpPr>
        <p:spPr bwMode="auto">
          <a:xfrm>
            <a:off x="94107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6" name="Rectangle 2125">
            <a:extLst>
              <a:ext uri="{FF2B5EF4-FFF2-40B4-BE49-F238E27FC236}">
                <a16:creationId xmlns:a16="http://schemas.microsoft.com/office/drawing/2014/main" id="{EBC63EEF-3CDC-4AD5-B3A9-B486205C2851}"/>
              </a:ext>
            </a:extLst>
          </p:cNvPr>
          <p:cNvSpPr/>
          <p:nvPr>
            <p:custDataLst>
              <p:tags r:id="rId166"/>
            </p:custDataLst>
          </p:nvPr>
        </p:nvSpPr>
        <p:spPr bwMode="auto">
          <a:xfrm>
            <a:off x="94996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7" name="Rectangle 2126">
            <a:extLst>
              <a:ext uri="{FF2B5EF4-FFF2-40B4-BE49-F238E27FC236}">
                <a16:creationId xmlns:a16="http://schemas.microsoft.com/office/drawing/2014/main" id="{332FD037-B77F-41EE-810E-D115F67EACC5}"/>
              </a:ext>
            </a:extLst>
          </p:cNvPr>
          <p:cNvSpPr/>
          <p:nvPr>
            <p:custDataLst>
              <p:tags r:id="rId167"/>
            </p:custDataLst>
          </p:nvPr>
        </p:nvSpPr>
        <p:spPr bwMode="auto">
          <a:xfrm>
            <a:off x="95885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8" name="Rectangle 2127">
            <a:extLst>
              <a:ext uri="{FF2B5EF4-FFF2-40B4-BE49-F238E27FC236}">
                <a16:creationId xmlns:a16="http://schemas.microsoft.com/office/drawing/2014/main" id="{A43FD9BC-1A64-4844-8EC7-D37C0BD17FE2}"/>
              </a:ext>
            </a:extLst>
          </p:cNvPr>
          <p:cNvSpPr/>
          <p:nvPr>
            <p:custDataLst>
              <p:tags r:id="rId168"/>
            </p:custDataLst>
          </p:nvPr>
        </p:nvSpPr>
        <p:spPr bwMode="auto">
          <a:xfrm>
            <a:off x="98552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29" name="Rectangle 2128">
            <a:extLst>
              <a:ext uri="{FF2B5EF4-FFF2-40B4-BE49-F238E27FC236}">
                <a16:creationId xmlns:a16="http://schemas.microsoft.com/office/drawing/2014/main" id="{3EFAD37F-DCBB-4ECD-B325-4DAB8D230EAC}"/>
              </a:ext>
            </a:extLst>
          </p:cNvPr>
          <p:cNvSpPr/>
          <p:nvPr>
            <p:custDataLst>
              <p:tags r:id="rId169"/>
            </p:custDataLst>
          </p:nvPr>
        </p:nvSpPr>
        <p:spPr bwMode="auto">
          <a:xfrm>
            <a:off x="100330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0" name="Rectangle 2129">
            <a:extLst>
              <a:ext uri="{FF2B5EF4-FFF2-40B4-BE49-F238E27FC236}">
                <a16:creationId xmlns:a16="http://schemas.microsoft.com/office/drawing/2014/main" id="{09E8083D-6944-40EA-9C66-B58A7FFF5C92}"/>
              </a:ext>
            </a:extLst>
          </p:cNvPr>
          <p:cNvSpPr/>
          <p:nvPr>
            <p:custDataLst>
              <p:tags r:id="rId170"/>
            </p:custDataLst>
          </p:nvPr>
        </p:nvSpPr>
        <p:spPr bwMode="auto">
          <a:xfrm>
            <a:off x="101219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1" name="Rectangle 2130">
            <a:extLst>
              <a:ext uri="{FF2B5EF4-FFF2-40B4-BE49-F238E27FC236}">
                <a16:creationId xmlns:a16="http://schemas.microsoft.com/office/drawing/2014/main" id="{2C8A1D21-714A-4068-A065-2F6D8CCED3E2}"/>
              </a:ext>
            </a:extLst>
          </p:cNvPr>
          <p:cNvSpPr/>
          <p:nvPr>
            <p:custDataLst>
              <p:tags r:id="rId171"/>
            </p:custDataLst>
          </p:nvPr>
        </p:nvSpPr>
        <p:spPr bwMode="auto">
          <a:xfrm>
            <a:off x="103886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2" name="Rectangle 2131">
            <a:extLst>
              <a:ext uri="{FF2B5EF4-FFF2-40B4-BE49-F238E27FC236}">
                <a16:creationId xmlns:a16="http://schemas.microsoft.com/office/drawing/2014/main" id="{3CE31E5F-CFC2-4C11-A740-DF38486A3AC9}"/>
              </a:ext>
            </a:extLst>
          </p:cNvPr>
          <p:cNvSpPr/>
          <p:nvPr>
            <p:custDataLst>
              <p:tags r:id="rId172"/>
            </p:custDataLst>
          </p:nvPr>
        </p:nvSpPr>
        <p:spPr bwMode="auto">
          <a:xfrm>
            <a:off x="10744200" y="2921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3" name="Rectangle 2132">
            <a:extLst>
              <a:ext uri="{FF2B5EF4-FFF2-40B4-BE49-F238E27FC236}">
                <a16:creationId xmlns:a16="http://schemas.microsoft.com/office/drawing/2014/main" id="{80BD307A-FB18-4DC2-8142-569729F326A4}"/>
              </a:ext>
            </a:extLst>
          </p:cNvPr>
          <p:cNvSpPr/>
          <p:nvPr>
            <p:custDataLst>
              <p:tags r:id="rId173"/>
            </p:custDataLst>
          </p:nvPr>
        </p:nvSpPr>
        <p:spPr bwMode="auto">
          <a:xfrm>
            <a:off x="83439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4" name="Rectangle 2133">
            <a:extLst>
              <a:ext uri="{FF2B5EF4-FFF2-40B4-BE49-F238E27FC236}">
                <a16:creationId xmlns:a16="http://schemas.microsoft.com/office/drawing/2014/main" id="{8610A8C2-EE1E-4FA8-870B-B0AFD08F7F7B}"/>
              </a:ext>
            </a:extLst>
          </p:cNvPr>
          <p:cNvSpPr/>
          <p:nvPr>
            <p:custDataLst>
              <p:tags r:id="rId174"/>
            </p:custDataLst>
          </p:nvPr>
        </p:nvSpPr>
        <p:spPr bwMode="auto">
          <a:xfrm>
            <a:off x="84328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5" name="Rectangle 2134">
            <a:extLst>
              <a:ext uri="{FF2B5EF4-FFF2-40B4-BE49-F238E27FC236}">
                <a16:creationId xmlns:a16="http://schemas.microsoft.com/office/drawing/2014/main" id="{7337617D-2641-48A0-89A2-ABF62B3EAE73}"/>
              </a:ext>
            </a:extLst>
          </p:cNvPr>
          <p:cNvSpPr/>
          <p:nvPr>
            <p:custDataLst>
              <p:tags r:id="rId175"/>
            </p:custDataLst>
          </p:nvPr>
        </p:nvSpPr>
        <p:spPr bwMode="auto">
          <a:xfrm>
            <a:off x="85217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6" name="Rectangle 2135">
            <a:extLst>
              <a:ext uri="{FF2B5EF4-FFF2-40B4-BE49-F238E27FC236}">
                <a16:creationId xmlns:a16="http://schemas.microsoft.com/office/drawing/2014/main" id="{F11F7141-3B4D-484F-BAC5-006B05106F7C}"/>
              </a:ext>
            </a:extLst>
          </p:cNvPr>
          <p:cNvSpPr/>
          <p:nvPr>
            <p:custDataLst>
              <p:tags r:id="rId176"/>
            </p:custDataLst>
          </p:nvPr>
        </p:nvSpPr>
        <p:spPr bwMode="auto">
          <a:xfrm>
            <a:off x="86106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7" name="Rectangle 2136">
            <a:extLst>
              <a:ext uri="{FF2B5EF4-FFF2-40B4-BE49-F238E27FC236}">
                <a16:creationId xmlns:a16="http://schemas.microsoft.com/office/drawing/2014/main" id="{6887BAAD-AD7A-4DC4-8B48-2153A78CE502}"/>
              </a:ext>
            </a:extLst>
          </p:cNvPr>
          <p:cNvSpPr/>
          <p:nvPr>
            <p:custDataLst>
              <p:tags r:id="rId177"/>
            </p:custDataLst>
          </p:nvPr>
        </p:nvSpPr>
        <p:spPr bwMode="auto">
          <a:xfrm>
            <a:off x="88773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8" name="Rectangle 2137">
            <a:extLst>
              <a:ext uri="{FF2B5EF4-FFF2-40B4-BE49-F238E27FC236}">
                <a16:creationId xmlns:a16="http://schemas.microsoft.com/office/drawing/2014/main" id="{1F188844-33DC-46E0-927A-0034D6B82C37}"/>
              </a:ext>
            </a:extLst>
          </p:cNvPr>
          <p:cNvSpPr/>
          <p:nvPr>
            <p:custDataLst>
              <p:tags r:id="rId178"/>
            </p:custDataLst>
          </p:nvPr>
        </p:nvSpPr>
        <p:spPr bwMode="auto">
          <a:xfrm>
            <a:off x="89662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39" name="Rectangle 2138">
            <a:extLst>
              <a:ext uri="{FF2B5EF4-FFF2-40B4-BE49-F238E27FC236}">
                <a16:creationId xmlns:a16="http://schemas.microsoft.com/office/drawing/2014/main" id="{3BD4E418-8F41-410C-943B-45CC59751FF2}"/>
              </a:ext>
            </a:extLst>
          </p:cNvPr>
          <p:cNvSpPr/>
          <p:nvPr>
            <p:custDataLst>
              <p:tags r:id="rId179"/>
            </p:custDataLst>
          </p:nvPr>
        </p:nvSpPr>
        <p:spPr bwMode="auto">
          <a:xfrm>
            <a:off x="91440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0" name="Rectangle 2139">
            <a:extLst>
              <a:ext uri="{FF2B5EF4-FFF2-40B4-BE49-F238E27FC236}">
                <a16:creationId xmlns:a16="http://schemas.microsoft.com/office/drawing/2014/main" id="{37D49F5A-0A80-454F-A670-7018F48E44D1}"/>
              </a:ext>
            </a:extLst>
          </p:cNvPr>
          <p:cNvSpPr/>
          <p:nvPr>
            <p:custDataLst>
              <p:tags r:id="rId180"/>
            </p:custDataLst>
          </p:nvPr>
        </p:nvSpPr>
        <p:spPr bwMode="auto">
          <a:xfrm>
            <a:off x="94107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1" name="Rectangle 2140">
            <a:extLst>
              <a:ext uri="{FF2B5EF4-FFF2-40B4-BE49-F238E27FC236}">
                <a16:creationId xmlns:a16="http://schemas.microsoft.com/office/drawing/2014/main" id="{CFD05385-55C4-4333-A803-0571EFABD9F6}"/>
              </a:ext>
            </a:extLst>
          </p:cNvPr>
          <p:cNvSpPr/>
          <p:nvPr>
            <p:custDataLst>
              <p:tags r:id="rId181"/>
            </p:custDataLst>
          </p:nvPr>
        </p:nvSpPr>
        <p:spPr bwMode="auto">
          <a:xfrm>
            <a:off x="95885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2" name="Rectangle 2141">
            <a:extLst>
              <a:ext uri="{FF2B5EF4-FFF2-40B4-BE49-F238E27FC236}">
                <a16:creationId xmlns:a16="http://schemas.microsoft.com/office/drawing/2014/main" id="{45F7D07A-127F-4A64-BC7C-43942EE635FC}"/>
              </a:ext>
            </a:extLst>
          </p:cNvPr>
          <p:cNvSpPr/>
          <p:nvPr>
            <p:custDataLst>
              <p:tags r:id="rId182"/>
            </p:custDataLst>
          </p:nvPr>
        </p:nvSpPr>
        <p:spPr bwMode="auto">
          <a:xfrm>
            <a:off x="96774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3" name="Rectangle 2142">
            <a:extLst>
              <a:ext uri="{FF2B5EF4-FFF2-40B4-BE49-F238E27FC236}">
                <a16:creationId xmlns:a16="http://schemas.microsoft.com/office/drawing/2014/main" id="{313668DF-388F-458D-8146-445EFFABA733}"/>
              </a:ext>
            </a:extLst>
          </p:cNvPr>
          <p:cNvSpPr/>
          <p:nvPr>
            <p:custDataLst>
              <p:tags r:id="rId183"/>
            </p:custDataLst>
          </p:nvPr>
        </p:nvSpPr>
        <p:spPr bwMode="auto">
          <a:xfrm>
            <a:off x="99441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4" name="Rectangle 2143">
            <a:extLst>
              <a:ext uri="{FF2B5EF4-FFF2-40B4-BE49-F238E27FC236}">
                <a16:creationId xmlns:a16="http://schemas.microsoft.com/office/drawing/2014/main" id="{330BBBA1-CAA1-486B-8758-06E28B7740C5}"/>
              </a:ext>
            </a:extLst>
          </p:cNvPr>
          <p:cNvSpPr/>
          <p:nvPr>
            <p:custDataLst>
              <p:tags r:id="rId184"/>
            </p:custDataLst>
          </p:nvPr>
        </p:nvSpPr>
        <p:spPr bwMode="auto">
          <a:xfrm>
            <a:off x="100330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5" name="Rectangle 2144">
            <a:extLst>
              <a:ext uri="{FF2B5EF4-FFF2-40B4-BE49-F238E27FC236}">
                <a16:creationId xmlns:a16="http://schemas.microsoft.com/office/drawing/2014/main" id="{2A915C67-BD6F-40D5-9E00-4C97B748777F}"/>
              </a:ext>
            </a:extLst>
          </p:cNvPr>
          <p:cNvSpPr/>
          <p:nvPr>
            <p:custDataLst>
              <p:tags r:id="rId185"/>
            </p:custDataLst>
          </p:nvPr>
        </p:nvSpPr>
        <p:spPr bwMode="auto">
          <a:xfrm>
            <a:off x="101219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6" name="Rectangle 2145">
            <a:extLst>
              <a:ext uri="{FF2B5EF4-FFF2-40B4-BE49-F238E27FC236}">
                <a16:creationId xmlns:a16="http://schemas.microsoft.com/office/drawing/2014/main" id="{740B456C-60F6-4CB8-896D-6D030A9C2533}"/>
              </a:ext>
            </a:extLst>
          </p:cNvPr>
          <p:cNvSpPr/>
          <p:nvPr>
            <p:custDataLst>
              <p:tags r:id="rId186"/>
            </p:custDataLst>
          </p:nvPr>
        </p:nvSpPr>
        <p:spPr bwMode="auto">
          <a:xfrm>
            <a:off x="102108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7" name="Rectangle 2146">
            <a:extLst>
              <a:ext uri="{FF2B5EF4-FFF2-40B4-BE49-F238E27FC236}">
                <a16:creationId xmlns:a16="http://schemas.microsoft.com/office/drawing/2014/main" id="{88D8E9DB-466B-4DB8-B4CC-05FBF9B226F0}"/>
              </a:ext>
            </a:extLst>
          </p:cNvPr>
          <p:cNvSpPr/>
          <p:nvPr>
            <p:custDataLst>
              <p:tags r:id="rId187"/>
            </p:custDataLst>
          </p:nvPr>
        </p:nvSpPr>
        <p:spPr bwMode="auto">
          <a:xfrm>
            <a:off x="103886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8" name="Rectangle 2147">
            <a:extLst>
              <a:ext uri="{FF2B5EF4-FFF2-40B4-BE49-F238E27FC236}">
                <a16:creationId xmlns:a16="http://schemas.microsoft.com/office/drawing/2014/main" id="{ED0C25C7-5FE5-42ED-8BDA-C79A77DF1E4E}"/>
              </a:ext>
            </a:extLst>
          </p:cNvPr>
          <p:cNvSpPr/>
          <p:nvPr>
            <p:custDataLst>
              <p:tags r:id="rId188"/>
            </p:custDataLst>
          </p:nvPr>
        </p:nvSpPr>
        <p:spPr bwMode="auto">
          <a:xfrm>
            <a:off x="104775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49" name="Rectangle 2148">
            <a:extLst>
              <a:ext uri="{FF2B5EF4-FFF2-40B4-BE49-F238E27FC236}">
                <a16:creationId xmlns:a16="http://schemas.microsoft.com/office/drawing/2014/main" id="{B7FE44E1-82FC-4D51-BB8C-DDAF0C37530D}"/>
              </a:ext>
            </a:extLst>
          </p:cNvPr>
          <p:cNvSpPr/>
          <p:nvPr>
            <p:custDataLst>
              <p:tags r:id="rId189"/>
            </p:custDataLst>
          </p:nvPr>
        </p:nvSpPr>
        <p:spPr bwMode="auto">
          <a:xfrm>
            <a:off x="106553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0" name="Rectangle 2149">
            <a:extLst>
              <a:ext uri="{FF2B5EF4-FFF2-40B4-BE49-F238E27FC236}">
                <a16:creationId xmlns:a16="http://schemas.microsoft.com/office/drawing/2014/main" id="{BD5B3E56-43A7-440F-AFA9-C868D7DB45D0}"/>
              </a:ext>
            </a:extLst>
          </p:cNvPr>
          <p:cNvSpPr/>
          <p:nvPr>
            <p:custDataLst>
              <p:tags r:id="rId190"/>
            </p:custDataLst>
          </p:nvPr>
        </p:nvSpPr>
        <p:spPr bwMode="auto">
          <a:xfrm>
            <a:off x="10744200" y="3009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1" name="Rectangle 2150">
            <a:extLst>
              <a:ext uri="{FF2B5EF4-FFF2-40B4-BE49-F238E27FC236}">
                <a16:creationId xmlns:a16="http://schemas.microsoft.com/office/drawing/2014/main" id="{528E75B6-83AD-4C2E-BAD5-E4DBFB8CAC42}"/>
              </a:ext>
            </a:extLst>
          </p:cNvPr>
          <p:cNvSpPr/>
          <p:nvPr>
            <p:custDataLst>
              <p:tags r:id="rId191"/>
            </p:custDataLst>
          </p:nvPr>
        </p:nvSpPr>
        <p:spPr bwMode="auto">
          <a:xfrm>
            <a:off x="82550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2" name="Rectangle 2151">
            <a:extLst>
              <a:ext uri="{FF2B5EF4-FFF2-40B4-BE49-F238E27FC236}">
                <a16:creationId xmlns:a16="http://schemas.microsoft.com/office/drawing/2014/main" id="{EC7E5F99-AF48-42AD-ADFE-978C6C1E488B}"/>
              </a:ext>
            </a:extLst>
          </p:cNvPr>
          <p:cNvSpPr/>
          <p:nvPr>
            <p:custDataLst>
              <p:tags r:id="rId192"/>
            </p:custDataLst>
          </p:nvPr>
        </p:nvSpPr>
        <p:spPr bwMode="auto">
          <a:xfrm>
            <a:off x="83439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3" name="Rectangle 2152">
            <a:extLst>
              <a:ext uri="{FF2B5EF4-FFF2-40B4-BE49-F238E27FC236}">
                <a16:creationId xmlns:a16="http://schemas.microsoft.com/office/drawing/2014/main" id="{E25E6F5E-EC54-4C1D-B18C-64C8BA57FF23}"/>
              </a:ext>
            </a:extLst>
          </p:cNvPr>
          <p:cNvSpPr/>
          <p:nvPr>
            <p:custDataLst>
              <p:tags r:id="rId193"/>
            </p:custDataLst>
          </p:nvPr>
        </p:nvSpPr>
        <p:spPr bwMode="auto">
          <a:xfrm>
            <a:off x="84328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4" name="Rectangle 2153">
            <a:extLst>
              <a:ext uri="{FF2B5EF4-FFF2-40B4-BE49-F238E27FC236}">
                <a16:creationId xmlns:a16="http://schemas.microsoft.com/office/drawing/2014/main" id="{BB26B53E-4549-4699-ADDE-A7FEFBBF118B}"/>
              </a:ext>
            </a:extLst>
          </p:cNvPr>
          <p:cNvSpPr/>
          <p:nvPr>
            <p:custDataLst>
              <p:tags r:id="rId194"/>
            </p:custDataLst>
          </p:nvPr>
        </p:nvSpPr>
        <p:spPr bwMode="auto">
          <a:xfrm>
            <a:off x="85217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5" name="Rectangle 2154">
            <a:extLst>
              <a:ext uri="{FF2B5EF4-FFF2-40B4-BE49-F238E27FC236}">
                <a16:creationId xmlns:a16="http://schemas.microsoft.com/office/drawing/2014/main" id="{6D5F850F-1EC9-4FAF-9B39-0C994AFB3B11}"/>
              </a:ext>
            </a:extLst>
          </p:cNvPr>
          <p:cNvSpPr/>
          <p:nvPr>
            <p:custDataLst>
              <p:tags r:id="rId195"/>
            </p:custDataLst>
          </p:nvPr>
        </p:nvSpPr>
        <p:spPr bwMode="auto">
          <a:xfrm>
            <a:off x="87884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6" name="Rectangle 2155">
            <a:extLst>
              <a:ext uri="{FF2B5EF4-FFF2-40B4-BE49-F238E27FC236}">
                <a16:creationId xmlns:a16="http://schemas.microsoft.com/office/drawing/2014/main" id="{24BFC3A8-F96C-4345-984C-9084538BF124}"/>
              </a:ext>
            </a:extLst>
          </p:cNvPr>
          <p:cNvSpPr/>
          <p:nvPr>
            <p:custDataLst>
              <p:tags r:id="rId196"/>
            </p:custDataLst>
          </p:nvPr>
        </p:nvSpPr>
        <p:spPr bwMode="auto">
          <a:xfrm>
            <a:off x="88773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C3440206-0073-462B-B5D9-6A5F49570CAF}"/>
              </a:ext>
            </a:extLst>
          </p:cNvPr>
          <p:cNvSpPr/>
          <p:nvPr>
            <p:custDataLst>
              <p:tags r:id="rId197"/>
            </p:custDataLst>
          </p:nvPr>
        </p:nvSpPr>
        <p:spPr bwMode="auto">
          <a:xfrm>
            <a:off x="91440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8" name="Rectangle 2157">
            <a:extLst>
              <a:ext uri="{FF2B5EF4-FFF2-40B4-BE49-F238E27FC236}">
                <a16:creationId xmlns:a16="http://schemas.microsoft.com/office/drawing/2014/main" id="{DAD2921C-87DD-4F37-9674-2671DC90F98D}"/>
              </a:ext>
            </a:extLst>
          </p:cNvPr>
          <p:cNvSpPr/>
          <p:nvPr>
            <p:custDataLst>
              <p:tags r:id="rId198"/>
            </p:custDataLst>
          </p:nvPr>
        </p:nvSpPr>
        <p:spPr bwMode="auto">
          <a:xfrm>
            <a:off x="92329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59" name="Rectangle 2158">
            <a:extLst>
              <a:ext uri="{FF2B5EF4-FFF2-40B4-BE49-F238E27FC236}">
                <a16:creationId xmlns:a16="http://schemas.microsoft.com/office/drawing/2014/main" id="{39597DED-4A71-462D-BA01-84B5AA2DA36C}"/>
              </a:ext>
            </a:extLst>
          </p:cNvPr>
          <p:cNvSpPr/>
          <p:nvPr>
            <p:custDataLst>
              <p:tags r:id="rId199"/>
            </p:custDataLst>
          </p:nvPr>
        </p:nvSpPr>
        <p:spPr bwMode="auto">
          <a:xfrm>
            <a:off x="93218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0" name="Rectangle 2159">
            <a:extLst>
              <a:ext uri="{FF2B5EF4-FFF2-40B4-BE49-F238E27FC236}">
                <a16:creationId xmlns:a16="http://schemas.microsoft.com/office/drawing/2014/main" id="{08D5365B-B049-42E4-B659-7635FABD8A8A}"/>
              </a:ext>
            </a:extLst>
          </p:cNvPr>
          <p:cNvSpPr/>
          <p:nvPr>
            <p:custDataLst>
              <p:tags r:id="rId200"/>
            </p:custDataLst>
          </p:nvPr>
        </p:nvSpPr>
        <p:spPr bwMode="auto">
          <a:xfrm>
            <a:off x="94107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1" name="Rectangle 2160">
            <a:extLst>
              <a:ext uri="{FF2B5EF4-FFF2-40B4-BE49-F238E27FC236}">
                <a16:creationId xmlns:a16="http://schemas.microsoft.com/office/drawing/2014/main" id="{CE45297B-84BF-409B-953F-109CE2AA145A}"/>
              </a:ext>
            </a:extLst>
          </p:cNvPr>
          <p:cNvSpPr/>
          <p:nvPr>
            <p:custDataLst>
              <p:tags r:id="rId201"/>
            </p:custDataLst>
          </p:nvPr>
        </p:nvSpPr>
        <p:spPr bwMode="auto">
          <a:xfrm>
            <a:off x="97663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2" name="Rectangle 2161">
            <a:extLst>
              <a:ext uri="{FF2B5EF4-FFF2-40B4-BE49-F238E27FC236}">
                <a16:creationId xmlns:a16="http://schemas.microsoft.com/office/drawing/2014/main" id="{29F0DAAA-0C71-488D-ABD5-02A97298F1AF}"/>
              </a:ext>
            </a:extLst>
          </p:cNvPr>
          <p:cNvSpPr/>
          <p:nvPr>
            <p:custDataLst>
              <p:tags r:id="rId202"/>
            </p:custDataLst>
          </p:nvPr>
        </p:nvSpPr>
        <p:spPr bwMode="auto">
          <a:xfrm>
            <a:off x="98552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3" name="Rectangle 2162">
            <a:extLst>
              <a:ext uri="{FF2B5EF4-FFF2-40B4-BE49-F238E27FC236}">
                <a16:creationId xmlns:a16="http://schemas.microsoft.com/office/drawing/2014/main" id="{0CD02636-1710-450E-BD97-6237CDDDF015}"/>
              </a:ext>
            </a:extLst>
          </p:cNvPr>
          <p:cNvSpPr/>
          <p:nvPr>
            <p:custDataLst>
              <p:tags r:id="rId203"/>
            </p:custDataLst>
          </p:nvPr>
        </p:nvSpPr>
        <p:spPr bwMode="auto">
          <a:xfrm>
            <a:off x="100330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4" name="Rectangle 2163">
            <a:extLst>
              <a:ext uri="{FF2B5EF4-FFF2-40B4-BE49-F238E27FC236}">
                <a16:creationId xmlns:a16="http://schemas.microsoft.com/office/drawing/2014/main" id="{CBDFAC81-FB6C-4FBA-9F29-7ACC11946E0D}"/>
              </a:ext>
            </a:extLst>
          </p:cNvPr>
          <p:cNvSpPr/>
          <p:nvPr>
            <p:custDataLst>
              <p:tags r:id="rId204"/>
            </p:custDataLst>
          </p:nvPr>
        </p:nvSpPr>
        <p:spPr bwMode="auto">
          <a:xfrm>
            <a:off x="10655300" y="3098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5" name="Rectangle 2164">
            <a:extLst>
              <a:ext uri="{FF2B5EF4-FFF2-40B4-BE49-F238E27FC236}">
                <a16:creationId xmlns:a16="http://schemas.microsoft.com/office/drawing/2014/main" id="{95BFBAA0-CD84-4413-9DEE-8477A5BEDBBC}"/>
              </a:ext>
            </a:extLst>
          </p:cNvPr>
          <p:cNvSpPr/>
          <p:nvPr>
            <p:custDataLst>
              <p:tags r:id="rId205"/>
            </p:custDataLst>
          </p:nvPr>
        </p:nvSpPr>
        <p:spPr bwMode="auto">
          <a:xfrm>
            <a:off x="83439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6" name="Rectangle 2165">
            <a:extLst>
              <a:ext uri="{FF2B5EF4-FFF2-40B4-BE49-F238E27FC236}">
                <a16:creationId xmlns:a16="http://schemas.microsoft.com/office/drawing/2014/main" id="{6AF46E43-B6EE-41F9-8C1B-80E3629AD359}"/>
              </a:ext>
            </a:extLst>
          </p:cNvPr>
          <p:cNvSpPr/>
          <p:nvPr>
            <p:custDataLst>
              <p:tags r:id="rId206"/>
            </p:custDataLst>
          </p:nvPr>
        </p:nvSpPr>
        <p:spPr bwMode="auto">
          <a:xfrm>
            <a:off x="85217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7" name="Rectangle 2166">
            <a:extLst>
              <a:ext uri="{FF2B5EF4-FFF2-40B4-BE49-F238E27FC236}">
                <a16:creationId xmlns:a16="http://schemas.microsoft.com/office/drawing/2014/main" id="{9DBB7B04-E9E5-4B06-83AE-1D0132EB5FA1}"/>
              </a:ext>
            </a:extLst>
          </p:cNvPr>
          <p:cNvSpPr/>
          <p:nvPr>
            <p:custDataLst>
              <p:tags r:id="rId207"/>
            </p:custDataLst>
          </p:nvPr>
        </p:nvSpPr>
        <p:spPr bwMode="auto">
          <a:xfrm>
            <a:off x="86106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8" name="Rectangle 2167">
            <a:extLst>
              <a:ext uri="{FF2B5EF4-FFF2-40B4-BE49-F238E27FC236}">
                <a16:creationId xmlns:a16="http://schemas.microsoft.com/office/drawing/2014/main" id="{87FBB24B-DB84-46EB-8C03-373BC157E71D}"/>
              </a:ext>
            </a:extLst>
          </p:cNvPr>
          <p:cNvSpPr/>
          <p:nvPr>
            <p:custDataLst>
              <p:tags r:id="rId208"/>
            </p:custDataLst>
          </p:nvPr>
        </p:nvSpPr>
        <p:spPr bwMode="auto">
          <a:xfrm>
            <a:off x="88773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69" name="Rectangle 2168">
            <a:extLst>
              <a:ext uri="{FF2B5EF4-FFF2-40B4-BE49-F238E27FC236}">
                <a16:creationId xmlns:a16="http://schemas.microsoft.com/office/drawing/2014/main" id="{8000D5FD-4B38-4CEE-94FF-B637FD712C02}"/>
              </a:ext>
            </a:extLst>
          </p:cNvPr>
          <p:cNvSpPr/>
          <p:nvPr>
            <p:custDataLst>
              <p:tags r:id="rId209"/>
            </p:custDataLst>
          </p:nvPr>
        </p:nvSpPr>
        <p:spPr bwMode="auto">
          <a:xfrm>
            <a:off x="89662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0" name="Rectangle 2169">
            <a:extLst>
              <a:ext uri="{FF2B5EF4-FFF2-40B4-BE49-F238E27FC236}">
                <a16:creationId xmlns:a16="http://schemas.microsoft.com/office/drawing/2014/main" id="{220BA6C0-6F0A-486E-B82B-63E1DB15413A}"/>
              </a:ext>
            </a:extLst>
          </p:cNvPr>
          <p:cNvSpPr/>
          <p:nvPr>
            <p:custDataLst>
              <p:tags r:id="rId210"/>
            </p:custDataLst>
          </p:nvPr>
        </p:nvSpPr>
        <p:spPr bwMode="auto">
          <a:xfrm>
            <a:off x="92329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1" name="Rectangle 2170">
            <a:extLst>
              <a:ext uri="{FF2B5EF4-FFF2-40B4-BE49-F238E27FC236}">
                <a16:creationId xmlns:a16="http://schemas.microsoft.com/office/drawing/2014/main" id="{5952C5B4-9BCD-4C62-BD2B-757836C9DE1B}"/>
              </a:ext>
            </a:extLst>
          </p:cNvPr>
          <p:cNvSpPr/>
          <p:nvPr>
            <p:custDataLst>
              <p:tags r:id="rId211"/>
            </p:custDataLst>
          </p:nvPr>
        </p:nvSpPr>
        <p:spPr bwMode="auto">
          <a:xfrm>
            <a:off x="93218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2" name="Rectangle 2171">
            <a:extLst>
              <a:ext uri="{FF2B5EF4-FFF2-40B4-BE49-F238E27FC236}">
                <a16:creationId xmlns:a16="http://schemas.microsoft.com/office/drawing/2014/main" id="{0996415B-CA9E-482C-806B-D00F07EEDF68}"/>
              </a:ext>
            </a:extLst>
          </p:cNvPr>
          <p:cNvSpPr/>
          <p:nvPr>
            <p:custDataLst>
              <p:tags r:id="rId212"/>
            </p:custDataLst>
          </p:nvPr>
        </p:nvSpPr>
        <p:spPr bwMode="auto">
          <a:xfrm>
            <a:off x="94107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3" name="Rectangle 2172">
            <a:extLst>
              <a:ext uri="{FF2B5EF4-FFF2-40B4-BE49-F238E27FC236}">
                <a16:creationId xmlns:a16="http://schemas.microsoft.com/office/drawing/2014/main" id="{2948DFF4-D592-452F-8E01-C2E1A14C60DE}"/>
              </a:ext>
            </a:extLst>
          </p:cNvPr>
          <p:cNvSpPr/>
          <p:nvPr>
            <p:custDataLst>
              <p:tags r:id="rId213"/>
            </p:custDataLst>
          </p:nvPr>
        </p:nvSpPr>
        <p:spPr bwMode="auto">
          <a:xfrm>
            <a:off x="94996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4" name="Rectangle 2173">
            <a:extLst>
              <a:ext uri="{FF2B5EF4-FFF2-40B4-BE49-F238E27FC236}">
                <a16:creationId xmlns:a16="http://schemas.microsoft.com/office/drawing/2014/main" id="{E2EFC050-70AE-459A-A3D3-715AE1C70F76}"/>
              </a:ext>
            </a:extLst>
          </p:cNvPr>
          <p:cNvSpPr/>
          <p:nvPr>
            <p:custDataLst>
              <p:tags r:id="rId214"/>
            </p:custDataLst>
          </p:nvPr>
        </p:nvSpPr>
        <p:spPr bwMode="auto">
          <a:xfrm>
            <a:off x="96774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5" name="Rectangle 2174">
            <a:extLst>
              <a:ext uri="{FF2B5EF4-FFF2-40B4-BE49-F238E27FC236}">
                <a16:creationId xmlns:a16="http://schemas.microsoft.com/office/drawing/2014/main" id="{9C2A533F-8EA0-4B4A-81B5-8FBC83D87D9B}"/>
              </a:ext>
            </a:extLst>
          </p:cNvPr>
          <p:cNvSpPr/>
          <p:nvPr>
            <p:custDataLst>
              <p:tags r:id="rId215"/>
            </p:custDataLst>
          </p:nvPr>
        </p:nvSpPr>
        <p:spPr bwMode="auto">
          <a:xfrm>
            <a:off x="97663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6" name="Rectangle 2175">
            <a:extLst>
              <a:ext uri="{FF2B5EF4-FFF2-40B4-BE49-F238E27FC236}">
                <a16:creationId xmlns:a16="http://schemas.microsoft.com/office/drawing/2014/main" id="{AEA03982-8CBE-4A2C-BB64-5AD39770A7E1}"/>
              </a:ext>
            </a:extLst>
          </p:cNvPr>
          <p:cNvSpPr/>
          <p:nvPr>
            <p:custDataLst>
              <p:tags r:id="rId216"/>
            </p:custDataLst>
          </p:nvPr>
        </p:nvSpPr>
        <p:spPr bwMode="auto">
          <a:xfrm>
            <a:off x="100330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7" name="Rectangle 2176">
            <a:extLst>
              <a:ext uri="{FF2B5EF4-FFF2-40B4-BE49-F238E27FC236}">
                <a16:creationId xmlns:a16="http://schemas.microsoft.com/office/drawing/2014/main" id="{F7B61375-8904-4D80-9513-530675D95AC8}"/>
              </a:ext>
            </a:extLst>
          </p:cNvPr>
          <p:cNvSpPr/>
          <p:nvPr>
            <p:custDataLst>
              <p:tags r:id="rId217"/>
            </p:custDataLst>
          </p:nvPr>
        </p:nvSpPr>
        <p:spPr bwMode="auto">
          <a:xfrm>
            <a:off x="102108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8" name="Rectangle 2177">
            <a:extLst>
              <a:ext uri="{FF2B5EF4-FFF2-40B4-BE49-F238E27FC236}">
                <a16:creationId xmlns:a16="http://schemas.microsoft.com/office/drawing/2014/main" id="{6A0E9764-446C-4666-AEB4-1643A48BAD58}"/>
              </a:ext>
            </a:extLst>
          </p:cNvPr>
          <p:cNvSpPr/>
          <p:nvPr>
            <p:custDataLst>
              <p:tags r:id="rId218"/>
            </p:custDataLst>
          </p:nvPr>
        </p:nvSpPr>
        <p:spPr bwMode="auto">
          <a:xfrm>
            <a:off x="102997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79" name="Rectangle 2178">
            <a:extLst>
              <a:ext uri="{FF2B5EF4-FFF2-40B4-BE49-F238E27FC236}">
                <a16:creationId xmlns:a16="http://schemas.microsoft.com/office/drawing/2014/main" id="{E4CFA972-1861-4D0F-9955-DA913D628920}"/>
              </a:ext>
            </a:extLst>
          </p:cNvPr>
          <p:cNvSpPr/>
          <p:nvPr>
            <p:custDataLst>
              <p:tags r:id="rId219"/>
            </p:custDataLst>
          </p:nvPr>
        </p:nvSpPr>
        <p:spPr bwMode="auto">
          <a:xfrm>
            <a:off x="103886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0" name="Rectangle 2179">
            <a:extLst>
              <a:ext uri="{FF2B5EF4-FFF2-40B4-BE49-F238E27FC236}">
                <a16:creationId xmlns:a16="http://schemas.microsoft.com/office/drawing/2014/main" id="{4E7D9EE0-2C63-4447-A185-271CD130CDA8}"/>
              </a:ext>
            </a:extLst>
          </p:cNvPr>
          <p:cNvSpPr/>
          <p:nvPr>
            <p:custDataLst>
              <p:tags r:id="rId220"/>
            </p:custDataLst>
          </p:nvPr>
        </p:nvSpPr>
        <p:spPr bwMode="auto">
          <a:xfrm>
            <a:off x="104775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1" name="Rectangle 2180">
            <a:extLst>
              <a:ext uri="{FF2B5EF4-FFF2-40B4-BE49-F238E27FC236}">
                <a16:creationId xmlns:a16="http://schemas.microsoft.com/office/drawing/2014/main" id="{3BFF388C-F5D7-447C-80A3-C0E934054A4D}"/>
              </a:ext>
            </a:extLst>
          </p:cNvPr>
          <p:cNvSpPr/>
          <p:nvPr>
            <p:custDataLst>
              <p:tags r:id="rId221"/>
            </p:custDataLst>
          </p:nvPr>
        </p:nvSpPr>
        <p:spPr bwMode="auto">
          <a:xfrm>
            <a:off x="105664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2" name="Rectangle 2181">
            <a:extLst>
              <a:ext uri="{FF2B5EF4-FFF2-40B4-BE49-F238E27FC236}">
                <a16:creationId xmlns:a16="http://schemas.microsoft.com/office/drawing/2014/main" id="{E428DD70-E932-412C-9B49-3E1350F46A7C}"/>
              </a:ext>
            </a:extLst>
          </p:cNvPr>
          <p:cNvSpPr/>
          <p:nvPr>
            <p:custDataLst>
              <p:tags r:id="rId222"/>
            </p:custDataLst>
          </p:nvPr>
        </p:nvSpPr>
        <p:spPr bwMode="auto">
          <a:xfrm>
            <a:off x="106553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3" name="Rectangle 2182">
            <a:extLst>
              <a:ext uri="{FF2B5EF4-FFF2-40B4-BE49-F238E27FC236}">
                <a16:creationId xmlns:a16="http://schemas.microsoft.com/office/drawing/2014/main" id="{AB9912CC-5F89-4486-A37F-FC87750D1E08}"/>
              </a:ext>
            </a:extLst>
          </p:cNvPr>
          <p:cNvSpPr/>
          <p:nvPr>
            <p:custDataLst>
              <p:tags r:id="rId223"/>
            </p:custDataLst>
          </p:nvPr>
        </p:nvSpPr>
        <p:spPr bwMode="auto">
          <a:xfrm>
            <a:off x="10744200" y="3187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4" name="Rectangle 2183">
            <a:extLst>
              <a:ext uri="{FF2B5EF4-FFF2-40B4-BE49-F238E27FC236}">
                <a16:creationId xmlns:a16="http://schemas.microsoft.com/office/drawing/2014/main" id="{B4966489-DD89-4B0A-93AA-97B0B0B8702D}"/>
              </a:ext>
            </a:extLst>
          </p:cNvPr>
          <p:cNvSpPr/>
          <p:nvPr>
            <p:custDataLst>
              <p:tags r:id="rId224"/>
            </p:custDataLst>
          </p:nvPr>
        </p:nvSpPr>
        <p:spPr bwMode="auto">
          <a:xfrm>
            <a:off x="82550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5" name="Rectangle 2184">
            <a:extLst>
              <a:ext uri="{FF2B5EF4-FFF2-40B4-BE49-F238E27FC236}">
                <a16:creationId xmlns:a16="http://schemas.microsoft.com/office/drawing/2014/main" id="{F03E59FD-4BB2-4D18-A958-FAB296B2CC72}"/>
              </a:ext>
            </a:extLst>
          </p:cNvPr>
          <p:cNvSpPr/>
          <p:nvPr>
            <p:custDataLst>
              <p:tags r:id="rId225"/>
            </p:custDataLst>
          </p:nvPr>
        </p:nvSpPr>
        <p:spPr bwMode="auto">
          <a:xfrm>
            <a:off x="83439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6" name="Rectangle 2185">
            <a:extLst>
              <a:ext uri="{FF2B5EF4-FFF2-40B4-BE49-F238E27FC236}">
                <a16:creationId xmlns:a16="http://schemas.microsoft.com/office/drawing/2014/main" id="{840B9F22-1EF4-4741-A8CD-D5B2696C4913}"/>
              </a:ext>
            </a:extLst>
          </p:cNvPr>
          <p:cNvSpPr/>
          <p:nvPr>
            <p:custDataLst>
              <p:tags r:id="rId226"/>
            </p:custDataLst>
          </p:nvPr>
        </p:nvSpPr>
        <p:spPr bwMode="auto">
          <a:xfrm>
            <a:off x="84328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7" name="Rectangle 2186">
            <a:extLst>
              <a:ext uri="{FF2B5EF4-FFF2-40B4-BE49-F238E27FC236}">
                <a16:creationId xmlns:a16="http://schemas.microsoft.com/office/drawing/2014/main" id="{24A275AB-9598-438D-B19D-9D0A0B990CD1}"/>
              </a:ext>
            </a:extLst>
          </p:cNvPr>
          <p:cNvSpPr/>
          <p:nvPr>
            <p:custDataLst>
              <p:tags r:id="rId227"/>
            </p:custDataLst>
          </p:nvPr>
        </p:nvSpPr>
        <p:spPr bwMode="auto">
          <a:xfrm>
            <a:off x="86995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8" name="Rectangle 2187">
            <a:extLst>
              <a:ext uri="{FF2B5EF4-FFF2-40B4-BE49-F238E27FC236}">
                <a16:creationId xmlns:a16="http://schemas.microsoft.com/office/drawing/2014/main" id="{2D381B63-0EE9-4ECA-A02E-FCDA344CB87A}"/>
              </a:ext>
            </a:extLst>
          </p:cNvPr>
          <p:cNvSpPr/>
          <p:nvPr>
            <p:custDataLst>
              <p:tags r:id="rId228"/>
            </p:custDataLst>
          </p:nvPr>
        </p:nvSpPr>
        <p:spPr bwMode="auto">
          <a:xfrm>
            <a:off x="87884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89" name="Rectangle 2188">
            <a:extLst>
              <a:ext uri="{FF2B5EF4-FFF2-40B4-BE49-F238E27FC236}">
                <a16:creationId xmlns:a16="http://schemas.microsoft.com/office/drawing/2014/main" id="{0167E4C6-1C1C-4E42-862D-353F928BC90A}"/>
              </a:ext>
            </a:extLst>
          </p:cNvPr>
          <p:cNvSpPr/>
          <p:nvPr>
            <p:custDataLst>
              <p:tags r:id="rId229"/>
            </p:custDataLst>
          </p:nvPr>
        </p:nvSpPr>
        <p:spPr bwMode="auto">
          <a:xfrm>
            <a:off x="88773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0" name="Rectangle 2189">
            <a:extLst>
              <a:ext uri="{FF2B5EF4-FFF2-40B4-BE49-F238E27FC236}">
                <a16:creationId xmlns:a16="http://schemas.microsoft.com/office/drawing/2014/main" id="{E71D6C2A-282E-405D-9FD8-679183163CB0}"/>
              </a:ext>
            </a:extLst>
          </p:cNvPr>
          <p:cNvSpPr/>
          <p:nvPr>
            <p:custDataLst>
              <p:tags r:id="rId230"/>
            </p:custDataLst>
          </p:nvPr>
        </p:nvSpPr>
        <p:spPr bwMode="auto">
          <a:xfrm>
            <a:off x="91440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1" name="Rectangle 2190">
            <a:extLst>
              <a:ext uri="{FF2B5EF4-FFF2-40B4-BE49-F238E27FC236}">
                <a16:creationId xmlns:a16="http://schemas.microsoft.com/office/drawing/2014/main" id="{D3F16117-5021-44C2-833A-E87CC7250502}"/>
              </a:ext>
            </a:extLst>
          </p:cNvPr>
          <p:cNvSpPr/>
          <p:nvPr>
            <p:custDataLst>
              <p:tags r:id="rId231"/>
            </p:custDataLst>
          </p:nvPr>
        </p:nvSpPr>
        <p:spPr bwMode="auto">
          <a:xfrm>
            <a:off x="92329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2" name="Rectangle 2191">
            <a:extLst>
              <a:ext uri="{FF2B5EF4-FFF2-40B4-BE49-F238E27FC236}">
                <a16:creationId xmlns:a16="http://schemas.microsoft.com/office/drawing/2014/main" id="{2096BACE-2C3E-4C5E-A4E8-25511A8DEA93}"/>
              </a:ext>
            </a:extLst>
          </p:cNvPr>
          <p:cNvSpPr/>
          <p:nvPr>
            <p:custDataLst>
              <p:tags r:id="rId232"/>
            </p:custDataLst>
          </p:nvPr>
        </p:nvSpPr>
        <p:spPr bwMode="auto">
          <a:xfrm>
            <a:off x="96774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3" name="Rectangle 2192">
            <a:extLst>
              <a:ext uri="{FF2B5EF4-FFF2-40B4-BE49-F238E27FC236}">
                <a16:creationId xmlns:a16="http://schemas.microsoft.com/office/drawing/2014/main" id="{3B013494-CEC1-4811-824A-9D39DD1DF17F}"/>
              </a:ext>
            </a:extLst>
          </p:cNvPr>
          <p:cNvSpPr/>
          <p:nvPr>
            <p:custDataLst>
              <p:tags r:id="rId233"/>
            </p:custDataLst>
          </p:nvPr>
        </p:nvSpPr>
        <p:spPr bwMode="auto">
          <a:xfrm>
            <a:off x="97663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4" name="Rectangle 2193">
            <a:extLst>
              <a:ext uri="{FF2B5EF4-FFF2-40B4-BE49-F238E27FC236}">
                <a16:creationId xmlns:a16="http://schemas.microsoft.com/office/drawing/2014/main" id="{CD039036-6B35-4898-A728-B353BBF1221A}"/>
              </a:ext>
            </a:extLst>
          </p:cNvPr>
          <p:cNvSpPr/>
          <p:nvPr>
            <p:custDataLst>
              <p:tags r:id="rId234"/>
            </p:custDataLst>
          </p:nvPr>
        </p:nvSpPr>
        <p:spPr bwMode="auto">
          <a:xfrm>
            <a:off x="100330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5" name="Rectangle 2194">
            <a:extLst>
              <a:ext uri="{FF2B5EF4-FFF2-40B4-BE49-F238E27FC236}">
                <a16:creationId xmlns:a16="http://schemas.microsoft.com/office/drawing/2014/main" id="{67CF5B2E-48B1-44FF-9D28-9EAEAB4B6348}"/>
              </a:ext>
            </a:extLst>
          </p:cNvPr>
          <p:cNvSpPr/>
          <p:nvPr>
            <p:custDataLst>
              <p:tags r:id="rId235"/>
            </p:custDataLst>
          </p:nvPr>
        </p:nvSpPr>
        <p:spPr bwMode="auto">
          <a:xfrm>
            <a:off x="102997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CDBDA5F8-717A-4204-9407-978DA9CAC586}"/>
              </a:ext>
            </a:extLst>
          </p:cNvPr>
          <p:cNvSpPr/>
          <p:nvPr>
            <p:custDataLst>
              <p:tags r:id="rId236"/>
            </p:custDataLst>
          </p:nvPr>
        </p:nvSpPr>
        <p:spPr bwMode="auto">
          <a:xfrm>
            <a:off x="103886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7" name="Rectangle 2196">
            <a:extLst>
              <a:ext uri="{FF2B5EF4-FFF2-40B4-BE49-F238E27FC236}">
                <a16:creationId xmlns:a16="http://schemas.microsoft.com/office/drawing/2014/main" id="{0B7F8093-2CED-4400-BFF6-5FFB88F540EA}"/>
              </a:ext>
            </a:extLst>
          </p:cNvPr>
          <p:cNvSpPr/>
          <p:nvPr>
            <p:custDataLst>
              <p:tags r:id="rId237"/>
            </p:custDataLst>
          </p:nvPr>
        </p:nvSpPr>
        <p:spPr bwMode="auto">
          <a:xfrm>
            <a:off x="104775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8" name="Rectangle 2197">
            <a:extLst>
              <a:ext uri="{FF2B5EF4-FFF2-40B4-BE49-F238E27FC236}">
                <a16:creationId xmlns:a16="http://schemas.microsoft.com/office/drawing/2014/main" id="{01DC4C4B-F5CA-4643-8381-5678B149CFBC}"/>
              </a:ext>
            </a:extLst>
          </p:cNvPr>
          <p:cNvSpPr/>
          <p:nvPr>
            <p:custDataLst>
              <p:tags r:id="rId238"/>
            </p:custDataLst>
          </p:nvPr>
        </p:nvSpPr>
        <p:spPr bwMode="auto">
          <a:xfrm>
            <a:off x="105664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99" name="Rectangle 2198">
            <a:extLst>
              <a:ext uri="{FF2B5EF4-FFF2-40B4-BE49-F238E27FC236}">
                <a16:creationId xmlns:a16="http://schemas.microsoft.com/office/drawing/2014/main" id="{5B693A7E-6067-4110-BD21-1016C5DC61E6}"/>
              </a:ext>
            </a:extLst>
          </p:cNvPr>
          <p:cNvSpPr/>
          <p:nvPr>
            <p:custDataLst>
              <p:tags r:id="rId239"/>
            </p:custDataLst>
          </p:nvPr>
        </p:nvSpPr>
        <p:spPr bwMode="auto">
          <a:xfrm>
            <a:off x="10744200" y="3276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0" name="Rectangle 2199">
            <a:extLst>
              <a:ext uri="{FF2B5EF4-FFF2-40B4-BE49-F238E27FC236}">
                <a16:creationId xmlns:a16="http://schemas.microsoft.com/office/drawing/2014/main" id="{BACAD43E-2AAB-4D99-B93B-A8470EE090BC}"/>
              </a:ext>
            </a:extLst>
          </p:cNvPr>
          <p:cNvSpPr/>
          <p:nvPr>
            <p:custDataLst>
              <p:tags r:id="rId240"/>
            </p:custDataLst>
          </p:nvPr>
        </p:nvSpPr>
        <p:spPr bwMode="auto">
          <a:xfrm>
            <a:off x="83439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1" name="Rectangle 2200">
            <a:extLst>
              <a:ext uri="{FF2B5EF4-FFF2-40B4-BE49-F238E27FC236}">
                <a16:creationId xmlns:a16="http://schemas.microsoft.com/office/drawing/2014/main" id="{8B2D8DC4-3624-4A9D-9C54-BF0A2F4C60E4}"/>
              </a:ext>
            </a:extLst>
          </p:cNvPr>
          <p:cNvSpPr/>
          <p:nvPr>
            <p:custDataLst>
              <p:tags r:id="rId241"/>
            </p:custDataLst>
          </p:nvPr>
        </p:nvSpPr>
        <p:spPr bwMode="auto">
          <a:xfrm>
            <a:off x="85217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2" name="Rectangle 2201">
            <a:extLst>
              <a:ext uri="{FF2B5EF4-FFF2-40B4-BE49-F238E27FC236}">
                <a16:creationId xmlns:a16="http://schemas.microsoft.com/office/drawing/2014/main" id="{1CBD673D-2857-4766-8DE2-6E9424F7B9CF}"/>
              </a:ext>
            </a:extLst>
          </p:cNvPr>
          <p:cNvSpPr/>
          <p:nvPr>
            <p:custDataLst>
              <p:tags r:id="rId242"/>
            </p:custDataLst>
          </p:nvPr>
        </p:nvSpPr>
        <p:spPr bwMode="auto">
          <a:xfrm>
            <a:off x="88773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3" name="Rectangle 2202">
            <a:extLst>
              <a:ext uri="{FF2B5EF4-FFF2-40B4-BE49-F238E27FC236}">
                <a16:creationId xmlns:a16="http://schemas.microsoft.com/office/drawing/2014/main" id="{0F758D04-20DD-42D1-9328-E2831A09FD70}"/>
              </a:ext>
            </a:extLst>
          </p:cNvPr>
          <p:cNvSpPr/>
          <p:nvPr>
            <p:custDataLst>
              <p:tags r:id="rId243"/>
            </p:custDataLst>
          </p:nvPr>
        </p:nvSpPr>
        <p:spPr bwMode="auto">
          <a:xfrm>
            <a:off x="91440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4" name="Rectangle 2203">
            <a:extLst>
              <a:ext uri="{FF2B5EF4-FFF2-40B4-BE49-F238E27FC236}">
                <a16:creationId xmlns:a16="http://schemas.microsoft.com/office/drawing/2014/main" id="{BD30FB33-55F8-4E09-A1F0-656A5515F954}"/>
              </a:ext>
            </a:extLst>
          </p:cNvPr>
          <p:cNvSpPr/>
          <p:nvPr>
            <p:custDataLst>
              <p:tags r:id="rId244"/>
            </p:custDataLst>
          </p:nvPr>
        </p:nvSpPr>
        <p:spPr bwMode="auto">
          <a:xfrm>
            <a:off x="93218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5" name="Rectangle 2204">
            <a:extLst>
              <a:ext uri="{FF2B5EF4-FFF2-40B4-BE49-F238E27FC236}">
                <a16:creationId xmlns:a16="http://schemas.microsoft.com/office/drawing/2014/main" id="{FDF69D72-5A79-4523-A2E2-003DAA4CD4EF}"/>
              </a:ext>
            </a:extLst>
          </p:cNvPr>
          <p:cNvSpPr/>
          <p:nvPr>
            <p:custDataLst>
              <p:tags r:id="rId245"/>
            </p:custDataLst>
          </p:nvPr>
        </p:nvSpPr>
        <p:spPr bwMode="auto">
          <a:xfrm>
            <a:off x="94996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6" name="Rectangle 2205">
            <a:extLst>
              <a:ext uri="{FF2B5EF4-FFF2-40B4-BE49-F238E27FC236}">
                <a16:creationId xmlns:a16="http://schemas.microsoft.com/office/drawing/2014/main" id="{CC05C9E2-647F-4A29-BD6D-185D26859F9F}"/>
              </a:ext>
            </a:extLst>
          </p:cNvPr>
          <p:cNvSpPr/>
          <p:nvPr>
            <p:custDataLst>
              <p:tags r:id="rId246"/>
            </p:custDataLst>
          </p:nvPr>
        </p:nvSpPr>
        <p:spPr bwMode="auto">
          <a:xfrm>
            <a:off x="99441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7" name="Rectangle 2206">
            <a:extLst>
              <a:ext uri="{FF2B5EF4-FFF2-40B4-BE49-F238E27FC236}">
                <a16:creationId xmlns:a16="http://schemas.microsoft.com/office/drawing/2014/main" id="{A22C09FF-6701-4A0C-B9DC-9E13160DE5D1}"/>
              </a:ext>
            </a:extLst>
          </p:cNvPr>
          <p:cNvSpPr/>
          <p:nvPr>
            <p:custDataLst>
              <p:tags r:id="rId247"/>
            </p:custDataLst>
          </p:nvPr>
        </p:nvSpPr>
        <p:spPr bwMode="auto">
          <a:xfrm>
            <a:off x="101219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8" name="Rectangle 2207">
            <a:extLst>
              <a:ext uri="{FF2B5EF4-FFF2-40B4-BE49-F238E27FC236}">
                <a16:creationId xmlns:a16="http://schemas.microsoft.com/office/drawing/2014/main" id="{700C35DC-F02E-4D2C-B570-B95BEE652B7A}"/>
              </a:ext>
            </a:extLst>
          </p:cNvPr>
          <p:cNvSpPr/>
          <p:nvPr>
            <p:custDataLst>
              <p:tags r:id="rId248"/>
            </p:custDataLst>
          </p:nvPr>
        </p:nvSpPr>
        <p:spPr bwMode="auto">
          <a:xfrm>
            <a:off x="106553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09" name="Rectangle 2208">
            <a:extLst>
              <a:ext uri="{FF2B5EF4-FFF2-40B4-BE49-F238E27FC236}">
                <a16:creationId xmlns:a16="http://schemas.microsoft.com/office/drawing/2014/main" id="{D4880FD6-88AD-4E0D-8198-992C5AEDCDC2}"/>
              </a:ext>
            </a:extLst>
          </p:cNvPr>
          <p:cNvSpPr/>
          <p:nvPr>
            <p:custDataLst>
              <p:tags r:id="rId249"/>
            </p:custDataLst>
          </p:nvPr>
        </p:nvSpPr>
        <p:spPr bwMode="auto">
          <a:xfrm>
            <a:off x="10744200" y="3365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0" name="Rectangle 2209">
            <a:extLst>
              <a:ext uri="{FF2B5EF4-FFF2-40B4-BE49-F238E27FC236}">
                <a16:creationId xmlns:a16="http://schemas.microsoft.com/office/drawing/2014/main" id="{1F17FED7-F983-4D7B-A34D-3E3B43E57F58}"/>
              </a:ext>
            </a:extLst>
          </p:cNvPr>
          <p:cNvSpPr/>
          <p:nvPr>
            <p:custDataLst>
              <p:tags r:id="rId250"/>
            </p:custDataLst>
          </p:nvPr>
        </p:nvSpPr>
        <p:spPr bwMode="auto">
          <a:xfrm>
            <a:off x="83439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1" name="Rectangle 2210">
            <a:extLst>
              <a:ext uri="{FF2B5EF4-FFF2-40B4-BE49-F238E27FC236}">
                <a16:creationId xmlns:a16="http://schemas.microsoft.com/office/drawing/2014/main" id="{254CCD2A-AE53-4AA7-BF13-C3A753E2FFBF}"/>
              </a:ext>
            </a:extLst>
          </p:cNvPr>
          <p:cNvSpPr/>
          <p:nvPr>
            <p:custDataLst>
              <p:tags r:id="rId251"/>
            </p:custDataLst>
          </p:nvPr>
        </p:nvSpPr>
        <p:spPr bwMode="auto">
          <a:xfrm>
            <a:off x="86106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2" name="Rectangle 2211">
            <a:extLst>
              <a:ext uri="{FF2B5EF4-FFF2-40B4-BE49-F238E27FC236}">
                <a16:creationId xmlns:a16="http://schemas.microsoft.com/office/drawing/2014/main" id="{7B597F2C-9417-41FB-A26E-675442DFD54C}"/>
              </a:ext>
            </a:extLst>
          </p:cNvPr>
          <p:cNvSpPr/>
          <p:nvPr>
            <p:custDataLst>
              <p:tags r:id="rId252"/>
            </p:custDataLst>
          </p:nvPr>
        </p:nvSpPr>
        <p:spPr bwMode="auto">
          <a:xfrm>
            <a:off x="87884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3" name="Rectangle 2212">
            <a:extLst>
              <a:ext uri="{FF2B5EF4-FFF2-40B4-BE49-F238E27FC236}">
                <a16:creationId xmlns:a16="http://schemas.microsoft.com/office/drawing/2014/main" id="{66262DEA-E002-4132-8C8C-0AB091551C29}"/>
              </a:ext>
            </a:extLst>
          </p:cNvPr>
          <p:cNvSpPr/>
          <p:nvPr>
            <p:custDataLst>
              <p:tags r:id="rId253"/>
            </p:custDataLst>
          </p:nvPr>
        </p:nvSpPr>
        <p:spPr bwMode="auto">
          <a:xfrm>
            <a:off x="88773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4" name="Rectangle 2213">
            <a:extLst>
              <a:ext uri="{FF2B5EF4-FFF2-40B4-BE49-F238E27FC236}">
                <a16:creationId xmlns:a16="http://schemas.microsoft.com/office/drawing/2014/main" id="{031E36C5-1D77-4259-9744-69756ECE5524}"/>
              </a:ext>
            </a:extLst>
          </p:cNvPr>
          <p:cNvSpPr/>
          <p:nvPr>
            <p:custDataLst>
              <p:tags r:id="rId254"/>
            </p:custDataLst>
          </p:nvPr>
        </p:nvSpPr>
        <p:spPr bwMode="auto">
          <a:xfrm>
            <a:off x="90551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5" name="Rectangle 2214">
            <a:extLst>
              <a:ext uri="{FF2B5EF4-FFF2-40B4-BE49-F238E27FC236}">
                <a16:creationId xmlns:a16="http://schemas.microsoft.com/office/drawing/2014/main" id="{134A6ED4-AD95-4700-AD4B-7F08A8829B13}"/>
              </a:ext>
            </a:extLst>
          </p:cNvPr>
          <p:cNvSpPr/>
          <p:nvPr>
            <p:custDataLst>
              <p:tags r:id="rId255"/>
            </p:custDataLst>
          </p:nvPr>
        </p:nvSpPr>
        <p:spPr bwMode="auto">
          <a:xfrm>
            <a:off x="91440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6" name="Rectangle 2215">
            <a:extLst>
              <a:ext uri="{FF2B5EF4-FFF2-40B4-BE49-F238E27FC236}">
                <a16:creationId xmlns:a16="http://schemas.microsoft.com/office/drawing/2014/main" id="{4A8BFE5C-B602-446A-B8CA-A1B537CBC70D}"/>
              </a:ext>
            </a:extLst>
          </p:cNvPr>
          <p:cNvSpPr/>
          <p:nvPr>
            <p:custDataLst>
              <p:tags r:id="rId256"/>
            </p:custDataLst>
          </p:nvPr>
        </p:nvSpPr>
        <p:spPr bwMode="auto">
          <a:xfrm>
            <a:off x="92329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7" name="Rectangle 2216">
            <a:extLst>
              <a:ext uri="{FF2B5EF4-FFF2-40B4-BE49-F238E27FC236}">
                <a16:creationId xmlns:a16="http://schemas.microsoft.com/office/drawing/2014/main" id="{246C3806-8408-46C0-BE1D-5D70F4970C8F}"/>
              </a:ext>
            </a:extLst>
          </p:cNvPr>
          <p:cNvSpPr/>
          <p:nvPr>
            <p:custDataLst>
              <p:tags r:id="rId257"/>
            </p:custDataLst>
          </p:nvPr>
        </p:nvSpPr>
        <p:spPr bwMode="auto">
          <a:xfrm>
            <a:off x="94107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8" name="Rectangle 2217">
            <a:extLst>
              <a:ext uri="{FF2B5EF4-FFF2-40B4-BE49-F238E27FC236}">
                <a16:creationId xmlns:a16="http://schemas.microsoft.com/office/drawing/2014/main" id="{1C3BC9C6-CD79-4461-873B-0F7A4A351B01}"/>
              </a:ext>
            </a:extLst>
          </p:cNvPr>
          <p:cNvSpPr/>
          <p:nvPr>
            <p:custDataLst>
              <p:tags r:id="rId258"/>
            </p:custDataLst>
          </p:nvPr>
        </p:nvSpPr>
        <p:spPr bwMode="auto">
          <a:xfrm>
            <a:off x="94996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19" name="Rectangle 2218">
            <a:extLst>
              <a:ext uri="{FF2B5EF4-FFF2-40B4-BE49-F238E27FC236}">
                <a16:creationId xmlns:a16="http://schemas.microsoft.com/office/drawing/2014/main" id="{6AB8B0C6-95AA-4D14-B883-2BEE440BA242}"/>
              </a:ext>
            </a:extLst>
          </p:cNvPr>
          <p:cNvSpPr/>
          <p:nvPr>
            <p:custDataLst>
              <p:tags r:id="rId259"/>
            </p:custDataLst>
          </p:nvPr>
        </p:nvSpPr>
        <p:spPr bwMode="auto">
          <a:xfrm>
            <a:off x="95885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0" name="Rectangle 2219">
            <a:extLst>
              <a:ext uri="{FF2B5EF4-FFF2-40B4-BE49-F238E27FC236}">
                <a16:creationId xmlns:a16="http://schemas.microsoft.com/office/drawing/2014/main" id="{776AF869-B731-47E9-B683-D69C792AD2C2}"/>
              </a:ext>
            </a:extLst>
          </p:cNvPr>
          <p:cNvSpPr/>
          <p:nvPr>
            <p:custDataLst>
              <p:tags r:id="rId260"/>
            </p:custDataLst>
          </p:nvPr>
        </p:nvSpPr>
        <p:spPr bwMode="auto">
          <a:xfrm>
            <a:off x="96774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1" name="Rectangle 2220">
            <a:extLst>
              <a:ext uri="{FF2B5EF4-FFF2-40B4-BE49-F238E27FC236}">
                <a16:creationId xmlns:a16="http://schemas.microsoft.com/office/drawing/2014/main" id="{EFDC0A17-436E-461E-9A80-8923D7600390}"/>
              </a:ext>
            </a:extLst>
          </p:cNvPr>
          <p:cNvSpPr/>
          <p:nvPr>
            <p:custDataLst>
              <p:tags r:id="rId261"/>
            </p:custDataLst>
          </p:nvPr>
        </p:nvSpPr>
        <p:spPr bwMode="auto">
          <a:xfrm>
            <a:off x="98552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2" name="Rectangle 2221">
            <a:extLst>
              <a:ext uri="{FF2B5EF4-FFF2-40B4-BE49-F238E27FC236}">
                <a16:creationId xmlns:a16="http://schemas.microsoft.com/office/drawing/2014/main" id="{FEE14533-AC31-4EBF-8AB4-5C811D7A09EF}"/>
              </a:ext>
            </a:extLst>
          </p:cNvPr>
          <p:cNvSpPr/>
          <p:nvPr>
            <p:custDataLst>
              <p:tags r:id="rId262"/>
            </p:custDataLst>
          </p:nvPr>
        </p:nvSpPr>
        <p:spPr bwMode="auto">
          <a:xfrm>
            <a:off x="99441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3" name="Rectangle 2222">
            <a:extLst>
              <a:ext uri="{FF2B5EF4-FFF2-40B4-BE49-F238E27FC236}">
                <a16:creationId xmlns:a16="http://schemas.microsoft.com/office/drawing/2014/main" id="{78C02E87-7F1E-47EE-9E66-4DE93BDCBB5B}"/>
              </a:ext>
            </a:extLst>
          </p:cNvPr>
          <p:cNvSpPr/>
          <p:nvPr>
            <p:custDataLst>
              <p:tags r:id="rId263"/>
            </p:custDataLst>
          </p:nvPr>
        </p:nvSpPr>
        <p:spPr bwMode="auto">
          <a:xfrm>
            <a:off x="100330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4" name="Rectangle 2223">
            <a:extLst>
              <a:ext uri="{FF2B5EF4-FFF2-40B4-BE49-F238E27FC236}">
                <a16:creationId xmlns:a16="http://schemas.microsoft.com/office/drawing/2014/main" id="{EB148863-42D4-4D0C-A091-A55102BF6F34}"/>
              </a:ext>
            </a:extLst>
          </p:cNvPr>
          <p:cNvSpPr/>
          <p:nvPr>
            <p:custDataLst>
              <p:tags r:id="rId264"/>
            </p:custDataLst>
          </p:nvPr>
        </p:nvSpPr>
        <p:spPr bwMode="auto">
          <a:xfrm>
            <a:off x="101219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5" name="Rectangle 2224">
            <a:extLst>
              <a:ext uri="{FF2B5EF4-FFF2-40B4-BE49-F238E27FC236}">
                <a16:creationId xmlns:a16="http://schemas.microsoft.com/office/drawing/2014/main" id="{AC878A44-8768-42D5-8172-89DEDFDE6337}"/>
              </a:ext>
            </a:extLst>
          </p:cNvPr>
          <p:cNvSpPr/>
          <p:nvPr>
            <p:custDataLst>
              <p:tags r:id="rId265"/>
            </p:custDataLst>
          </p:nvPr>
        </p:nvSpPr>
        <p:spPr bwMode="auto">
          <a:xfrm>
            <a:off x="102997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6" name="Rectangle 2225">
            <a:extLst>
              <a:ext uri="{FF2B5EF4-FFF2-40B4-BE49-F238E27FC236}">
                <a16:creationId xmlns:a16="http://schemas.microsoft.com/office/drawing/2014/main" id="{B58C5CE5-D59D-4855-9357-8BE42EC91367}"/>
              </a:ext>
            </a:extLst>
          </p:cNvPr>
          <p:cNvSpPr/>
          <p:nvPr>
            <p:custDataLst>
              <p:tags r:id="rId266"/>
            </p:custDataLst>
          </p:nvPr>
        </p:nvSpPr>
        <p:spPr bwMode="auto">
          <a:xfrm>
            <a:off x="10655300" y="3454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7" name="Rectangle 2226">
            <a:extLst>
              <a:ext uri="{FF2B5EF4-FFF2-40B4-BE49-F238E27FC236}">
                <a16:creationId xmlns:a16="http://schemas.microsoft.com/office/drawing/2014/main" id="{F6CE0856-04E3-4B49-AB13-585AD88E749F}"/>
              </a:ext>
            </a:extLst>
          </p:cNvPr>
          <p:cNvSpPr/>
          <p:nvPr>
            <p:custDataLst>
              <p:tags r:id="rId267"/>
            </p:custDataLst>
          </p:nvPr>
        </p:nvSpPr>
        <p:spPr bwMode="auto">
          <a:xfrm>
            <a:off x="82550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8" name="Rectangle 2227">
            <a:extLst>
              <a:ext uri="{FF2B5EF4-FFF2-40B4-BE49-F238E27FC236}">
                <a16:creationId xmlns:a16="http://schemas.microsoft.com/office/drawing/2014/main" id="{7C1CAFFE-709A-4085-A588-42AD4E537F7B}"/>
              </a:ext>
            </a:extLst>
          </p:cNvPr>
          <p:cNvSpPr/>
          <p:nvPr>
            <p:custDataLst>
              <p:tags r:id="rId268"/>
            </p:custDataLst>
          </p:nvPr>
        </p:nvSpPr>
        <p:spPr bwMode="auto">
          <a:xfrm>
            <a:off x="85217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29" name="Rectangle 2228">
            <a:extLst>
              <a:ext uri="{FF2B5EF4-FFF2-40B4-BE49-F238E27FC236}">
                <a16:creationId xmlns:a16="http://schemas.microsoft.com/office/drawing/2014/main" id="{55CFB7F8-37CD-4FF6-A37B-196D6BB6CCC7}"/>
              </a:ext>
            </a:extLst>
          </p:cNvPr>
          <p:cNvSpPr/>
          <p:nvPr>
            <p:custDataLst>
              <p:tags r:id="rId269"/>
            </p:custDataLst>
          </p:nvPr>
        </p:nvSpPr>
        <p:spPr bwMode="auto">
          <a:xfrm>
            <a:off x="86995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0" name="Rectangle 2229">
            <a:extLst>
              <a:ext uri="{FF2B5EF4-FFF2-40B4-BE49-F238E27FC236}">
                <a16:creationId xmlns:a16="http://schemas.microsoft.com/office/drawing/2014/main" id="{90208C29-732A-4367-AE01-4271922DCBCE}"/>
              </a:ext>
            </a:extLst>
          </p:cNvPr>
          <p:cNvSpPr/>
          <p:nvPr>
            <p:custDataLst>
              <p:tags r:id="rId270"/>
            </p:custDataLst>
          </p:nvPr>
        </p:nvSpPr>
        <p:spPr bwMode="auto">
          <a:xfrm>
            <a:off x="88773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1" name="Rectangle 2230">
            <a:extLst>
              <a:ext uri="{FF2B5EF4-FFF2-40B4-BE49-F238E27FC236}">
                <a16:creationId xmlns:a16="http://schemas.microsoft.com/office/drawing/2014/main" id="{3784D5A5-36FA-4417-B9DE-B35B44F15379}"/>
              </a:ext>
            </a:extLst>
          </p:cNvPr>
          <p:cNvSpPr/>
          <p:nvPr>
            <p:custDataLst>
              <p:tags r:id="rId271"/>
            </p:custDataLst>
          </p:nvPr>
        </p:nvSpPr>
        <p:spPr bwMode="auto">
          <a:xfrm>
            <a:off x="91440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2" name="Rectangle 2231">
            <a:extLst>
              <a:ext uri="{FF2B5EF4-FFF2-40B4-BE49-F238E27FC236}">
                <a16:creationId xmlns:a16="http://schemas.microsoft.com/office/drawing/2014/main" id="{A2C89AB5-0A1D-4003-BA08-63353B3EA8AF}"/>
              </a:ext>
            </a:extLst>
          </p:cNvPr>
          <p:cNvSpPr/>
          <p:nvPr>
            <p:custDataLst>
              <p:tags r:id="rId272"/>
            </p:custDataLst>
          </p:nvPr>
        </p:nvSpPr>
        <p:spPr bwMode="auto">
          <a:xfrm>
            <a:off x="92329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3" name="Rectangle 2232">
            <a:extLst>
              <a:ext uri="{FF2B5EF4-FFF2-40B4-BE49-F238E27FC236}">
                <a16:creationId xmlns:a16="http://schemas.microsoft.com/office/drawing/2014/main" id="{468C4AF5-E0E9-4ECF-B16B-D5A901BD8F27}"/>
              </a:ext>
            </a:extLst>
          </p:cNvPr>
          <p:cNvSpPr/>
          <p:nvPr>
            <p:custDataLst>
              <p:tags r:id="rId273"/>
            </p:custDataLst>
          </p:nvPr>
        </p:nvSpPr>
        <p:spPr bwMode="auto">
          <a:xfrm>
            <a:off x="98552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4" name="Rectangle 2233">
            <a:extLst>
              <a:ext uri="{FF2B5EF4-FFF2-40B4-BE49-F238E27FC236}">
                <a16:creationId xmlns:a16="http://schemas.microsoft.com/office/drawing/2014/main" id="{113DDEE6-80B0-499E-BCBD-6CF940CAF7F5}"/>
              </a:ext>
            </a:extLst>
          </p:cNvPr>
          <p:cNvSpPr/>
          <p:nvPr>
            <p:custDataLst>
              <p:tags r:id="rId274"/>
            </p:custDataLst>
          </p:nvPr>
        </p:nvSpPr>
        <p:spPr bwMode="auto">
          <a:xfrm>
            <a:off x="100330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5" name="Rectangle 2234">
            <a:extLst>
              <a:ext uri="{FF2B5EF4-FFF2-40B4-BE49-F238E27FC236}">
                <a16:creationId xmlns:a16="http://schemas.microsoft.com/office/drawing/2014/main" id="{B3448DA1-ECFE-41F9-BDFD-61B5D0348B42}"/>
              </a:ext>
            </a:extLst>
          </p:cNvPr>
          <p:cNvSpPr/>
          <p:nvPr>
            <p:custDataLst>
              <p:tags r:id="rId275"/>
            </p:custDataLst>
          </p:nvPr>
        </p:nvSpPr>
        <p:spPr bwMode="auto">
          <a:xfrm>
            <a:off x="102108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6" name="Rectangle 2235">
            <a:extLst>
              <a:ext uri="{FF2B5EF4-FFF2-40B4-BE49-F238E27FC236}">
                <a16:creationId xmlns:a16="http://schemas.microsoft.com/office/drawing/2014/main" id="{C846EE67-0AE7-4FF5-9CF7-31FF66CEF42C}"/>
              </a:ext>
            </a:extLst>
          </p:cNvPr>
          <p:cNvSpPr/>
          <p:nvPr>
            <p:custDataLst>
              <p:tags r:id="rId276"/>
            </p:custDataLst>
          </p:nvPr>
        </p:nvSpPr>
        <p:spPr bwMode="auto">
          <a:xfrm>
            <a:off x="102997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7" name="Rectangle 2236">
            <a:extLst>
              <a:ext uri="{FF2B5EF4-FFF2-40B4-BE49-F238E27FC236}">
                <a16:creationId xmlns:a16="http://schemas.microsoft.com/office/drawing/2014/main" id="{C0386965-1566-4582-87C5-6CAD1890ACBB}"/>
              </a:ext>
            </a:extLst>
          </p:cNvPr>
          <p:cNvSpPr/>
          <p:nvPr>
            <p:custDataLst>
              <p:tags r:id="rId277"/>
            </p:custDataLst>
          </p:nvPr>
        </p:nvSpPr>
        <p:spPr bwMode="auto">
          <a:xfrm>
            <a:off x="103886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8" name="Rectangle 2237">
            <a:extLst>
              <a:ext uri="{FF2B5EF4-FFF2-40B4-BE49-F238E27FC236}">
                <a16:creationId xmlns:a16="http://schemas.microsoft.com/office/drawing/2014/main" id="{C99F010E-B749-4802-904A-166DB6A5B990}"/>
              </a:ext>
            </a:extLst>
          </p:cNvPr>
          <p:cNvSpPr/>
          <p:nvPr>
            <p:custDataLst>
              <p:tags r:id="rId278"/>
            </p:custDataLst>
          </p:nvPr>
        </p:nvSpPr>
        <p:spPr bwMode="auto">
          <a:xfrm>
            <a:off x="104775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39" name="Rectangle 2238">
            <a:extLst>
              <a:ext uri="{FF2B5EF4-FFF2-40B4-BE49-F238E27FC236}">
                <a16:creationId xmlns:a16="http://schemas.microsoft.com/office/drawing/2014/main" id="{52468AC1-6DA0-4886-B3E0-C74C456E1651}"/>
              </a:ext>
            </a:extLst>
          </p:cNvPr>
          <p:cNvSpPr/>
          <p:nvPr>
            <p:custDataLst>
              <p:tags r:id="rId279"/>
            </p:custDataLst>
          </p:nvPr>
        </p:nvSpPr>
        <p:spPr bwMode="auto">
          <a:xfrm>
            <a:off x="106553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0" name="Rectangle 2239">
            <a:extLst>
              <a:ext uri="{FF2B5EF4-FFF2-40B4-BE49-F238E27FC236}">
                <a16:creationId xmlns:a16="http://schemas.microsoft.com/office/drawing/2014/main" id="{31F17D2D-4172-4E60-A188-4BB2B8294CE8}"/>
              </a:ext>
            </a:extLst>
          </p:cNvPr>
          <p:cNvSpPr/>
          <p:nvPr>
            <p:custDataLst>
              <p:tags r:id="rId280"/>
            </p:custDataLst>
          </p:nvPr>
        </p:nvSpPr>
        <p:spPr bwMode="auto">
          <a:xfrm>
            <a:off x="10744200" y="3543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1" name="Rectangle 2240">
            <a:extLst>
              <a:ext uri="{FF2B5EF4-FFF2-40B4-BE49-F238E27FC236}">
                <a16:creationId xmlns:a16="http://schemas.microsoft.com/office/drawing/2014/main" id="{C88B0DC9-536A-436D-B324-57887B9BEABF}"/>
              </a:ext>
            </a:extLst>
          </p:cNvPr>
          <p:cNvSpPr/>
          <p:nvPr>
            <p:custDataLst>
              <p:tags r:id="rId281"/>
            </p:custDataLst>
          </p:nvPr>
        </p:nvSpPr>
        <p:spPr bwMode="auto">
          <a:xfrm>
            <a:off x="84328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2" name="Rectangle 2241">
            <a:extLst>
              <a:ext uri="{FF2B5EF4-FFF2-40B4-BE49-F238E27FC236}">
                <a16:creationId xmlns:a16="http://schemas.microsoft.com/office/drawing/2014/main" id="{D038C012-D82E-4CE5-BC07-72ED2F8C289F}"/>
              </a:ext>
            </a:extLst>
          </p:cNvPr>
          <p:cNvSpPr/>
          <p:nvPr>
            <p:custDataLst>
              <p:tags r:id="rId282"/>
            </p:custDataLst>
          </p:nvPr>
        </p:nvSpPr>
        <p:spPr bwMode="auto">
          <a:xfrm>
            <a:off x="85217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3" name="Rectangle 2242">
            <a:extLst>
              <a:ext uri="{FF2B5EF4-FFF2-40B4-BE49-F238E27FC236}">
                <a16:creationId xmlns:a16="http://schemas.microsoft.com/office/drawing/2014/main" id="{36C317D2-8BAA-4A75-8872-8B35AD8040DC}"/>
              </a:ext>
            </a:extLst>
          </p:cNvPr>
          <p:cNvSpPr/>
          <p:nvPr>
            <p:custDataLst>
              <p:tags r:id="rId283"/>
            </p:custDataLst>
          </p:nvPr>
        </p:nvSpPr>
        <p:spPr bwMode="auto">
          <a:xfrm>
            <a:off x="86106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4" name="Rectangle 2243">
            <a:extLst>
              <a:ext uri="{FF2B5EF4-FFF2-40B4-BE49-F238E27FC236}">
                <a16:creationId xmlns:a16="http://schemas.microsoft.com/office/drawing/2014/main" id="{7B33EBC9-9F06-4554-92C9-69F3C979F791}"/>
              </a:ext>
            </a:extLst>
          </p:cNvPr>
          <p:cNvSpPr/>
          <p:nvPr>
            <p:custDataLst>
              <p:tags r:id="rId284"/>
            </p:custDataLst>
          </p:nvPr>
        </p:nvSpPr>
        <p:spPr bwMode="auto">
          <a:xfrm>
            <a:off x="87884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5" name="Rectangle 2244">
            <a:extLst>
              <a:ext uri="{FF2B5EF4-FFF2-40B4-BE49-F238E27FC236}">
                <a16:creationId xmlns:a16="http://schemas.microsoft.com/office/drawing/2014/main" id="{B50BBFB1-AA67-4998-B360-06B35C9F586E}"/>
              </a:ext>
            </a:extLst>
          </p:cNvPr>
          <p:cNvSpPr/>
          <p:nvPr>
            <p:custDataLst>
              <p:tags r:id="rId285"/>
            </p:custDataLst>
          </p:nvPr>
        </p:nvSpPr>
        <p:spPr bwMode="auto">
          <a:xfrm>
            <a:off x="88773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6" name="Rectangle 2245">
            <a:extLst>
              <a:ext uri="{FF2B5EF4-FFF2-40B4-BE49-F238E27FC236}">
                <a16:creationId xmlns:a16="http://schemas.microsoft.com/office/drawing/2014/main" id="{C4F8411B-1C01-4E39-A636-4C23BF915A57}"/>
              </a:ext>
            </a:extLst>
          </p:cNvPr>
          <p:cNvSpPr/>
          <p:nvPr>
            <p:custDataLst>
              <p:tags r:id="rId286"/>
            </p:custDataLst>
          </p:nvPr>
        </p:nvSpPr>
        <p:spPr bwMode="auto">
          <a:xfrm>
            <a:off x="89662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7" name="Rectangle 2246">
            <a:extLst>
              <a:ext uri="{FF2B5EF4-FFF2-40B4-BE49-F238E27FC236}">
                <a16:creationId xmlns:a16="http://schemas.microsoft.com/office/drawing/2014/main" id="{86DA2CFD-6725-4D15-AC88-B3587C7A5D80}"/>
              </a:ext>
            </a:extLst>
          </p:cNvPr>
          <p:cNvSpPr/>
          <p:nvPr>
            <p:custDataLst>
              <p:tags r:id="rId287"/>
            </p:custDataLst>
          </p:nvPr>
        </p:nvSpPr>
        <p:spPr bwMode="auto">
          <a:xfrm>
            <a:off x="91440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8" name="Rectangle 2247">
            <a:extLst>
              <a:ext uri="{FF2B5EF4-FFF2-40B4-BE49-F238E27FC236}">
                <a16:creationId xmlns:a16="http://schemas.microsoft.com/office/drawing/2014/main" id="{801FE02E-31A1-41CF-BC55-06ED972657AE}"/>
              </a:ext>
            </a:extLst>
          </p:cNvPr>
          <p:cNvSpPr/>
          <p:nvPr>
            <p:custDataLst>
              <p:tags r:id="rId288"/>
            </p:custDataLst>
          </p:nvPr>
        </p:nvSpPr>
        <p:spPr bwMode="auto">
          <a:xfrm>
            <a:off x="94107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49" name="Rectangle 2248">
            <a:extLst>
              <a:ext uri="{FF2B5EF4-FFF2-40B4-BE49-F238E27FC236}">
                <a16:creationId xmlns:a16="http://schemas.microsoft.com/office/drawing/2014/main" id="{0AFAD23A-BCC4-495A-A39F-0DC7B572EA81}"/>
              </a:ext>
            </a:extLst>
          </p:cNvPr>
          <p:cNvSpPr/>
          <p:nvPr>
            <p:custDataLst>
              <p:tags r:id="rId289"/>
            </p:custDataLst>
          </p:nvPr>
        </p:nvSpPr>
        <p:spPr bwMode="auto">
          <a:xfrm>
            <a:off x="94996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0" name="Rectangle 2249">
            <a:extLst>
              <a:ext uri="{FF2B5EF4-FFF2-40B4-BE49-F238E27FC236}">
                <a16:creationId xmlns:a16="http://schemas.microsoft.com/office/drawing/2014/main" id="{925FDE26-7768-478C-A60A-9B720F29DE19}"/>
              </a:ext>
            </a:extLst>
          </p:cNvPr>
          <p:cNvSpPr/>
          <p:nvPr>
            <p:custDataLst>
              <p:tags r:id="rId290"/>
            </p:custDataLst>
          </p:nvPr>
        </p:nvSpPr>
        <p:spPr bwMode="auto">
          <a:xfrm>
            <a:off x="95885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1" name="Rectangle 2250">
            <a:extLst>
              <a:ext uri="{FF2B5EF4-FFF2-40B4-BE49-F238E27FC236}">
                <a16:creationId xmlns:a16="http://schemas.microsoft.com/office/drawing/2014/main" id="{D4F9AFBB-5969-4F93-B43D-CFEE03E65405}"/>
              </a:ext>
            </a:extLst>
          </p:cNvPr>
          <p:cNvSpPr/>
          <p:nvPr>
            <p:custDataLst>
              <p:tags r:id="rId291"/>
            </p:custDataLst>
          </p:nvPr>
        </p:nvSpPr>
        <p:spPr bwMode="auto">
          <a:xfrm>
            <a:off x="97663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2" name="Rectangle 2251">
            <a:extLst>
              <a:ext uri="{FF2B5EF4-FFF2-40B4-BE49-F238E27FC236}">
                <a16:creationId xmlns:a16="http://schemas.microsoft.com/office/drawing/2014/main" id="{69584ABD-6E82-4596-8240-D338FE4708D5}"/>
              </a:ext>
            </a:extLst>
          </p:cNvPr>
          <p:cNvSpPr/>
          <p:nvPr>
            <p:custDataLst>
              <p:tags r:id="rId292"/>
            </p:custDataLst>
          </p:nvPr>
        </p:nvSpPr>
        <p:spPr bwMode="auto">
          <a:xfrm>
            <a:off x="100330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3" name="Rectangle 2252">
            <a:extLst>
              <a:ext uri="{FF2B5EF4-FFF2-40B4-BE49-F238E27FC236}">
                <a16:creationId xmlns:a16="http://schemas.microsoft.com/office/drawing/2014/main" id="{0ABB9BF0-FE2E-4CFA-B293-832421F44BDC}"/>
              </a:ext>
            </a:extLst>
          </p:cNvPr>
          <p:cNvSpPr/>
          <p:nvPr>
            <p:custDataLst>
              <p:tags r:id="rId293"/>
            </p:custDataLst>
          </p:nvPr>
        </p:nvSpPr>
        <p:spPr bwMode="auto">
          <a:xfrm>
            <a:off x="101219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4" name="Rectangle 2253">
            <a:extLst>
              <a:ext uri="{FF2B5EF4-FFF2-40B4-BE49-F238E27FC236}">
                <a16:creationId xmlns:a16="http://schemas.microsoft.com/office/drawing/2014/main" id="{A75A3B28-4CF8-41CD-A545-2FAC8B5EAB66}"/>
              </a:ext>
            </a:extLst>
          </p:cNvPr>
          <p:cNvSpPr/>
          <p:nvPr>
            <p:custDataLst>
              <p:tags r:id="rId294"/>
            </p:custDataLst>
          </p:nvPr>
        </p:nvSpPr>
        <p:spPr bwMode="auto">
          <a:xfrm>
            <a:off x="102108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5" name="Rectangle 2254">
            <a:extLst>
              <a:ext uri="{FF2B5EF4-FFF2-40B4-BE49-F238E27FC236}">
                <a16:creationId xmlns:a16="http://schemas.microsoft.com/office/drawing/2014/main" id="{1FAF5743-D160-4123-96A8-B4ACC51714AA}"/>
              </a:ext>
            </a:extLst>
          </p:cNvPr>
          <p:cNvSpPr/>
          <p:nvPr>
            <p:custDataLst>
              <p:tags r:id="rId295"/>
            </p:custDataLst>
          </p:nvPr>
        </p:nvSpPr>
        <p:spPr bwMode="auto">
          <a:xfrm>
            <a:off x="105664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6" name="Rectangle 2255">
            <a:extLst>
              <a:ext uri="{FF2B5EF4-FFF2-40B4-BE49-F238E27FC236}">
                <a16:creationId xmlns:a16="http://schemas.microsoft.com/office/drawing/2014/main" id="{0123F0C3-E6D9-4A35-BE26-E3660007C168}"/>
              </a:ext>
            </a:extLst>
          </p:cNvPr>
          <p:cNvSpPr/>
          <p:nvPr>
            <p:custDataLst>
              <p:tags r:id="rId296"/>
            </p:custDataLst>
          </p:nvPr>
        </p:nvSpPr>
        <p:spPr bwMode="auto">
          <a:xfrm>
            <a:off x="10744200" y="3632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7" name="Rectangle 2256">
            <a:extLst>
              <a:ext uri="{FF2B5EF4-FFF2-40B4-BE49-F238E27FC236}">
                <a16:creationId xmlns:a16="http://schemas.microsoft.com/office/drawing/2014/main" id="{7B71256E-5F5E-4E3D-AB7D-017FB9D4B811}"/>
              </a:ext>
            </a:extLst>
          </p:cNvPr>
          <p:cNvSpPr/>
          <p:nvPr>
            <p:custDataLst>
              <p:tags r:id="rId297"/>
            </p:custDataLst>
          </p:nvPr>
        </p:nvSpPr>
        <p:spPr bwMode="auto">
          <a:xfrm>
            <a:off x="84328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8" name="Rectangle 2257">
            <a:extLst>
              <a:ext uri="{FF2B5EF4-FFF2-40B4-BE49-F238E27FC236}">
                <a16:creationId xmlns:a16="http://schemas.microsoft.com/office/drawing/2014/main" id="{263C14E0-D98D-41F3-A7A7-ED056ED664C4}"/>
              </a:ext>
            </a:extLst>
          </p:cNvPr>
          <p:cNvSpPr/>
          <p:nvPr>
            <p:custDataLst>
              <p:tags r:id="rId298"/>
            </p:custDataLst>
          </p:nvPr>
        </p:nvSpPr>
        <p:spPr bwMode="auto">
          <a:xfrm>
            <a:off x="85217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59" name="Rectangle 2258">
            <a:extLst>
              <a:ext uri="{FF2B5EF4-FFF2-40B4-BE49-F238E27FC236}">
                <a16:creationId xmlns:a16="http://schemas.microsoft.com/office/drawing/2014/main" id="{6EB1091B-83F4-46BB-8E17-785D2C1F1685}"/>
              </a:ext>
            </a:extLst>
          </p:cNvPr>
          <p:cNvSpPr/>
          <p:nvPr>
            <p:custDataLst>
              <p:tags r:id="rId299"/>
            </p:custDataLst>
          </p:nvPr>
        </p:nvSpPr>
        <p:spPr bwMode="auto">
          <a:xfrm>
            <a:off x="86995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0" name="Rectangle 2259">
            <a:extLst>
              <a:ext uri="{FF2B5EF4-FFF2-40B4-BE49-F238E27FC236}">
                <a16:creationId xmlns:a16="http://schemas.microsoft.com/office/drawing/2014/main" id="{A179EC5C-4538-4682-9A7B-48B9C22BF44B}"/>
              </a:ext>
            </a:extLst>
          </p:cNvPr>
          <p:cNvSpPr/>
          <p:nvPr>
            <p:custDataLst>
              <p:tags r:id="rId300"/>
            </p:custDataLst>
          </p:nvPr>
        </p:nvSpPr>
        <p:spPr bwMode="auto">
          <a:xfrm>
            <a:off x="89662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1" name="Rectangle 2260">
            <a:extLst>
              <a:ext uri="{FF2B5EF4-FFF2-40B4-BE49-F238E27FC236}">
                <a16:creationId xmlns:a16="http://schemas.microsoft.com/office/drawing/2014/main" id="{EAFDBB4E-AA72-439A-B833-2FF649D783ED}"/>
              </a:ext>
            </a:extLst>
          </p:cNvPr>
          <p:cNvSpPr/>
          <p:nvPr>
            <p:custDataLst>
              <p:tags r:id="rId301"/>
            </p:custDataLst>
          </p:nvPr>
        </p:nvSpPr>
        <p:spPr bwMode="auto">
          <a:xfrm>
            <a:off x="90551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2" name="Rectangle 2261">
            <a:extLst>
              <a:ext uri="{FF2B5EF4-FFF2-40B4-BE49-F238E27FC236}">
                <a16:creationId xmlns:a16="http://schemas.microsoft.com/office/drawing/2014/main" id="{F5181F65-B06B-4B53-8A74-65E471DFDE77}"/>
              </a:ext>
            </a:extLst>
          </p:cNvPr>
          <p:cNvSpPr/>
          <p:nvPr>
            <p:custDataLst>
              <p:tags r:id="rId302"/>
            </p:custDataLst>
          </p:nvPr>
        </p:nvSpPr>
        <p:spPr bwMode="auto">
          <a:xfrm>
            <a:off x="94107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3" name="Rectangle 2262">
            <a:extLst>
              <a:ext uri="{FF2B5EF4-FFF2-40B4-BE49-F238E27FC236}">
                <a16:creationId xmlns:a16="http://schemas.microsoft.com/office/drawing/2014/main" id="{FFC4A9CA-D674-4751-9AEF-FB55761E9AD5}"/>
              </a:ext>
            </a:extLst>
          </p:cNvPr>
          <p:cNvSpPr/>
          <p:nvPr>
            <p:custDataLst>
              <p:tags r:id="rId303"/>
            </p:custDataLst>
          </p:nvPr>
        </p:nvSpPr>
        <p:spPr bwMode="auto">
          <a:xfrm>
            <a:off x="95885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4" name="Rectangle 2263">
            <a:extLst>
              <a:ext uri="{FF2B5EF4-FFF2-40B4-BE49-F238E27FC236}">
                <a16:creationId xmlns:a16="http://schemas.microsoft.com/office/drawing/2014/main" id="{D56764D2-F048-4198-8EDC-70E62FB2E380}"/>
              </a:ext>
            </a:extLst>
          </p:cNvPr>
          <p:cNvSpPr/>
          <p:nvPr>
            <p:custDataLst>
              <p:tags r:id="rId304"/>
            </p:custDataLst>
          </p:nvPr>
        </p:nvSpPr>
        <p:spPr bwMode="auto">
          <a:xfrm>
            <a:off x="96774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5" name="Rectangle 2264">
            <a:extLst>
              <a:ext uri="{FF2B5EF4-FFF2-40B4-BE49-F238E27FC236}">
                <a16:creationId xmlns:a16="http://schemas.microsoft.com/office/drawing/2014/main" id="{58082FC2-B870-4300-B52B-02C793FD83C5}"/>
              </a:ext>
            </a:extLst>
          </p:cNvPr>
          <p:cNvSpPr/>
          <p:nvPr>
            <p:custDataLst>
              <p:tags r:id="rId305"/>
            </p:custDataLst>
          </p:nvPr>
        </p:nvSpPr>
        <p:spPr bwMode="auto">
          <a:xfrm>
            <a:off x="98552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6" name="Rectangle 2265">
            <a:extLst>
              <a:ext uri="{FF2B5EF4-FFF2-40B4-BE49-F238E27FC236}">
                <a16:creationId xmlns:a16="http://schemas.microsoft.com/office/drawing/2014/main" id="{B91B6A61-02FA-4C7D-A9EA-85F62E69BFD7}"/>
              </a:ext>
            </a:extLst>
          </p:cNvPr>
          <p:cNvSpPr/>
          <p:nvPr>
            <p:custDataLst>
              <p:tags r:id="rId306"/>
            </p:custDataLst>
          </p:nvPr>
        </p:nvSpPr>
        <p:spPr bwMode="auto">
          <a:xfrm>
            <a:off x="99441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7" name="Rectangle 2266">
            <a:extLst>
              <a:ext uri="{FF2B5EF4-FFF2-40B4-BE49-F238E27FC236}">
                <a16:creationId xmlns:a16="http://schemas.microsoft.com/office/drawing/2014/main" id="{78371508-EB36-4960-9225-BB73DA990B9B}"/>
              </a:ext>
            </a:extLst>
          </p:cNvPr>
          <p:cNvSpPr/>
          <p:nvPr>
            <p:custDataLst>
              <p:tags r:id="rId307"/>
            </p:custDataLst>
          </p:nvPr>
        </p:nvSpPr>
        <p:spPr bwMode="auto">
          <a:xfrm>
            <a:off x="100330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8" name="Rectangle 2267">
            <a:extLst>
              <a:ext uri="{FF2B5EF4-FFF2-40B4-BE49-F238E27FC236}">
                <a16:creationId xmlns:a16="http://schemas.microsoft.com/office/drawing/2014/main" id="{021781F2-BD2C-4C12-94C7-48B6A808DC59}"/>
              </a:ext>
            </a:extLst>
          </p:cNvPr>
          <p:cNvSpPr/>
          <p:nvPr>
            <p:custDataLst>
              <p:tags r:id="rId308"/>
            </p:custDataLst>
          </p:nvPr>
        </p:nvSpPr>
        <p:spPr bwMode="auto">
          <a:xfrm>
            <a:off x="102108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69" name="Rectangle 2268">
            <a:extLst>
              <a:ext uri="{FF2B5EF4-FFF2-40B4-BE49-F238E27FC236}">
                <a16:creationId xmlns:a16="http://schemas.microsoft.com/office/drawing/2014/main" id="{10E2514B-698C-4DDF-A8A6-203F38AFBF89}"/>
              </a:ext>
            </a:extLst>
          </p:cNvPr>
          <p:cNvSpPr/>
          <p:nvPr>
            <p:custDataLst>
              <p:tags r:id="rId309"/>
            </p:custDataLst>
          </p:nvPr>
        </p:nvSpPr>
        <p:spPr bwMode="auto">
          <a:xfrm>
            <a:off x="106553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0" name="Rectangle 2269">
            <a:extLst>
              <a:ext uri="{FF2B5EF4-FFF2-40B4-BE49-F238E27FC236}">
                <a16:creationId xmlns:a16="http://schemas.microsoft.com/office/drawing/2014/main" id="{2C44636E-EC47-439F-B6BE-0242A84DC4AE}"/>
              </a:ext>
            </a:extLst>
          </p:cNvPr>
          <p:cNvSpPr/>
          <p:nvPr>
            <p:custDataLst>
              <p:tags r:id="rId310"/>
            </p:custDataLst>
          </p:nvPr>
        </p:nvSpPr>
        <p:spPr bwMode="auto">
          <a:xfrm>
            <a:off x="10744200" y="37211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1" name="Rectangle 2270">
            <a:extLst>
              <a:ext uri="{FF2B5EF4-FFF2-40B4-BE49-F238E27FC236}">
                <a16:creationId xmlns:a16="http://schemas.microsoft.com/office/drawing/2014/main" id="{32F90419-83ED-4203-93C6-F187AC7D428C}"/>
              </a:ext>
            </a:extLst>
          </p:cNvPr>
          <p:cNvSpPr/>
          <p:nvPr>
            <p:custDataLst>
              <p:tags r:id="rId311"/>
            </p:custDataLst>
          </p:nvPr>
        </p:nvSpPr>
        <p:spPr bwMode="auto">
          <a:xfrm>
            <a:off x="82550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2" name="Rectangle 2271">
            <a:extLst>
              <a:ext uri="{FF2B5EF4-FFF2-40B4-BE49-F238E27FC236}">
                <a16:creationId xmlns:a16="http://schemas.microsoft.com/office/drawing/2014/main" id="{B35D878D-8276-4560-9A61-4024B84FFD35}"/>
              </a:ext>
            </a:extLst>
          </p:cNvPr>
          <p:cNvSpPr/>
          <p:nvPr>
            <p:custDataLst>
              <p:tags r:id="rId312"/>
            </p:custDataLst>
          </p:nvPr>
        </p:nvSpPr>
        <p:spPr bwMode="auto">
          <a:xfrm>
            <a:off x="83439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3" name="Rectangle 2272">
            <a:extLst>
              <a:ext uri="{FF2B5EF4-FFF2-40B4-BE49-F238E27FC236}">
                <a16:creationId xmlns:a16="http://schemas.microsoft.com/office/drawing/2014/main" id="{7F1F1E43-D4F0-4FA4-90BD-E189C9DEFDA5}"/>
              </a:ext>
            </a:extLst>
          </p:cNvPr>
          <p:cNvSpPr/>
          <p:nvPr>
            <p:custDataLst>
              <p:tags r:id="rId313"/>
            </p:custDataLst>
          </p:nvPr>
        </p:nvSpPr>
        <p:spPr bwMode="auto">
          <a:xfrm>
            <a:off x="84328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4" name="Rectangle 2273">
            <a:extLst>
              <a:ext uri="{FF2B5EF4-FFF2-40B4-BE49-F238E27FC236}">
                <a16:creationId xmlns:a16="http://schemas.microsoft.com/office/drawing/2014/main" id="{AA8FA653-7554-440E-955D-B81457F56761}"/>
              </a:ext>
            </a:extLst>
          </p:cNvPr>
          <p:cNvSpPr/>
          <p:nvPr>
            <p:custDataLst>
              <p:tags r:id="rId314"/>
            </p:custDataLst>
          </p:nvPr>
        </p:nvSpPr>
        <p:spPr bwMode="auto">
          <a:xfrm>
            <a:off x="85217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5" name="Rectangle 2274">
            <a:extLst>
              <a:ext uri="{FF2B5EF4-FFF2-40B4-BE49-F238E27FC236}">
                <a16:creationId xmlns:a16="http://schemas.microsoft.com/office/drawing/2014/main" id="{387E0930-DD44-4B9D-9F4F-9A6E83F6C223}"/>
              </a:ext>
            </a:extLst>
          </p:cNvPr>
          <p:cNvSpPr/>
          <p:nvPr>
            <p:custDataLst>
              <p:tags r:id="rId315"/>
            </p:custDataLst>
          </p:nvPr>
        </p:nvSpPr>
        <p:spPr bwMode="auto">
          <a:xfrm>
            <a:off x="86106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6" name="Rectangle 2275">
            <a:extLst>
              <a:ext uri="{FF2B5EF4-FFF2-40B4-BE49-F238E27FC236}">
                <a16:creationId xmlns:a16="http://schemas.microsoft.com/office/drawing/2014/main" id="{32C45A64-BD27-4B76-B9D8-8FF4E94F1140}"/>
              </a:ext>
            </a:extLst>
          </p:cNvPr>
          <p:cNvSpPr/>
          <p:nvPr>
            <p:custDataLst>
              <p:tags r:id="rId316"/>
            </p:custDataLst>
          </p:nvPr>
        </p:nvSpPr>
        <p:spPr bwMode="auto">
          <a:xfrm>
            <a:off x="87884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7" name="Rectangle 2276">
            <a:extLst>
              <a:ext uri="{FF2B5EF4-FFF2-40B4-BE49-F238E27FC236}">
                <a16:creationId xmlns:a16="http://schemas.microsoft.com/office/drawing/2014/main" id="{7E109E09-3491-4CCA-85A5-D06E448E069E}"/>
              </a:ext>
            </a:extLst>
          </p:cNvPr>
          <p:cNvSpPr/>
          <p:nvPr>
            <p:custDataLst>
              <p:tags r:id="rId317"/>
            </p:custDataLst>
          </p:nvPr>
        </p:nvSpPr>
        <p:spPr bwMode="auto">
          <a:xfrm>
            <a:off x="88773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8" name="Rectangle 2277">
            <a:extLst>
              <a:ext uri="{FF2B5EF4-FFF2-40B4-BE49-F238E27FC236}">
                <a16:creationId xmlns:a16="http://schemas.microsoft.com/office/drawing/2014/main" id="{2AC73CC1-7F96-4003-921E-6E17A6F484B3}"/>
              </a:ext>
            </a:extLst>
          </p:cNvPr>
          <p:cNvSpPr/>
          <p:nvPr>
            <p:custDataLst>
              <p:tags r:id="rId318"/>
            </p:custDataLst>
          </p:nvPr>
        </p:nvSpPr>
        <p:spPr bwMode="auto">
          <a:xfrm>
            <a:off x="91440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79" name="Rectangle 2278">
            <a:extLst>
              <a:ext uri="{FF2B5EF4-FFF2-40B4-BE49-F238E27FC236}">
                <a16:creationId xmlns:a16="http://schemas.microsoft.com/office/drawing/2014/main" id="{016820B7-925A-4CAE-8B19-53B0FF463979}"/>
              </a:ext>
            </a:extLst>
          </p:cNvPr>
          <p:cNvSpPr/>
          <p:nvPr>
            <p:custDataLst>
              <p:tags r:id="rId319"/>
            </p:custDataLst>
          </p:nvPr>
        </p:nvSpPr>
        <p:spPr bwMode="auto">
          <a:xfrm>
            <a:off x="92329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0" name="Rectangle 2279">
            <a:extLst>
              <a:ext uri="{FF2B5EF4-FFF2-40B4-BE49-F238E27FC236}">
                <a16:creationId xmlns:a16="http://schemas.microsoft.com/office/drawing/2014/main" id="{10F504B3-25A7-4D01-AE1B-AE82604748EA}"/>
              </a:ext>
            </a:extLst>
          </p:cNvPr>
          <p:cNvSpPr/>
          <p:nvPr>
            <p:custDataLst>
              <p:tags r:id="rId320"/>
            </p:custDataLst>
          </p:nvPr>
        </p:nvSpPr>
        <p:spPr bwMode="auto">
          <a:xfrm>
            <a:off x="94107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1" name="Rectangle 2280">
            <a:extLst>
              <a:ext uri="{FF2B5EF4-FFF2-40B4-BE49-F238E27FC236}">
                <a16:creationId xmlns:a16="http://schemas.microsoft.com/office/drawing/2014/main" id="{B265CD43-8FE1-48FB-BFF9-723646635833}"/>
              </a:ext>
            </a:extLst>
          </p:cNvPr>
          <p:cNvSpPr/>
          <p:nvPr>
            <p:custDataLst>
              <p:tags r:id="rId321"/>
            </p:custDataLst>
          </p:nvPr>
        </p:nvSpPr>
        <p:spPr bwMode="auto">
          <a:xfrm>
            <a:off x="97663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2" name="Rectangle 2281">
            <a:extLst>
              <a:ext uri="{FF2B5EF4-FFF2-40B4-BE49-F238E27FC236}">
                <a16:creationId xmlns:a16="http://schemas.microsoft.com/office/drawing/2014/main" id="{66D149D8-C5D9-4F33-B838-8FAB696CB090}"/>
              </a:ext>
            </a:extLst>
          </p:cNvPr>
          <p:cNvSpPr/>
          <p:nvPr>
            <p:custDataLst>
              <p:tags r:id="rId322"/>
            </p:custDataLst>
          </p:nvPr>
        </p:nvSpPr>
        <p:spPr bwMode="auto">
          <a:xfrm>
            <a:off x="98552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3" name="Rectangle 2282">
            <a:extLst>
              <a:ext uri="{FF2B5EF4-FFF2-40B4-BE49-F238E27FC236}">
                <a16:creationId xmlns:a16="http://schemas.microsoft.com/office/drawing/2014/main" id="{294AFB04-7A9B-4B33-A4B3-CC68047498C0}"/>
              </a:ext>
            </a:extLst>
          </p:cNvPr>
          <p:cNvSpPr/>
          <p:nvPr>
            <p:custDataLst>
              <p:tags r:id="rId323"/>
            </p:custDataLst>
          </p:nvPr>
        </p:nvSpPr>
        <p:spPr bwMode="auto">
          <a:xfrm>
            <a:off x="100330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4" name="Rectangle 2283">
            <a:extLst>
              <a:ext uri="{FF2B5EF4-FFF2-40B4-BE49-F238E27FC236}">
                <a16:creationId xmlns:a16="http://schemas.microsoft.com/office/drawing/2014/main" id="{EBC721E4-9667-4E13-956E-A9BC2A3E658B}"/>
              </a:ext>
            </a:extLst>
          </p:cNvPr>
          <p:cNvSpPr/>
          <p:nvPr>
            <p:custDataLst>
              <p:tags r:id="rId324"/>
            </p:custDataLst>
          </p:nvPr>
        </p:nvSpPr>
        <p:spPr bwMode="auto">
          <a:xfrm>
            <a:off x="101219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5" name="Rectangle 2284">
            <a:extLst>
              <a:ext uri="{FF2B5EF4-FFF2-40B4-BE49-F238E27FC236}">
                <a16:creationId xmlns:a16="http://schemas.microsoft.com/office/drawing/2014/main" id="{08CF7AE2-F51E-485F-B532-4688E16EF880}"/>
              </a:ext>
            </a:extLst>
          </p:cNvPr>
          <p:cNvSpPr/>
          <p:nvPr>
            <p:custDataLst>
              <p:tags r:id="rId325"/>
            </p:custDataLst>
          </p:nvPr>
        </p:nvSpPr>
        <p:spPr bwMode="auto">
          <a:xfrm>
            <a:off x="102108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6" name="Rectangle 2285">
            <a:extLst>
              <a:ext uri="{FF2B5EF4-FFF2-40B4-BE49-F238E27FC236}">
                <a16:creationId xmlns:a16="http://schemas.microsoft.com/office/drawing/2014/main" id="{34CA9A3A-2225-49FE-A4E8-E3EAAB71D9FC}"/>
              </a:ext>
            </a:extLst>
          </p:cNvPr>
          <p:cNvSpPr/>
          <p:nvPr>
            <p:custDataLst>
              <p:tags r:id="rId326"/>
            </p:custDataLst>
          </p:nvPr>
        </p:nvSpPr>
        <p:spPr bwMode="auto">
          <a:xfrm>
            <a:off x="102997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7" name="Rectangle 2286">
            <a:extLst>
              <a:ext uri="{FF2B5EF4-FFF2-40B4-BE49-F238E27FC236}">
                <a16:creationId xmlns:a16="http://schemas.microsoft.com/office/drawing/2014/main" id="{F5469E57-931D-4658-8E56-C480FEA0E608}"/>
              </a:ext>
            </a:extLst>
          </p:cNvPr>
          <p:cNvSpPr/>
          <p:nvPr>
            <p:custDataLst>
              <p:tags r:id="rId327"/>
            </p:custDataLst>
          </p:nvPr>
        </p:nvSpPr>
        <p:spPr bwMode="auto">
          <a:xfrm>
            <a:off x="103886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8" name="Rectangle 2287">
            <a:extLst>
              <a:ext uri="{FF2B5EF4-FFF2-40B4-BE49-F238E27FC236}">
                <a16:creationId xmlns:a16="http://schemas.microsoft.com/office/drawing/2014/main" id="{005236CF-A5B8-4AB0-A24C-BFFB133C814D}"/>
              </a:ext>
            </a:extLst>
          </p:cNvPr>
          <p:cNvSpPr/>
          <p:nvPr>
            <p:custDataLst>
              <p:tags r:id="rId328"/>
            </p:custDataLst>
          </p:nvPr>
        </p:nvSpPr>
        <p:spPr bwMode="auto">
          <a:xfrm>
            <a:off x="104775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89" name="Rectangle 2288">
            <a:extLst>
              <a:ext uri="{FF2B5EF4-FFF2-40B4-BE49-F238E27FC236}">
                <a16:creationId xmlns:a16="http://schemas.microsoft.com/office/drawing/2014/main" id="{31116826-B35B-4F45-9B9D-D9A707586EAB}"/>
              </a:ext>
            </a:extLst>
          </p:cNvPr>
          <p:cNvSpPr/>
          <p:nvPr>
            <p:custDataLst>
              <p:tags r:id="rId329"/>
            </p:custDataLst>
          </p:nvPr>
        </p:nvSpPr>
        <p:spPr bwMode="auto">
          <a:xfrm>
            <a:off x="10744200" y="38100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0" name="Rectangle 2289">
            <a:extLst>
              <a:ext uri="{FF2B5EF4-FFF2-40B4-BE49-F238E27FC236}">
                <a16:creationId xmlns:a16="http://schemas.microsoft.com/office/drawing/2014/main" id="{6457997B-EABF-4C18-A5C2-DDC789285C0F}"/>
              </a:ext>
            </a:extLst>
          </p:cNvPr>
          <p:cNvSpPr/>
          <p:nvPr>
            <p:custDataLst>
              <p:tags r:id="rId330"/>
            </p:custDataLst>
          </p:nvPr>
        </p:nvSpPr>
        <p:spPr bwMode="auto">
          <a:xfrm>
            <a:off x="89662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1" name="Rectangle 2290">
            <a:extLst>
              <a:ext uri="{FF2B5EF4-FFF2-40B4-BE49-F238E27FC236}">
                <a16:creationId xmlns:a16="http://schemas.microsoft.com/office/drawing/2014/main" id="{3AD7CC8C-638A-449D-ABF4-3031F79A7B0D}"/>
              </a:ext>
            </a:extLst>
          </p:cNvPr>
          <p:cNvSpPr/>
          <p:nvPr>
            <p:custDataLst>
              <p:tags r:id="rId331"/>
            </p:custDataLst>
          </p:nvPr>
        </p:nvSpPr>
        <p:spPr bwMode="auto">
          <a:xfrm>
            <a:off x="90551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2" name="Rectangle 2291">
            <a:extLst>
              <a:ext uri="{FF2B5EF4-FFF2-40B4-BE49-F238E27FC236}">
                <a16:creationId xmlns:a16="http://schemas.microsoft.com/office/drawing/2014/main" id="{B5263641-F6DA-4235-9F17-B9C96CED729C}"/>
              </a:ext>
            </a:extLst>
          </p:cNvPr>
          <p:cNvSpPr/>
          <p:nvPr>
            <p:custDataLst>
              <p:tags r:id="rId332"/>
            </p:custDataLst>
          </p:nvPr>
        </p:nvSpPr>
        <p:spPr bwMode="auto">
          <a:xfrm>
            <a:off x="94107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3" name="Rectangle 2292">
            <a:extLst>
              <a:ext uri="{FF2B5EF4-FFF2-40B4-BE49-F238E27FC236}">
                <a16:creationId xmlns:a16="http://schemas.microsoft.com/office/drawing/2014/main" id="{DE633F46-C7BD-4AE1-A2F7-560CC6F01D4D}"/>
              </a:ext>
            </a:extLst>
          </p:cNvPr>
          <p:cNvSpPr/>
          <p:nvPr>
            <p:custDataLst>
              <p:tags r:id="rId333"/>
            </p:custDataLst>
          </p:nvPr>
        </p:nvSpPr>
        <p:spPr bwMode="auto">
          <a:xfrm>
            <a:off x="94996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4" name="Rectangle 2293">
            <a:extLst>
              <a:ext uri="{FF2B5EF4-FFF2-40B4-BE49-F238E27FC236}">
                <a16:creationId xmlns:a16="http://schemas.microsoft.com/office/drawing/2014/main" id="{C785B0F7-DD76-4589-8E51-2D13AEF38C44}"/>
              </a:ext>
            </a:extLst>
          </p:cNvPr>
          <p:cNvSpPr/>
          <p:nvPr>
            <p:custDataLst>
              <p:tags r:id="rId334"/>
            </p:custDataLst>
          </p:nvPr>
        </p:nvSpPr>
        <p:spPr bwMode="auto">
          <a:xfrm>
            <a:off x="96774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5" name="Rectangle 2294">
            <a:extLst>
              <a:ext uri="{FF2B5EF4-FFF2-40B4-BE49-F238E27FC236}">
                <a16:creationId xmlns:a16="http://schemas.microsoft.com/office/drawing/2014/main" id="{619E5409-54FB-4582-A31C-564EFD47D34C}"/>
              </a:ext>
            </a:extLst>
          </p:cNvPr>
          <p:cNvSpPr/>
          <p:nvPr>
            <p:custDataLst>
              <p:tags r:id="rId335"/>
            </p:custDataLst>
          </p:nvPr>
        </p:nvSpPr>
        <p:spPr bwMode="auto">
          <a:xfrm>
            <a:off x="98552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6" name="Rectangle 2295">
            <a:extLst>
              <a:ext uri="{FF2B5EF4-FFF2-40B4-BE49-F238E27FC236}">
                <a16:creationId xmlns:a16="http://schemas.microsoft.com/office/drawing/2014/main" id="{760D7C2C-06E5-4153-852A-C9AA91F7E654}"/>
              </a:ext>
            </a:extLst>
          </p:cNvPr>
          <p:cNvSpPr/>
          <p:nvPr>
            <p:custDataLst>
              <p:tags r:id="rId336"/>
            </p:custDataLst>
          </p:nvPr>
        </p:nvSpPr>
        <p:spPr bwMode="auto">
          <a:xfrm>
            <a:off x="99441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7" name="Rectangle 2296">
            <a:extLst>
              <a:ext uri="{FF2B5EF4-FFF2-40B4-BE49-F238E27FC236}">
                <a16:creationId xmlns:a16="http://schemas.microsoft.com/office/drawing/2014/main" id="{60211EC5-33C0-4431-B423-1867C5277720}"/>
              </a:ext>
            </a:extLst>
          </p:cNvPr>
          <p:cNvSpPr/>
          <p:nvPr>
            <p:custDataLst>
              <p:tags r:id="rId337"/>
            </p:custDataLst>
          </p:nvPr>
        </p:nvSpPr>
        <p:spPr bwMode="auto">
          <a:xfrm>
            <a:off x="100330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8" name="Rectangle 2297">
            <a:extLst>
              <a:ext uri="{FF2B5EF4-FFF2-40B4-BE49-F238E27FC236}">
                <a16:creationId xmlns:a16="http://schemas.microsoft.com/office/drawing/2014/main" id="{91ED28A6-3455-4697-8A6C-C5D94DC89DD5}"/>
              </a:ext>
            </a:extLst>
          </p:cNvPr>
          <p:cNvSpPr/>
          <p:nvPr>
            <p:custDataLst>
              <p:tags r:id="rId338"/>
            </p:custDataLst>
          </p:nvPr>
        </p:nvSpPr>
        <p:spPr bwMode="auto">
          <a:xfrm>
            <a:off x="103886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99" name="Rectangle 2298">
            <a:extLst>
              <a:ext uri="{FF2B5EF4-FFF2-40B4-BE49-F238E27FC236}">
                <a16:creationId xmlns:a16="http://schemas.microsoft.com/office/drawing/2014/main" id="{4B62A621-6DCC-4318-928B-E8C15094E3ED}"/>
              </a:ext>
            </a:extLst>
          </p:cNvPr>
          <p:cNvSpPr/>
          <p:nvPr>
            <p:custDataLst>
              <p:tags r:id="rId339"/>
            </p:custDataLst>
          </p:nvPr>
        </p:nvSpPr>
        <p:spPr bwMode="auto">
          <a:xfrm>
            <a:off x="10744200" y="38989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0" name="Rectangle 2299">
            <a:extLst>
              <a:ext uri="{FF2B5EF4-FFF2-40B4-BE49-F238E27FC236}">
                <a16:creationId xmlns:a16="http://schemas.microsoft.com/office/drawing/2014/main" id="{30A12EA4-3D23-49B0-B05E-D5EF62D9255E}"/>
              </a:ext>
            </a:extLst>
          </p:cNvPr>
          <p:cNvSpPr/>
          <p:nvPr>
            <p:custDataLst>
              <p:tags r:id="rId340"/>
            </p:custDataLst>
          </p:nvPr>
        </p:nvSpPr>
        <p:spPr bwMode="auto">
          <a:xfrm>
            <a:off x="82550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1" name="Rectangle 2300">
            <a:extLst>
              <a:ext uri="{FF2B5EF4-FFF2-40B4-BE49-F238E27FC236}">
                <a16:creationId xmlns:a16="http://schemas.microsoft.com/office/drawing/2014/main" id="{66D20319-8C43-4A31-BC82-CFFD6ADA8A0C}"/>
              </a:ext>
            </a:extLst>
          </p:cNvPr>
          <p:cNvSpPr/>
          <p:nvPr>
            <p:custDataLst>
              <p:tags r:id="rId341"/>
            </p:custDataLst>
          </p:nvPr>
        </p:nvSpPr>
        <p:spPr bwMode="auto">
          <a:xfrm>
            <a:off x="83439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2" name="Rectangle 2301">
            <a:extLst>
              <a:ext uri="{FF2B5EF4-FFF2-40B4-BE49-F238E27FC236}">
                <a16:creationId xmlns:a16="http://schemas.microsoft.com/office/drawing/2014/main" id="{A10681B0-42A9-4990-9D03-3D9FA4B823DC}"/>
              </a:ext>
            </a:extLst>
          </p:cNvPr>
          <p:cNvSpPr/>
          <p:nvPr>
            <p:custDataLst>
              <p:tags r:id="rId342"/>
            </p:custDataLst>
          </p:nvPr>
        </p:nvSpPr>
        <p:spPr bwMode="auto">
          <a:xfrm>
            <a:off x="84328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3" name="Rectangle 2302">
            <a:extLst>
              <a:ext uri="{FF2B5EF4-FFF2-40B4-BE49-F238E27FC236}">
                <a16:creationId xmlns:a16="http://schemas.microsoft.com/office/drawing/2014/main" id="{D641F3C4-A175-4F2E-BFD3-7AFD7D2DE23C}"/>
              </a:ext>
            </a:extLst>
          </p:cNvPr>
          <p:cNvSpPr/>
          <p:nvPr>
            <p:custDataLst>
              <p:tags r:id="rId343"/>
            </p:custDataLst>
          </p:nvPr>
        </p:nvSpPr>
        <p:spPr bwMode="auto">
          <a:xfrm>
            <a:off x="85217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4" name="Rectangle 2303">
            <a:extLst>
              <a:ext uri="{FF2B5EF4-FFF2-40B4-BE49-F238E27FC236}">
                <a16:creationId xmlns:a16="http://schemas.microsoft.com/office/drawing/2014/main" id="{00013FBC-BF3F-42EF-AAD5-36EE4E7C45FA}"/>
              </a:ext>
            </a:extLst>
          </p:cNvPr>
          <p:cNvSpPr/>
          <p:nvPr>
            <p:custDataLst>
              <p:tags r:id="rId344"/>
            </p:custDataLst>
          </p:nvPr>
        </p:nvSpPr>
        <p:spPr bwMode="auto">
          <a:xfrm>
            <a:off x="86106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5" name="Rectangle 2304">
            <a:extLst>
              <a:ext uri="{FF2B5EF4-FFF2-40B4-BE49-F238E27FC236}">
                <a16:creationId xmlns:a16="http://schemas.microsoft.com/office/drawing/2014/main" id="{EBF31CEE-28DA-4CDA-8853-FA716C19593C}"/>
              </a:ext>
            </a:extLst>
          </p:cNvPr>
          <p:cNvSpPr/>
          <p:nvPr>
            <p:custDataLst>
              <p:tags r:id="rId345"/>
            </p:custDataLst>
          </p:nvPr>
        </p:nvSpPr>
        <p:spPr bwMode="auto">
          <a:xfrm>
            <a:off x="86995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6" name="Rectangle 2305">
            <a:extLst>
              <a:ext uri="{FF2B5EF4-FFF2-40B4-BE49-F238E27FC236}">
                <a16:creationId xmlns:a16="http://schemas.microsoft.com/office/drawing/2014/main" id="{05206D6D-E8EB-4BEA-BBCB-3411E236DC3F}"/>
              </a:ext>
            </a:extLst>
          </p:cNvPr>
          <p:cNvSpPr/>
          <p:nvPr>
            <p:custDataLst>
              <p:tags r:id="rId346"/>
            </p:custDataLst>
          </p:nvPr>
        </p:nvSpPr>
        <p:spPr bwMode="auto">
          <a:xfrm>
            <a:off x="87884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7" name="Rectangle 2306">
            <a:extLst>
              <a:ext uri="{FF2B5EF4-FFF2-40B4-BE49-F238E27FC236}">
                <a16:creationId xmlns:a16="http://schemas.microsoft.com/office/drawing/2014/main" id="{3112A073-2715-40A4-A44D-0726EF471B81}"/>
              </a:ext>
            </a:extLst>
          </p:cNvPr>
          <p:cNvSpPr/>
          <p:nvPr>
            <p:custDataLst>
              <p:tags r:id="rId347"/>
            </p:custDataLst>
          </p:nvPr>
        </p:nvSpPr>
        <p:spPr bwMode="auto">
          <a:xfrm>
            <a:off x="89662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8" name="Rectangle 2307">
            <a:extLst>
              <a:ext uri="{FF2B5EF4-FFF2-40B4-BE49-F238E27FC236}">
                <a16:creationId xmlns:a16="http://schemas.microsoft.com/office/drawing/2014/main" id="{B9483124-2833-4E09-867C-093D5767A611}"/>
              </a:ext>
            </a:extLst>
          </p:cNvPr>
          <p:cNvSpPr/>
          <p:nvPr>
            <p:custDataLst>
              <p:tags r:id="rId348"/>
            </p:custDataLst>
          </p:nvPr>
        </p:nvSpPr>
        <p:spPr bwMode="auto">
          <a:xfrm>
            <a:off x="96774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09" name="Rectangle 2308">
            <a:extLst>
              <a:ext uri="{FF2B5EF4-FFF2-40B4-BE49-F238E27FC236}">
                <a16:creationId xmlns:a16="http://schemas.microsoft.com/office/drawing/2014/main" id="{FDECEB48-CFE6-4A15-B278-11CE8DF7A25D}"/>
              </a:ext>
            </a:extLst>
          </p:cNvPr>
          <p:cNvSpPr/>
          <p:nvPr>
            <p:custDataLst>
              <p:tags r:id="rId349"/>
            </p:custDataLst>
          </p:nvPr>
        </p:nvSpPr>
        <p:spPr bwMode="auto">
          <a:xfrm>
            <a:off x="97663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0" name="Rectangle 2309">
            <a:extLst>
              <a:ext uri="{FF2B5EF4-FFF2-40B4-BE49-F238E27FC236}">
                <a16:creationId xmlns:a16="http://schemas.microsoft.com/office/drawing/2014/main" id="{D3A097B1-8BA1-40B2-82AE-3A9F16397391}"/>
              </a:ext>
            </a:extLst>
          </p:cNvPr>
          <p:cNvSpPr/>
          <p:nvPr>
            <p:custDataLst>
              <p:tags r:id="rId350"/>
            </p:custDataLst>
          </p:nvPr>
        </p:nvSpPr>
        <p:spPr bwMode="auto">
          <a:xfrm>
            <a:off x="99441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1" name="Rectangle 2310">
            <a:extLst>
              <a:ext uri="{FF2B5EF4-FFF2-40B4-BE49-F238E27FC236}">
                <a16:creationId xmlns:a16="http://schemas.microsoft.com/office/drawing/2014/main" id="{45BD84A2-D806-43E0-B564-6BC95C762444}"/>
              </a:ext>
            </a:extLst>
          </p:cNvPr>
          <p:cNvSpPr/>
          <p:nvPr>
            <p:custDataLst>
              <p:tags r:id="rId351"/>
            </p:custDataLst>
          </p:nvPr>
        </p:nvSpPr>
        <p:spPr bwMode="auto">
          <a:xfrm>
            <a:off x="100330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2" name="Rectangle 2311">
            <a:extLst>
              <a:ext uri="{FF2B5EF4-FFF2-40B4-BE49-F238E27FC236}">
                <a16:creationId xmlns:a16="http://schemas.microsoft.com/office/drawing/2014/main" id="{75A860D3-2CA0-4598-AF8D-2BE3FF928AE6}"/>
              </a:ext>
            </a:extLst>
          </p:cNvPr>
          <p:cNvSpPr/>
          <p:nvPr>
            <p:custDataLst>
              <p:tags r:id="rId352"/>
            </p:custDataLst>
          </p:nvPr>
        </p:nvSpPr>
        <p:spPr bwMode="auto">
          <a:xfrm>
            <a:off x="102108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3" name="Rectangle 2312">
            <a:extLst>
              <a:ext uri="{FF2B5EF4-FFF2-40B4-BE49-F238E27FC236}">
                <a16:creationId xmlns:a16="http://schemas.microsoft.com/office/drawing/2014/main" id="{45EC9873-82D5-4918-A6B0-1DC24C84FBE1}"/>
              </a:ext>
            </a:extLst>
          </p:cNvPr>
          <p:cNvSpPr/>
          <p:nvPr>
            <p:custDataLst>
              <p:tags r:id="rId353"/>
            </p:custDataLst>
          </p:nvPr>
        </p:nvSpPr>
        <p:spPr bwMode="auto">
          <a:xfrm>
            <a:off x="103886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4" name="Rectangle 2313">
            <a:extLst>
              <a:ext uri="{FF2B5EF4-FFF2-40B4-BE49-F238E27FC236}">
                <a16:creationId xmlns:a16="http://schemas.microsoft.com/office/drawing/2014/main" id="{0624B919-CCC0-45C8-8ABC-E8798ED74B42}"/>
              </a:ext>
            </a:extLst>
          </p:cNvPr>
          <p:cNvSpPr/>
          <p:nvPr>
            <p:custDataLst>
              <p:tags r:id="rId354"/>
            </p:custDataLst>
          </p:nvPr>
        </p:nvSpPr>
        <p:spPr bwMode="auto">
          <a:xfrm>
            <a:off x="104775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5" name="Rectangle 2314">
            <a:extLst>
              <a:ext uri="{FF2B5EF4-FFF2-40B4-BE49-F238E27FC236}">
                <a16:creationId xmlns:a16="http://schemas.microsoft.com/office/drawing/2014/main" id="{E20C22BA-5FFB-415D-8B62-7B01030F0B0C}"/>
              </a:ext>
            </a:extLst>
          </p:cNvPr>
          <p:cNvSpPr/>
          <p:nvPr>
            <p:custDataLst>
              <p:tags r:id="rId355"/>
            </p:custDataLst>
          </p:nvPr>
        </p:nvSpPr>
        <p:spPr bwMode="auto">
          <a:xfrm>
            <a:off x="105664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6" name="Rectangle 2315">
            <a:extLst>
              <a:ext uri="{FF2B5EF4-FFF2-40B4-BE49-F238E27FC236}">
                <a16:creationId xmlns:a16="http://schemas.microsoft.com/office/drawing/2014/main" id="{D62189C3-1632-4223-B74F-8BA9E266ED09}"/>
              </a:ext>
            </a:extLst>
          </p:cNvPr>
          <p:cNvSpPr/>
          <p:nvPr>
            <p:custDataLst>
              <p:tags r:id="rId356"/>
            </p:custDataLst>
          </p:nvPr>
        </p:nvSpPr>
        <p:spPr bwMode="auto">
          <a:xfrm>
            <a:off x="10744200" y="39878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7" name="Rectangle 2316">
            <a:extLst>
              <a:ext uri="{FF2B5EF4-FFF2-40B4-BE49-F238E27FC236}">
                <a16:creationId xmlns:a16="http://schemas.microsoft.com/office/drawing/2014/main" id="{471003D8-CF9E-408B-9EFE-163F87965AE2}"/>
              </a:ext>
            </a:extLst>
          </p:cNvPr>
          <p:cNvSpPr/>
          <p:nvPr>
            <p:custDataLst>
              <p:tags r:id="rId357"/>
            </p:custDataLst>
          </p:nvPr>
        </p:nvSpPr>
        <p:spPr bwMode="auto">
          <a:xfrm>
            <a:off x="82550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8" name="Rectangle 2317">
            <a:extLst>
              <a:ext uri="{FF2B5EF4-FFF2-40B4-BE49-F238E27FC236}">
                <a16:creationId xmlns:a16="http://schemas.microsoft.com/office/drawing/2014/main" id="{D730308E-3895-43FF-A30A-A847A0116E7F}"/>
              </a:ext>
            </a:extLst>
          </p:cNvPr>
          <p:cNvSpPr/>
          <p:nvPr>
            <p:custDataLst>
              <p:tags r:id="rId358"/>
            </p:custDataLst>
          </p:nvPr>
        </p:nvSpPr>
        <p:spPr bwMode="auto">
          <a:xfrm>
            <a:off x="87884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235F6110-E9CE-4288-BA14-F900F15EE4F9}"/>
              </a:ext>
            </a:extLst>
          </p:cNvPr>
          <p:cNvSpPr/>
          <p:nvPr>
            <p:custDataLst>
              <p:tags r:id="rId359"/>
            </p:custDataLst>
          </p:nvPr>
        </p:nvSpPr>
        <p:spPr bwMode="auto">
          <a:xfrm>
            <a:off x="91440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0" name="Rectangle 2319">
            <a:extLst>
              <a:ext uri="{FF2B5EF4-FFF2-40B4-BE49-F238E27FC236}">
                <a16:creationId xmlns:a16="http://schemas.microsoft.com/office/drawing/2014/main" id="{BCBCF29E-B3AA-48A9-AE0E-74330825BF21}"/>
              </a:ext>
            </a:extLst>
          </p:cNvPr>
          <p:cNvSpPr/>
          <p:nvPr>
            <p:custDataLst>
              <p:tags r:id="rId360"/>
            </p:custDataLst>
          </p:nvPr>
        </p:nvSpPr>
        <p:spPr bwMode="auto">
          <a:xfrm>
            <a:off x="92329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1" name="Rectangle 2320">
            <a:extLst>
              <a:ext uri="{FF2B5EF4-FFF2-40B4-BE49-F238E27FC236}">
                <a16:creationId xmlns:a16="http://schemas.microsoft.com/office/drawing/2014/main" id="{47AF5D54-AA34-4A8A-82F0-BC145CDCD16A}"/>
              </a:ext>
            </a:extLst>
          </p:cNvPr>
          <p:cNvSpPr/>
          <p:nvPr>
            <p:custDataLst>
              <p:tags r:id="rId361"/>
            </p:custDataLst>
          </p:nvPr>
        </p:nvSpPr>
        <p:spPr bwMode="auto">
          <a:xfrm>
            <a:off x="94996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2" name="Rectangle 2321">
            <a:extLst>
              <a:ext uri="{FF2B5EF4-FFF2-40B4-BE49-F238E27FC236}">
                <a16:creationId xmlns:a16="http://schemas.microsoft.com/office/drawing/2014/main" id="{EE64966B-DEF7-4DDD-9BF4-5BB16D08E9F8}"/>
              </a:ext>
            </a:extLst>
          </p:cNvPr>
          <p:cNvSpPr/>
          <p:nvPr>
            <p:custDataLst>
              <p:tags r:id="rId362"/>
            </p:custDataLst>
          </p:nvPr>
        </p:nvSpPr>
        <p:spPr bwMode="auto">
          <a:xfrm>
            <a:off x="97663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3" name="Rectangle 2322">
            <a:extLst>
              <a:ext uri="{FF2B5EF4-FFF2-40B4-BE49-F238E27FC236}">
                <a16:creationId xmlns:a16="http://schemas.microsoft.com/office/drawing/2014/main" id="{DD771B50-9907-4D5B-BBB5-62630CD4EEAA}"/>
              </a:ext>
            </a:extLst>
          </p:cNvPr>
          <p:cNvSpPr/>
          <p:nvPr>
            <p:custDataLst>
              <p:tags r:id="rId363"/>
            </p:custDataLst>
          </p:nvPr>
        </p:nvSpPr>
        <p:spPr bwMode="auto">
          <a:xfrm>
            <a:off x="100330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4" name="Rectangle 2323">
            <a:extLst>
              <a:ext uri="{FF2B5EF4-FFF2-40B4-BE49-F238E27FC236}">
                <a16:creationId xmlns:a16="http://schemas.microsoft.com/office/drawing/2014/main" id="{816A2506-6A78-4A62-9511-8A64F40BFC09}"/>
              </a:ext>
            </a:extLst>
          </p:cNvPr>
          <p:cNvSpPr/>
          <p:nvPr>
            <p:custDataLst>
              <p:tags r:id="rId364"/>
            </p:custDataLst>
          </p:nvPr>
        </p:nvSpPr>
        <p:spPr bwMode="auto">
          <a:xfrm>
            <a:off x="103886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5" name="Rectangle 2324">
            <a:extLst>
              <a:ext uri="{FF2B5EF4-FFF2-40B4-BE49-F238E27FC236}">
                <a16:creationId xmlns:a16="http://schemas.microsoft.com/office/drawing/2014/main" id="{3795AD4A-26C9-480A-82CF-B41374E9ECFD}"/>
              </a:ext>
            </a:extLst>
          </p:cNvPr>
          <p:cNvSpPr/>
          <p:nvPr>
            <p:custDataLst>
              <p:tags r:id="rId365"/>
            </p:custDataLst>
          </p:nvPr>
        </p:nvSpPr>
        <p:spPr bwMode="auto">
          <a:xfrm>
            <a:off x="10655300" y="40767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6" name="Rectangle 2325">
            <a:extLst>
              <a:ext uri="{FF2B5EF4-FFF2-40B4-BE49-F238E27FC236}">
                <a16:creationId xmlns:a16="http://schemas.microsoft.com/office/drawing/2014/main" id="{7E3F06E3-5F65-4657-9190-33BC607C92EA}"/>
              </a:ext>
            </a:extLst>
          </p:cNvPr>
          <p:cNvSpPr/>
          <p:nvPr>
            <p:custDataLst>
              <p:tags r:id="rId366"/>
            </p:custDataLst>
          </p:nvPr>
        </p:nvSpPr>
        <p:spPr bwMode="auto">
          <a:xfrm>
            <a:off x="82550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7" name="Rectangle 2326">
            <a:extLst>
              <a:ext uri="{FF2B5EF4-FFF2-40B4-BE49-F238E27FC236}">
                <a16:creationId xmlns:a16="http://schemas.microsoft.com/office/drawing/2014/main" id="{29480725-713F-4E80-BE2A-D9300AF9F06D}"/>
              </a:ext>
            </a:extLst>
          </p:cNvPr>
          <p:cNvSpPr/>
          <p:nvPr>
            <p:custDataLst>
              <p:tags r:id="rId367"/>
            </p:custDataLst>
          </p:nvPr>
        </p:nvSpPr>
        <p:spPr bwMode="auto">
          <a:xfrm>
            <a:off x="84328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8" name="Rectangle 2327">
            <a:extLst>
              <a:ext uri="{FF2B5EF4-FFF2-40B4-BE49-F238E27FC236}">
                <a16:creationId xmlns:a16="http://schemas.microsoft.com/office/drawing/2014/main" id="{8B345AAD-178C-4201-874B-533E762CC8E0}"/>
              </a:ext>
            </a:extLst>
          </p:cNvPr>
          <p:cNvSpPr/>
          <p:nvPr>
            <p:custDataLst>
              <p:tags r:id="rId368"/>
            </p:custDataLst>
          </p:nvPr>
        </p:nvSpPr>
        <p:spPr bwMode="auto">
          <a:xfrm>
            <a:off x="85217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29" name="Rectangle 2328">
            <a:extLst>
              <a:ext uri="{FF2B5EF4-FFF2-40B4-BE49-F238E27FC236}">
                <a16:creationId xmlns:a16="http://schemas.microsoft.com/office/drawing/2014/main" id="{1742959C-3F15-41C8-9FA9-6A6798D510B6}"/>
              </a:ext>
            </a:extLst>
          </p:cNvPr>
          <p:cNvSpPr/>
          <p:nvPr>
            <p:custDataLst>
              <p:tags r:id="rId369"/>
            </p:custDataLst>
          </p:nvPr>
        </p:nvSpPr>
        <p:spPr bwMode="auto">
          <a:xfrm>
            <a:off x="86106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0" name="Rectangle 2329">
            <a:extLst>
              <a:ext uri="{FF2B5EF4-FFF2-40B4-BE49-F238E27FC236}">
                <a16:creationId xmlns:a16="http://schemas.microsoft.com/office/drawing/2014/main" id="{11F7465B-6771-4B56-AFF9-37D8C6DF96F4}"/>
              </a:ext>
            </a:extLst>
          </p:cNvPr>
          <p:cNvSpPr/>
          <p:nvPr>
            <p:custDataLst>
              <p:tags r:id="rId370"/>
            </p:custDataLst>
          </p:nvPr>
        </p:nvSpPr>
        <p:spPr bwMode="auto">
          <a:xfrm>
            <a:off x="87884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1" name="Rectangle 2330">
            <a:extLst>
              <a:ext uri="{FF2B5EF4-FFF2-40B4-BE49-F238E27FC236}">
                <a16:creationId xmlns:a16="http://schemas.microsoft.com/office/drawing/2014/main" id="{3D379285-A162-496B-AFA2-DE86FD82EEDA}"/>
              </a:ext>
            </a:extLst>
          </p:cNvPr>
          <p:cNvSpPr/>
          <p:nvPr>
            <p:custDataLst>
              <p:tags r:id="rId371"/>
            </p:custDataLst>
          </p:nvPr>
        </p:nvSpPr>
        <p:spPr bwMode="auto">
          <a:xfrm>
            <a:off x="89662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2" name="Rectangle 2331">
            <a:extLst>
              <a:ext uri="{FF2B5EF4-FFF2-40B4-BE49-F238E27FC236}">
                <a16:creationId xmlns:a16="http://schemas.microsoft.com/office/drawing/2014/main" id="{E99BC380-FAF4-4AB8-AF30-3A9ADACFAE39}"/>
              </a:ext>
            </a:extLst>
          </p:cNvPr>
          <p:cNvSpPr/>
          <p:nvPr>
            <p:custDataLst>
              <p:tags r:id="rId372"/>
            </p:custDataLst>
          </p:nvPr>
        </p:nvSpPr>
        <p:spPr bwMode="auto">
          <a:xfrm>
            <a:off x="91440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3" name="Rectangle 2332">
            <a:extLst>
              <a:ext uri="{FF2B5EF4-FFF2-40B4-BE49-F238E27FC236}">
                <a16:creationId xmlns:a16="http://schemas.microsoft.com/office/drawing/2014/main" id="{BC01DFEA-AFB5-4A21-8CE5-CC1ECECEDBFD}"/>
              </a:ext>
            </a:extLst>
          </p:cNvPr>
          <p:cNvSpPr/>
          <p:nvPr>
            <p:custDataLst>
              <p:tags r:id="rId373"/>
            </p:custDataLst>
          </p:nvPr>
        </p:nvSpPr>
        <p:spPr bwMode="auto">
          <a:xfrm>
            <a:off x="92329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4" name="Rectangle 2333">
            <a:extLst>
              <a:ext uri="{FF2B5EF4-FFF2-40B4-BE49-F238E27FC236}">
                <a16:creationId xmlns:a16="http://schemas.microsoft.com/office/drawing/2014/main" id="{00E0AAA3-C3D2-453F-B08A-4E59AF488543}"/>
              </a:ext>
            </a:extLst>
          </p:cNvPr>
          <p:cNvSpPr/>
          <p:nvPr>
            <p:custDataLst>
              <p:tags r:id="rId374"/>
            </p:custDataLst>
          </p:nvPr>
        </p:nvSpPr>
        <p:spPr bwMode="auto">
          <a:xfrm>
            <a:off x="93218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5" name="Rectangle 2334">
            <a:extLst>
              <a:ext uri="{FF2B5EF4-FFF2-40B4-BE49-F238E27FC236}">
                <a16:creationId xmlns:a16="http://schemas.microsoft.com/office/drawing/2014/main" id="{EE2A1556-722E-4908-9584-B74CEB25FE04}"/>
              </a:ext>
            </a:extLst>
          </p:cNvPr>
          <p:cNvSpPr/>
          <p:nvPr>
            <p:custDataLst>
              <p:tags r:id="rId375"/>
            </p:custDataLst>
          </p:nvPr>
        </p:nvSpPr>
        <p:spPr bwMode="auto">
          <a:xfrm>
            <a:off x="94107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6" name="Rectangle 2335">
            <a:extLst>
              <a:ext uri="{FF2B5EF4-FFF2-40B4-BE49-F238E27FC236}">
                <a16:creationId xmlns:a16="http://schemas.microsoft.com/office/drawing/2014/main" id="{2BA76AC7-07B3-4C1E-8A5E-21C3827410BE}"/>
              </a:ext>
            </a:extLst>
          </p:cNvPr>
          <p:cNvSpPr/>
          <p:nvPr>
            <p:custDataLst>
              <p:tags r:id="rId376"/>
            </p:custDataLst>
          </p:nvPr>
        </p:nvSpPr>
        <p:spPr bwMode="auto">
          <a:xfrm>
            <a:off x="94996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7" name="Rectangle 2336">
            <a:extLst>
              <a:ext uri="{FF2B5EF4-FFF2-40B4-BE49-F238E27FC236}">
                <a16:creationId xmlns:a16="http://schemas.microsoft.com/office/drawing/2014/main" id="{BB46B4EA-8904-46DF-A2AC-9F6C5FF1E0AD}"/>
              </a:ext>
            </a:extLst>
          </p:cNvPr>
          <p:cNvSpPr/>
          <p:nvPr>
            <p:custDataLst>
              <p:tags r:id="rId377"/>
            </p:custDataLst>
          </p:nvPr>
        </p:nvSpPr>
        <p:spPr bwMode="auto">
          <a:xfrm>
            <a:off x="95885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8" name="Rectangle 2337">
            <a:extLst>
              <a:ext uri="{FF2B5EF4-FFF2-40B4-BE49-F238E27FC236}">
                <a16:creationId xmlns:a16="http://schemas.microsoft.com/office/drawing/2014/main" id="{0913566A-1615-45C8-AFE2-521610A6EB21}"/>
              </a:ext>
            </a:extLst>
          </p:cNvPr>
          <p:cNvSpPr/>
          <p:nvPr>
            <p:custDataLst>
              <p:tags r:id="rId378"/>
            </p:custDataLst>
          </p:nvPr>
        </p:nvSpPr>
        <p:spPr bwMode="auto">
          <a:xfrm>
            <a:off x="96774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39" name="Rectangle 2338">
            <a:extLst>
              <a:ext uri="{FF2B5EF4-FFF2-40B4-BE49-F238E27FC236}">
                <a16:creationId xmlns:a16="http://schemas.microsoft.com/office/drawing/2014/main" id="{53FA224A-23AE-431E-A761-424F7BF30C66}"/>
              </a:ext>
            </a:extLst>
          </p:cNvPr>
          <p:cNvSpPr/>
          <p:nvPr>
            <p:custDataLst>
              <p:tags r:id="rId379"/>
            </p:custDataLst>
          </p:nvPr>
        </p:nvSpPr>
        <p:spPr bwMode="auto">
          <a:xfrm>
            <a:off x="98552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0" name="Rectangle 2339">
            <a:extLst>
              <a:ext uri="{FF2B5EF4-FFF2-40B4-BE49-F238E27FC236}">
                <a16:creationId xmlns:a16="http://schemas.microsoft.com/office/drawing/2014/main" id="{BDB16391-60E4-43EB-9D0D-534F69589A18}"/>
              </a:ext>
            </a:extLst>
          </p:cNvPr>
          <p:cNvSpPr/>
          <p:nvPr>
            <p:custDataLst>
              <p:tags r:id="rId380"/>
            </p:custDataLst>
          </p:nvPr>
        </p:nvSpPr>
        <p:spPr bwMode="auto">
          <a:xfrm>
            <a:off x="99441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1" name="Rectangle 2340">
            <a:extLst>
              <a:ext uri="{FF2B5EF4-FFF2-40B4-BE49-F238E27FC236}">
                <a16:creationId xmlns:a16="http://schemas.microsoft.com/office/drawing/2014/main" id="{5AD985F6-5AD0-4F0D-A225-DA8395B94D6F}"/>
              </a:ext>
            </a:extLst>
          </p:cNvPr>
          <p:cNvSpPr/>
          <p:nvPr>
            <p:custDataLst>
              <p:tags r:id="rId381"/>
            </p:custDataLst>
          </p:nvPr>
        </p:nvSpPr>
        <p:spPr bwMode="auto">
          <a:xfrm>
            <a:off x="100330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2" name="Rectangle 2341">
            <a:extLst>
              <a:ext uri="{FF2B5EF4-FFF2-40B4-BE49-F238E27FC236}">
                <a16:creationId xmlns:a16="http://schemas.microsoft.com/office/drawing/2014/main" id="{AF8EB198-35B7-402E-A00C-B812E9C5E8D2}"/>
              </a:ext>
            </a:extLst>
          </p:cNvPr>
          <p:cNvSpPr/>
          <p:nvPr>
            <p:custDataLst>
              <p:tags r:id="rId382"/>
            </p:custDataLst>
          </p:nvPr>
        </p:nvSpPr>
        <p:spPr bwMode="auto">
          <a:xfrm>
            <a:off x="101219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3" name="Rectangle 2342">
            <a:extLst>
              <a:ext uri="{FF2B5EF4-FFF2-40B4-BE49-F238E27FC236}">
                <a16:creationId xmlns:a16="http://schemas.microsoft.com/office/drawing/2014/main" id="{EE46AC96-3587-431B-AA6B-14F1BAC75564}"/>
              </a:ext>
            </a:extLst>
          </p:cNvPr>
          <p:cNvSpPr/>
          <p:nvPr>
            <p:custDataLst>
              <p:tags r:id="rId383"/>
            </p:custDataLst>
          </p:nvPr>
        </p:nvSpPr>
        <p:spPr bwMode="auto">
          <a:xfrm>
            <a:off x="102108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4" name="Rectangle 2343">
            <a:extLst>
              <a:ext uri="{FF2B5EF4-FFF2-40B4-BE49-F238E27FC236}">
                <a16:creationId xmlns:a16="http://schemas.microsoft.com/office/drawing/2014/main" id="{BACEF514-9EEB-424C-ADE9-57281C6C0E65}"/>
              </a:ext>
            </a:extLst>
          </p:cNvPr>
          <p:cNvSpPr/>
          <p:nvPr>
            <p:custDataLst>
              <p:tags r:id="rId384"/>
            </p:custDataLst>
          </p:nvPr>
        </p:nvSpPr>
        <p:spPr bwMode="auto">
          <a:xfrm>
            <a:off x="102997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5" name="Rectangle 2344">
            <a:extLst>
              <a:ext uri="{FF2B5EF4-FFF2-40B4-BE49-F238E27FC236}">
                <a16:creationId xmlns:a16="http://schemas.microsoft.com/office/drawing/2014/main" id="{2B1A1214-4CC9-4E86-A0FA-BBBA7137841A}"/>
              </a:ext>
            </a:extLst>
          </p:cNvPr>
          <p:cNvSpPr/>
          <p:nvPr>
            <p:custDataLst>
              <p:tags r:id="rId385"/>
            </p:custDataLst>
          </p:nvPr>
        </p:nvSpPr>
        <p:spPr bwMode="auto">
          <a:xfrm>
            <a:off x="103886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6" name="Rectangle 2345">
            <a:extLst>
              <a:ext uri="{FF2B5EF4-FFF2-40B4-BE49-F238E27FC236}">
                <a16:creationId xmlns:a16="http://schemas.microsoft.com/office/drawing/2014/main" id="{6B601CF5-D6E7-4CAF-99BD-16CF51EE9344}"/>
              </a:ext>
            </a:extLst>
          </p:cNvPr>
          <p:cNvSpPr/>
          <p:nvPr>
            <p:custDataLst>
              <p:tags r:id="rId386"/>
            </p:custDataLst>
          </p:nvPr>
        </p:nvSpPr>
        <p:spPr bwMode="auto">
          <a:xfrm>
            <a:off x="104775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7" name="Rectangle 2346">
            <a:extLst>
              <a:ext uri="{FF2B5EF4-FFF2-40B4-BE49-F238E27FC236}">
                <a16:creationId xmlns:a16="http://schemas.microsoft.com/office/drawing/2014/main" id="{3F60532A-1BCB-4D0A-A6AA-37ACB14C74C1}"/>
              </a:ext>
            </a:extLst>
          </p:cNvPr>
          <p:cNvSpPr/>
          <p:nvPr>
            <p:custDataLst>
              <p:tags r:id="rId387"/>
            </p:custDataLst>
          </p:nvPr>
        </p:nvSpPr>
        <p:spPr bwMode="auto">
          <a:xfrm>
            <a:off x="10655300" y="41656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8" name="Rectangle 2347">
            <a:extLst>
              <a:ext uri="{FF2B5EF4-FFF2-40B4-BE49-F238E27FC236}">
                <a16:creationId xmlns:a16="http://schemas.microsoft.com/office/drawing/2014/main" id="{E7E0081F-42C4-42AB-80E8-7844B6BC1B2C}"/>
              </a:ext>
            </a:extLst>
          </p:cNvPr>
          <p:cNvSpPr/>
          <p:nvPr>
            <p:custDataLst>
              <p:tags r:id="rId388"/>
            </p:custDataLst>
          </p:nvPr>
        </p:nvSpPr>
        <p:spPr bwMode="auto">
          <a:xfrm>
            <a:off x="82550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49" name="Rectangle 2348">
            <a:extLst>
              <a:ext uri="{FF2B5EF4-FFF2-40B4-BE49-F238E27FC236}">
                <a16:creationId xmlns:a16="http://schemas.microsoft.com/office/drawing/2014/main" id="{3018C8C0-4315-4278-BD81-6F617622371F}"/>
              </a:ext>
            </a:extLst>
          </p:cNvPr>
          <p:cNvSpPr/>
          <p:nvPr>
            <p:custDataLst>
              <p:tags r:id="rId389"/>
            </p:custDataLst>
          </p:nvPr>
        </p:nvSpPr>
        <p:spPr bwMode="auto">
          <a:xfrm>
            <a:off x="84328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0" name="Rectangle 2349">
            <a:extLst>
              <a:ext uri="{FF2B5EF4-FFF2-40B4-BE49-F238E27FC236}">
                <a16:creationId xmlns:a16="http://schemas.microsoft.com/office/drawing/2014/main" id="{2FF3CB7D-DAB9-4131-9AE2-52FEFB28A07C}"/>
              </a:ext>
            </a:extLst>
          </p:cNvPr>
          <p:cNvSpPr/>
          <p:nvPr>
            <p:custDataLst>
              <p:tags r:id="rId390"/>
            </p:custDataLst>
          </p:nvPr>
        </p:nvSpPr>
        <p:spPr bwMode="auto">
          <a:xfrm>
            <a:off x="85217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1" name="Rectangle 2350">
            <a:extLst>
              <a:ext uri="{FF2B5EF4-FFF2-40B4-BE49-F238E27FC236}">
                <a16:creationId xmlns:a16="http://schemas.microsoft.com/office/drawing/2014/main" id="{AE1C014D-1185-41AB-9B49-32AAB80E499B}"/>
              </a:ext>
            </a:extLst>
          </p:cNvPr>
          <p:cNvSpPr/>
          <p:nvPr>
            <p:custDataLst>
              <p:tags r:id="rId391"/>
            </p:custDataLst>
          </p:nvPr>
        </p:nvSpPr>
        <p:spPr bwMode="auto">
          <a:xfrm>
            <a:off x="86106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2" name="Rectangle 2351">
            <a:extLst>
              <a:ext uri="{FF2B5EF4-FFF2-40B4-BE49-F238E27FC236}">
                <a16:creationId xmlns:a16="http://schemas.microsoft.com/office/drawing/2014/main" id="{9B99E3E0-F1A0-40FC-8160-2049D9C3AAB8}"/>
              </a:ext>
            </a:extLst>
          </p:cNvPr>
          <p:cNvSpPr/>
          <p:nvPr>
            <p:custDataLst>
              <p:tags r:id="rId392"/>
            </p:custDataLst>
          </p:nvPr>
        </p:nvSpPr>
        <p:spPr bwMode="auto">
          <a:xfrm>
            <a:off x="87884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3" name="Rectangle 2352">
            <a:extLst>
              <a:ext uri="{FF2B5EF4-FFF2-40B4-BE49-F238E27FC236}">
                <a16:creationId xmlns:a16="http://schemas.microsoft.com/office/drawing/2014/main" id="{18FE107B-6949-4F29-9CB8-D5FBD1910D57}"/>
              </a:ext>
            </a:extLst>
          </p:cNvPr>
          <p:cNvSpPr/>
          <p:nvPr>
            <p:custDataLst>
              <p:tags r:id="rId393"/>
            </p:custDataLst>
          </p:nvPr>
        </p:nvSpPr>
        <p:spPr bwMode="auto">
          <a:xfrm>
            <a:off x="91440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4" name="Rectangle 2353">
            <a:extLst>
              <a:ext uri="{FF2B5EF4-FFF2-40B4-BE49-F238E27FC236}">
                <a16:creationId xmlns:a16="http://schemas.microsoft.com/office/drawing/2014/main" id="{238D6589-D76F-4875-B538-3373F1A19673}"/>
              </a:ext>
            </a:extLst>
          </p:cNvPr>
          <p:cNvSpPr/>
          <p:nvPr>
            <p:custDataLst>
              <p:tags r:id="rId394"/>
            </p:custDataLst>
          </p:nvPr>
        </p:nvSpPr>
        <p:spPr bwMode="auto">
          <a:xfrm>
            <a:off x="92329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5" name="Rectangle 2354">
            <a:extLst>
              <a:ext uri="{FF2B5EF4-FFF2-40B4-BE49-F238E27FC236}">
                <a16:creationId xmlns:a16="http://schemas.microsoft.com/office/drawing/2014/main" id="{FC2C42D9-1857-400A-AE4B-C0F91FA3E34E}"/>
              </a:ext>
            </a:extLst>
          </p:cNvPr>
          <p:cNvSpPr/>
          <p:nvPr>
            <p:custDataLst>
              <p:tags r:id="rId395"/>
            </p:custDataLst>
          </p:nvPr>
        </p:nvSpPr>
        <p:spPr bwMode="auto">
          <a:xfrm>
            <a:off x="93218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6" name="Rectangle 2355">
            <a:extLst>
              <a:ext uri="{FF2B5EF4-FFF2-40B4-BE49-F238E27FC236}">
                <a16:creationId xmlns:a16="http://schemas.microsoft.com/office/drawing/2014/main" id="{2868C877-70CF-41F6-97AC-2B4CB02379D4}"/>
              </a:ext>
            </a:extLst>
          </p:cNvPr>
          <p:cNvSpPr/>
          <p:nvPr>
            <p:custDataLst>
              <p:tags r:id="rId396"/>
            </p:custDataLst>
          </p:nvPr>
        </p:nvSpPr>
        <p:spPr bwMode="auto">
          <a:xfrm>
            <a:off x="97663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7" name="Rectangle 2356">
            <a:extLst>
              <a:ext uri="{FF2B5EF4-FFF2-40B4-BE49-F238E27FC236}">
                <a16:creationId xmlns:a16="http://schemas.microsoft.com/office/drawing/2014/main" id="{483D56FC-9D0C-41DD-B3FF-D95BB78C9E95}"/>
              </a:ext>
            </a:extLst>
          </p:cNvPr>
          <p:cNvSpPr/>
          <p:nvPr>
            <p:custDataLst>
              <p:tags r:id="rId397"/>
            </p:custDataLst>
          </p:nvPr>
        </p:nvSpPr>
        <p:spPr bwMode="auto">
          <a:xfrm>
            <a:off x="98552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8" name="Rectangle 2357">
            <a:extLst>
              <a:ext uri="{FF2B5EF4-FFF2-40B4-BE49-F238E27FC236}">
                <a16:creationId xmlns:a16="http://schemas.microsoft.com/office/drawing/2014/main" id="{D3DA3905-459E-401D-90D6-E04C29D975F2}"/>
              </a:ext>
            </a:extLst>
          </p:cNvPr>
          <p:cNvSpPr/>
          <p:nvPr>
            <p:custDataLst>
              <p:tags r:id="rId398"/>
            </p:custDataLst>
          </p:nvPr>
        </p:nvSpPr>
        <p:spPr bwMode="auto">
          <a:xfrm>
            <a:off x="99441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59" name="Rectangle 2358">
            <a:extLst>
              <a:ext uri="{FF2B5EF4-FFF2-40B4-BE49-F238E27FC236}">
                <a16:creationId xmlns:a16="http://schemas.microsoft.com/office/drawing/2014/main" id="{265D0B42-0231-4C2F-950F-035CF423B82A}"/>
              </a:ext>
            </a:extLst>
          </p:cNvPr>
          <p:cNvSpPr/>
          <p:nvPr>
            <p:custDataLst>
              <p:tags r:id="rId399"/>
            </p:custDataLst>
          </p:nvPr>
        </p:nvSpPr>
        <p:spPr bwMode="auto">
          <a:xfrm>
            <a:off x="100330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0" name="Rectangle 2359">
            <a:extLst>
              <a:ext uri="{FF2B5EF4-FFF2-40B4-BE49-F238E27FC236}">
                <a16:creationId xmlns:a16="http://schemas.microsoft.com/office/drawing/2014/main" id="{E82C77A3-19A2-4432-B41A-10B54488BB79}"/>
              </a:ext>
            </a:extLst>
          </p:cNvPr>
          <p:cNvSpPr/>
          <p:nvPr>
            <p:custDataLst>
              <p:tags r:id="rId400"/>
            </p:custDataLst>
          </p:nvPr>
        </p:nvSpPr>
        <p:spPr bwMode="auto">
          <a:xfrm>
            <a:off x="101219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1" name="Rectangle 2360">
            <a:extLst>
              <a:ext uri="{FF2B5EF4-FFF2-40B4-BE49-F238E27FC236}">
                <a16:creationId xmlns:a16="http://schemas.microsoft.com/office/drawing/2014/main" id="{794231CA-C22C-408C-B772-CC146AB7AD46}"/>
              </a:ext>
            </a:extLst>
          </p:cNvPr>
          <p:cNvSpPr/>
          <p:nvPr>
            <p:custDataLst>
              <p:tags r:id="rId401"/>
            </p:custDataLst>
          </p:nvPr>
        </p:nvSpPr>
        <p:spPr bwMode="auto">
          <a:xfrm>
            <a:off x="10655300" y="42545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751FB461-D869-45AE-A9BA-A09619F13D0D}"/>
              </a:ext>
            </a:extLst>
          </p:cNvPr>
          <p:cNvSpPr/>
          <p:nvPr>
            <p:custDataLst>
              <p:tags r:id="rId402"/>
            </p:custDataLst>
          </p:nvPr>
        </p:nvSpPr>
        <p:spPr bwMode="auto">
          <a:xfrm>
            <a:off x="82550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3" name="Rectangle 2362">
            <a:extLst>
              <a:ext uri="{FF2B5EF4-FFF2-40B4-BE49-F238E27FC236}">
                <a16:creationId xmlns:a16="http://schemas.microsoft.com/office/drawing/2014/main" id="{CFAFCFAA-8156-4070-A97B-B395DF3D4624}"/>
              </a:ext>
            </a:extLst>
          </p:cNvPr>
          <p:cNvSpPr/>
          <p:nvPr>
            <p:custDataLst>
              <p:tags r:id="rId403"/>
            </p:custDataLst>
          </p:nvPr>
        </p:nvSpPr>
        <p:spPr bwMode="auto">
          <a:xfrm>
            <a:off x="84328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4" name="Rectangle 2363">
            <a:extLst>
              <a:ext uri="{FF2B5EF4-FFF2-40B4-BE49-F238E27FC236}">
                <a16:creationId xmlns:a16="http://schemas.microsoft.com/office/drawing/2014/main" id="{E5103946-5E62-4F34-A230-B48E2CB85B49}"/>
              </a:ext>
            </a:extLst>
          </p:cNvPr>
          <p:cNvSpPr/>
          <p:nvPr>
            <p:custDataLst>
              <p:tags r:id="rId404"/>
            </p:custDataLst>
          </p:nvPr>
        </p:nvSpPr>
        <p:spPr bwMode="auto">
          <a:xfrm>
            <a:off x="85217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5" name="Rectangle 2364">
            <a:extLst>
              <a:ext uri="{FF2B5EF4-FFF2-40B4-BE49-F238E27FC236}">
                <a16:creationId xmlns:a16="http://schemas.microsoft.com/office/drawing/2014/main" id="{B3063A94-7D32-4147-8DB8-D5F6AD83004C}"/>
              </a:ext>
            </a:extLst>
          </p:cNvPr>
          <p:cNvSpPr/>
          <p:nvPr>
            <p:custDataLst>
              <p:tags r:id="rId405"/>
            </p:custDataLst>
          </p:nvPr>
        </p:nvSpPr>
        <p:spPr bwMode="auto">
          <a:xfrm>
            <a:off x="86106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6" name="Rectangle 2365">
            <a:extLst>
              <a:ext uri="{FF2B5EF4-FFF2-40B4-BE49-F238E27FC236}">
                <a16:creationId xmlns:a16="http://schemas.microsoft.com/office/drawing/2014/main" id="{CFD58939-55FA-4A85-9AD2-7792D73F0AC3}"/>
              </a:ext>
            </a:extLst>
          </p:cNvPr>
          <p:cNvSpPr/>
          <p:nvPr>
            <p:custDataLst>
              <p:tags r:id="rId406"/>
            </p:custDataLst>
          </p:nvPr>
        </p:nvSpPr>
        <p:spPr bwMode="auto">
          <a:xfrm>
            <a:off x="87884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7" name="Rectangle 2366">
            <a:extLst>
              <a:ext uri="{FF2B5EF4-FFF2-40B4-BE49-F238E27FC236}">
                <a16:creationId xmlns:a16="http://schemas.microsoft.com/office/drawing/2014/main" id="{01C24A9D-CA1F-4FFD-9CA3-6BB3B860303F}"/>
              </a:ext>
            </a:extLst>
          </p:cNvPr>
          <p:cNvSpPr/>
          <p:nvPr>
            <p:custDataLst>
              <p:tags r:id="rId407"/>
            </p:custDataLst>
          </p:nvPr>
        </p:nvSpPr>
        <p:spPr bwMode="auto">
          <a:xfrm>
            <a:off x="90551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8" name="Rectangle 2367">
            <a:extLst>
              <a:ext uri="{FF2B5EF4-FFF2-40B4-BE49-F238E27FC236}">
                <a16:creationId xmlns:a16="http://schemas.microsoft.com/office/drawing/2014/main" id="{08F6A0E5-29A6-43C5-AEEB-23B395F3B6E1}"/>
              </a:ext>
            </a:extLst>
          </p:cNvPr>
          <p:cNvSpPr/>
          <p:nvPr>
            <p:custDataLst>
              <p:tags r:id="rId408"/>
            </p:custDataLst>
          </p:nvPr>
        </p:nvSpPr>
        <p:spPr bwMode="auto">
          <a:xfrm>
            <a:off x="91440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69" name="Rectangle 2368">
            <a:extLst>
              <a:ext uri="{FF2B5EF4-FFF2-40B4-BE49-F238E27FC236}">
                <a16:creationId xmlns:a16="http://schemas.microsoft.com/office/drawing/2014/main" id="{6DC37652-7500-406E-9FA3-283D9881E124}"/>
              </a:ext>
            </a:extLst>
          </p:cNvPr>
          <p:cNvSpPr/>
          <p:nvPr>
            <p:custDataLst>
              <p:tags r:id="rId409"/>
            </p:custDataLst>
          </p:nvPr>
        </p:nvSpPr>
        <p:spPr bwMode="auto">
          <a:xfrm>
            <a:off x="93218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0" name="Rectangle 2369">
            <a:extLst>
              <a:ext uri="{FF2B5EF4-FFF2-40B4-BE49-F238E27FC236}">
                <a16:creationId xmlns:a16="http://schemas.microsoft.com/office/drawing/2014/main" id="{1A0C89A8-767E-40CA-A264-DA280074D278}"/>
              </a:ext>
            </a:extLst>
          </p:cNvPr>
          <p:cNvSpPr/>
          <p:nvPr>
            <p:custDataLst>
              <p:tags r:id="rId410"/>
            </p:custDataLst>
          </p:nvPr>
        </p:nvSpPr>
        <p:spPr bwMode="auto">
          <a:xfrm>
            <a:off x="95885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1" name="Rectangle 2370">
            <a:extLst>
              <a:ext uri="{FF2B5EF4-FFF2-40B4-BE49-F238E27FC236}">
                <a16:creationId xmlns:a16="http://schemas.microsoft.com/office/drawing/2014/main" id="{0EFD0440-D7CD-4F1A-B976-121999AC29CA}"/>
              </a:ext>
            </a:extLst>
          </p:cNvPr>
          <p:cNvSpPr/>
          <p:nvPr>
            <p:custDataLst>
              <p:tags r:id="rId411"/>
            </p:custDataLst>
          </p:nvPr>
        </p:nvSpPr>
        <p:spPr bwMode="auto">
          <a:xfrm>
            <a:off x="98552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2" name="Rectangle 2371">
            <a:extLst>
              <a:ext uri="{FF2B5EF4-FFF2-40B4-BE49-F238E27FC236}">
                <a16:creationId xmlns:a16="http://schemas.microsoft.com/office/drawing/2014/main" id="{72CB3928-B995-4BB5-93F8-B2F9557DB6F6}"/>
              </a:ext>
            </a:extLst>
          </p:cNvPr>
          <p:cNvSpPr/>
          <p:nvPr>
            <p:custDataLst>
              <p:tags r:id="rId412"/>
            </p:custDataLst>
          </p:nvPr>
        </p:nvSpPr>
        <p:spPr bwMode="auto">
          <a:xfrm>
            <a:off x="104775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3" name="Rectangle 2372">
            <a:extLst>
              <a:ext uri="{FF2B5EF4-FFF2-40B4-BE49-F238E27FC236}">
                <a16:creationId xmlns:a16="http://schemas.microsoft.com/office/drawing/2014/main" id="{251088CE-EAAC-4590-A5C6-002EFA11C4C5}"/>
              </a:ext>
            </a:extLst>
          </p:cNvPr>
          <p:cNvSpPr/>
          <p:nvPr>
            <p:custDataLst>
              <p:tags r:id="rId413"/>
            </p:custDataLst>
          </p:nvPr>
        </p:nvSpPr>
        <p:spPr bwMode="auto">
          <a:xfrm>
            <a:off x="105664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4" name="Rectangle 2373">
            <a:extLst>
              <a:ext uri="{FF2B5EF4-FFF2-40B4-BE49-F238E27FC236}">
                <a16:creationId xmlns:a16="http://schemas.microsoft.com/office/drawing/2014/main" id="{DDCC53C6-28B6-469A-AC6B-0CD4C6E49B9A}"/>
              </a:ext>
            </a:extLst>
          </p:cNvPr>
          <p:cNvSpPr/>
          <p:nvPr>
            <p:custDataLst>
              <p:tags r:id="rId414"/>
            </p:custDataLst>
          </p:nvPr>
        </p:nvSpPr>
        <p:spPr bwMode="auto">
          <a:xfrm>
            <a:off x="106553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5" name="Rectangle 2374">
            <a:extLst>
              <a:ext uri="{FF2B5EF4-FFF2-40B4-BE49-F238E27FC236}">
                <a16:creationId xmlns:a16="http://schemas.microsoft.com/office/drawing/2014/main" id="{702BB101-A760-47CB-8CEC-9FBB1CE10115}"/>
              </a:ext>
            </a:extLst>
          </p:cNvPr>
          <p:cNvSpPr/>
          <p:nvPr>
            <p:custDataLst>
              <p:tags r:id="rId415"/>
            </p:custDataLst>
          </p:nvPr>
        </p:nvSpPr>
        <p:spPr bwMode="auto">
          <a:xfrm>
            <a:off x="10744200" y="43434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6" name="Rectangle 2375">
            <a:extLst>
              <a:ext uri="{FF2B5EF4-FFF2-40B4-BE49-F238E27FC236}">
                <a16:creationId xmlns:a16="http://schemas.microsoft.com/office/drawing/2014/main" id="{8462E498-FDFB-496D-A613-AAB09E05B3C7}"/>
              </a:ext>
            </a:extLst>
          </p:cNvPr>
          <p:cNvSpPr/>
          <p:nvPr>
            <p:custDataLst>
              <p:tags r:id="rId416"/>
            </p:custDataLst>
          </p:nvPr>
        </p:nvSpPr>
        <p:spPr bwMode="auto">
          <a:xfrm>
            <a:off x="82550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7" name="Rectangle 2376">
            <a:extLst>
              <a:ext uri="{FF2B5EF4-FFF2-40B4-BE49-F238E27FC236}">
                <a16:creationId xmlns:a16="http://schemas.microsoft.com/office/drawing/2014/main" id="{E6D3956A-2001-4DF1-A87A-5F1C5090D4F3}"/>
              </a:ext>
            </a:extLst>
          </p:cNvPr>
          <p:cNvSpPr/>
          <p:nvPr>
            <p:custDataLst>
              <p:tags r:id="rId417"/>
            </p:custDataLst>
          </p:nvPr>
        </p:nvSpPr>
        <p:spPr bwMode="auto">
          <a:xfrm>
            <a:off x="87884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8" name="Rectangle 2377">
            <a:extLst>
              <a:ext uri="{FF2B5EF4-FFF2-40B4-BE49-F238E27FC236}">
                <a16:creationId xmlns:a16="http://schemas.microsoft.com/office/drawing/2014/main" id="{35E36A00-1E65-4313-85DF-19FE58BE7826}"/>
              </a:ext>
            </a:extLst>
          </p:cNvPr>
          <p:cNvSpPr/>
          <p:nvPr>
            <p:custDataLst>
              <p:tags r:id="rId418"/>
            </p:custDataLst>
          </p:nvPr>
        </p:nvSpPr>
        <p:spPr bwMode="auto">
          <a:xfrm>
            <a:off x="90551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79" name="Rectangle 2378">
            <a:extLst>
              <a:ext uri="{FF2B5EF4-FFF2-40B4-BE49-F238E27FC236}">
                <a16:creationId xmlns:a16="http://schemas.microsoft.com/office/drawing/2014/main" id="{7DBE0C55-F38C-4A8A-A886-1FEB816380C5}"/>
              </a:ext>
            </a:extLst>
          </p:cNvPr>
          <p:cNvSpPr/>
          <p:nvPr>
            <p:custDataLst>
              <p:tags r:id="rId419"/>
            </p:custDataLst>
          </p:nvPr>
        </p:nvSpPr>
        <p:spPr bwMode="auto">
          <a:xfrm>
            <a:off x="94996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0" name="Rectangle 2379">
            <a:extLst>
              <a:ext uri="{FF2B5EF4-FFF2-40B4-BE49-F238E27FC236}">
                <a16:creationId xmlns:a16="http://schemas.microsoft.com/office/drawing/2014/main" id="{B3D7D8D3-D8B3-4E68-AEAA-92DA00E477F8}"/>
              </a:ext>
            </a:extLst>
          </p:cNvPr>
          <p:cNvSpPr/>
          <p:nvPr>
            <p:custDataLst>
              <p:tags r:id="rId420"/>
            </p:custDataLst>
          </p:nvPr>
        </p:nvSpPr>
        <p:spPr bwMode="auto">
          <a:xfrm>
            <a:off x="95885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1" name="Rectangle 2380">
            <a:extLst>
              <a:ext uri="{FF2B5EF4-FFF2-40B4-BE49-F238E27FC236}">
                <a16:creationId xmlns:a16="http://schemas.microsoft.com/office/drawing/2014/main" id="{0E5C6E9F-5637-4EA8-90E5-A06668D602E8}"/>
              </a:ext>
            </a:extLst>
          </p:cNvPr>
          <p:cNvSpPr/>
          <p:nvPr>
            <p:custDataLst>
              <p:tags r:id="rId421"/>
            </p:custDataLst>
          </p:nvPr>
        </p:nvSpPr>
        <p:spPr bwMode="auto">
          <a:xfrm>
            <a:off x="96774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2" name="Rectangle 2381">
            <a:extLst>
              <a:ext uri="{FF2B5EF4-FFF2-40B4-BE49-F238E27FC236}">
                <a16:creationId xmlns:a16="http://schemas.microsoft.com/office/drawing/2014/main" id="{55124841-EDD7-4D3B-B201-966E4E9073FD}"/>
              </a:ext>
            </a:extLst>
          </p:cNvPr>
          <p:cNvSpPr/>
          <p:nvPr>
            <p:custDataLst>
              <p:tags r:id="rId422"/>
            </p:custDataLst>
          </p:nvPr>
        </p:nvSpPr>
        <p:spPr bwMode="auto">
          <a:xfrm>
            <a:off x="99441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3" name="Rectangle 2382">
            <a:extLst>
              <a:ext uri="{FF2B5EF4-FFF2-40B4-BE49-F238E27FC236}">
                <a16:creationId xmlns:a16="http://schemas.microsoft.com/office/drawing/2014/main" id="{47413993-8688-4801-994A-52911DE05C53}"/>
              </a:ext>
            </a:extLst>
          </p:cNvPr>
          <p:cNvSpPr/>
          <p:nvPr>
            <p:custDataLst>
              <p:tags r:id="rId423"/>
            </p:custDataLst>
          </p:nvPr>
        </p:nvSpPr>
        <p:spPr bwMode="auto">
          <a:xfrm>
            <a:off x="100330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4" name="Rectangle 2383">
            <a:extLst>
              <a:ext uri="{FF2B5EF4-FFF2-40B4-BE49-F238E27FC236}">
                <a16:creationId xmlns:a16="http://schemas.microsoft.com/office/drawing/2014/main" id="{023C85B2-FE05-48B1-A7B2-AA64EEE49E46}"/>
              </a:ext>
            </a:extLst>
          </p:cNvPr>
          <p:cNvSpPr/>
          <p:nvPr>
            <p:custDataLst>
              <p:tags r:id="rId424"/>
            </p:custDataLst>
          </p:nvPr>
        </p:nvSpPr>
        <p:spPr bwMode="auto">
          <a:xfrm>
            <a:off x="101219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5" name="Rectangle 2384">
            <a:extLst>
              <a:ext uri="{FF2B5EF4-FFF2-40B4-BE49-F238E27FC236}">
                <a16:creationId xmlns:a16="http://schemas.microsoft.com/office/drawing/2014/main" id="{6666094C-243E-463B-9A95-9A295E59C988}"/>
              </a:ext>
            </a:extLst>
          </p:cNvPr>
          <p:cNvSpPr/>
          <p:nvPr>
            <p:custDataLst>
              <p:tags r:id="rId425"/>
            </p:custDataLst>
          </p:nvPr>
        </p:nvSpPr>
        <p:spPr bwMode="auto">
          <a:xfrm>
            <a:off x="102108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6" name="Rectangle 2385">
            <a:extLst>
              <a:ext uri="{FF2B5EF4-FFF2-40B4-BE49-F238E27FC236}">
                <a16:creationId xmlns:a16="http://schemas.microsoft.com/office/drawing/2014/main" id="{5F6A7CC6-4D3C-4851-AE35-24A5CDE10494}"/>
              </a:ext>
            </a:extLst>
          </p:cNvPr>
          <p:cNvSpPr/>
          <p:nvPr>
            <p:custDataLst>
              <p:tags r:id="rId426"/>
            </p:custDataLst>
          </p:nvPr>
        </p:nvSpPr>
        <p:spPr bwMode="auto">
          <a:xfrm>
            <a:off x="102997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7" name="Rectangle 2386">
            <a:extLst>
              <a:ext uri="{FF2B5EF4-FFF2-40B4-BE49-F238E27FC236}">
                <a16:creationId xmlns:a16="http://schemas.microsoft.com/office/drawing/2014/main" id="{4A154E93-C140-4E53-9C8D-A60E6E6A2C7A}"/>
              </a:ext>
            </a:extLst>
          </p:cNvPr>
          <p:cNvSpPr/>
          <p:nvPr>
            <p:custDataLst>
              <p:tags r:id="rId427"/>
            </p:custDataLst>
          </p:nvPr>
        </p:nvSpPr>
        <p:spPr bwMode="auto">
          <a:xfrm>
            <a:off x="103886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8" name="Rectangle 2387">
            <a:extLst>
              <a:ext uri="{FF2B5EF4-FFF2-40B4-BE49-F238E27FC236}">
                <a16:creationId xmlns:a16="http://schemas.microsoft.com/office/drawing/2014/main" id="{18265F51-1EA1-49F4-9575-8271EAC29DB3}"/>
              </a:ext>
            </a:extLst>
          </p:cNvPr>
          <p:cNvSpPr/>
          <p:nvPr>
            <p:custDataLst>
              <p:tags r:id="rId428"/>
            </p:custDataLst>
          </p:nvPr>
        </p:nvSpPr>
        <p:spPr bwMode="auto">
          <a:xfrm>
            <a:off x="104775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89" name="Rectangle 2388">
            <a:extLst>
              <a:ext uri="{FF2B5EF4-FFF2-40B4-BE49-F238E27FC236}">
                <a16:creationId xmlns:a16="http://schemas.microsoft.com/office/drawing/2014/main" id="{3C1D0978-8E93-4B32-9D79-8A909DF6BBDF}"/>
              </a:ext>
            </a:extLst>
          </p:cNvPr>
          <p:cNvSpPr/>
          <p:nvPr>
            <p:custDataLst>
              <p:tags r:id="rId429"/>
            </p:custDataLst>
          </p:nvPr>
        </p:nvSpPr>
        <p:spPr bwMode="auto">
          <a:xfrm>
            <a:off x="106553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0" name="Rectangle 2389">
            <a:extLst>
              <a:ext uri="{FF2B5EF4-FFF2-40B4-BE49-F238E27FC236}">
                <a16:creationId xmlns:a16="http://schemas.microsoft.com/office/drawing/2014/main" id="{1EC1E74F-D43D-4BE3-878E-249F27026707}"/>
              </a:ext>
            </a:extLst>
          </p:cNvPr>
          <p:cNvSpPr/>
          <p:nvPr>
            <p:custDataLst>
              <p:tags r:id="rId430"/>
            </p:custDataLst>
          </p:nvPr>
        </p:nvSpPr>
        <p:spPr bwMode="auto">
          <a:xfrm>
            <a:off x="10744200" y="44323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1" name="Rectangle 2390">
            <a:extLst>
              <a:ext uri="{FF2B5EF4-FFF2-40B4-BE49-F238E27FC236}">
                <a16:creationId xmlns:a16="http://schemas.microsoft.com/office/drawing/2014/main" id="{364AB7B8-109D-435D-9525-4E216CE21873}"/>
              </a:ext>
            </a:extLst>
          </p:cNvPr>
          <p:cNvSpPr/>
          <p:nvPr>
            <p:custDataLst>
              <p:tags r:id="rId431"/>
            </p:custDataLst>
          </p:nvPr>
        </p:nvSpPr>
        <p:spPr bwMode="auto">
          <a:xfrm>
            <a:off x="82550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2" name="Rectangle 2391">
            <a:extLst>
              <a:ext uri="{FF2B5EF4-FFF2-40B4-BE49-F238E27FC236}">
                <a16:creationId xmlns:a16="http://schemas.microsoft.com/office/drawing/2014/main" id="{2907F976-7E9E-4E6F-A524-D95F25917F1A}"/>
              </a:ext>
            </a:extLst>
          </p:cNvPr>
          <p:cNvSpPr/>
          <p:nvPr>
            <p:custDataLst>
              <p:tags r:id="rId432"/>
            </p:custDataLst>
          </p:nvPr>
        </p:nvSpPr>
        <p:spPr bwMode="auto">
          <a:xfrm>
            <a:off x="83439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3" name="Rectangle 2392">
            <a:extLst>
              <a:ext uri="{FF2B5EF4-FFF2-40B4-BE49-F238E27FC236}">
                <a16:creationId xmlns:a16="http://schemas.microsoft.com/office/drawing/2014/main" id="{0EF473E6-1068-49EE-8072-C8B83E6BF473}"/>
              </a:ext>
            </a:extLst>
          </p:cNvPr>
          <p:cNvSpPr/>
          <p:nvPr>
            <p:custDataLst>
              <p:tags r:id="rId433"/>
            </p:custDataLst>
          </p:nvPr>
        </p:nvSpPr>
        <p:spPr bwMode="auto">
          <a:xfrm>
            <a:off x="84328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4" name="Rectangle 2393">
            <a:extLst>
              <a:ext uri="{FF2B5EF4-FFF2-40B4-BE49-F238E27FC236}">
                <a16:creationId xmlns:a16="http://schemas.microsoft.com/office/drawing/2014/main" id="{B1296693-615E-43B0-A86F-E1691BD0C694}"/>
              </a:ext>
            </a:extLst>
          </p:cNvPr>
          <p:cNvSpPr/>
          <p:nvPr>
            <p:custDataLst>
              <p:tags r:id="rId434"/>
            </p:custDataLst>
          </p:nvPr>
        </p:nvSpPr>
        <p:spPr bwMode="auto">
          <a:xfrm>
            <a:off x="85217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5" name="Rectangle 2394">
            <a:extLst>
              <a:ext uri="{FF2B5EF4-FFF2-40B4-BE49-F238E27FC236}">
                <a16:creationId xmlns:a16="http://schemas.microsoft.com/office/drawing/2014/main" id="{5105BC14-E923-4EEF-B166-0479AFC48B00}"/>
              </a:ext>
            </a:extLst>
          </p:cNvPr>
          <p:cNvSpPr/>
          <p:nvPr>
            <p:custDataLst>
              <p:tags r:id="rId435"/>
            </p:custDataLst>
          </p:nvPr>
        </p:nvSpPr>
        <p:spPr bwMode="auto">
          <a:xfrm>
            <a:off x="86106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6" name="Rectangle 2395">
            <a:extLst>
              <a:ext uri="{FF2B5EF4-FFF2-40B4-BE49-F238E27FC236}">
                <a16:creationId xmlns:a16="http://schemas.microsoft.com/office/drawing/2014/main" id="{2233DF1C-8C39-4ED4-AEB8-DD57FC57C748}"/>
              </a:ext>
            </a:extLst>
          </p:cNvPr>
          <p:cNvSpPr/>
          <p:nvPr>
            <p:custDataLst>
              <p:tags r:id="rId436"/>
            </p:custDataLst>
          </p:nvPr>
        </p:nvSpPr>
        <p:spPr bwMode="auto">
          <a:xfrm>
            <a:off x="86995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7" name="Rectangle 2396">
            <a:extLst>
              <a:ext uri="{FF2B5EF4-FFF2-40B4-BE49-F238E27FC236}">
                <a16:creationId xmlns:a16="http://schemas.microsoft.com/office/drawing/2014/main" id="{DAD5D9C9-2701-45ED-8402-5CBD3E92EC9A}"/>
              </a:ext>
            </a:extLst>
          </p:cNvPr>
          <p:cNvSpPr/>
          <p:nvPr>
            <p:custDataLst>
              <p:tags r:id="rId437"/>
            </p:custDataLst>
          </p:nvPr>
        </p:nvSpPr>
        <p:spPr bwMode="auto">
          <a:xfrm>
            <a:off x="87884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8" name="Rectangle 2397">
            <a:extLst>
              <a:ext uri="{FF2B5EF4-FFF2-40B4-BE49-F238E27FC236}">
                <a16:creationId xmlns:a16="http://schemas.microsoft.com/office/drawing/2014/main" id="{039B7E65-F664-4C1C-A2A3-77715EB97FC0}"/>
              </a:ext>
            </a:extLst>
          </p:cNvPr>
          <p:cNvSpPr/>
          <p:nvPr>
            <p:custDataLst>
              <p:tags r:id="rId438"/>
            </p:custDataLst>
          </p:nvPr>
        </p:nvSpPr>
        <p:spPr bwMode="auto">
          <a:xfrm>
            <a:off x="89662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99" name="Rectangle 2398">
            <a:extLst>
              <a:ext uri="{FF2B5EF4-FFF2-40B4-BE49-F238E27FC236}">
                <a16:creationId xmlns:a16="http://schemas.microsoft.com/office/drawing/2014/main" id="{2AF592EE-BDAC-4C2A-A381-5D05619F782A}"/>
              </a:ext>
            </a:extLst>
          </p:cNvPr>
          <p:cNvSpPr/>
          <p:nvPr>
            <p:custDataLst>
              <p:tags r:id="rId439"/>
            </p:custDataLst>
          </p:nvPr>
        </p:nvSpPr>
        <p:spPr bwMode="auto">
          <a:xfrm>
            <a:off x="93218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0" name="Rectangle 2399">
            <a:extLst>
              <a:ext uri="{FF2B5EF4-FFF2-40B4-BE49-F238E27FC236}">
                <a16:creationId xmlns:a16="http://schemas.microsoft.com/office/drawing/2014/main" id="{1E99CA31-0A0D-44BC-937E-8ED03B5A9543}"/>
              </a:ext>
            </a:extLst>
          </p:cNvPr>
          <p:cNvSpPr/>
          <p:nvPr>
            <p:custDataLst>
              <p:tags r:id="rId440"/>
            </p:custDataLst>
          </p:nvPr>
        </p:nvSpPr>
        <p:spPr bwMode="auto">
          <a:xfrm>
            <a:off x="94996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1" name="Rectangle 2400">
            <a:extLst>
              <a:ext uri="{FF2B5EF4-FFF2-40B4-BE49-F238E27FC236}">
                <a16:creationId xmlns:a16="http://schemas.microsoft.com/office/drawing/2014/main" id="{0C9EE642-A409-471D-9344-16C911486BC7}"/>
              </a:ext>
            </a:extLst>
          </p:cNvPr>
          <p:cNvSpPr/>
          <p:nvPr>
            <p:custDataLst>
              <p:tags r:id="rId441"/>
            </p:custDataLst>
          </p:nvPr>
        </p:nvSpPr>
        <p:spPr bwMode="auto">
          <a:xfrm>
            <a:off x="100330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2" name="Rectangle 2401">
            <a:extLst>
              <a:ext uri="{FF2B5EF4-FFF2-40B4-BE49-F238E27FC236}">
                <a16:creationId xmlns:a16="http://schemas.microsoft.com/office/drawing/2014/main" id="{7E149CBC-8747-40A7-A359-BE23C229AC2A}"/>
              </a:ext>
            </a:extLst>
          </p:cNvPr>
          <p:cNvSpPr/>
          <p:nvPr>
            <p:custDataLst>
              <p:tags r:id="rId442"/>
            </p:custDataLst>
          </p:nvPr>
        </p:nvSpPr>
        <p:spPr bwMode="auto">
          <a:xfrm>
            <a:off x="102997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3" name="Rectangle 2402">
            <a:extLst>
              <a:ext uri="{FF2B5EF4-FFF2-40B4-BE49-F238E27FC236}">
                <a16:creationId xmlns:a16="http://schemas.microsoft.com/office/drawing/2014/main" id="{0FE7B900-7C9A-4AC3-9436-718A44DA7230}"/>
              </a:ext>
            </a:extLst>
          </p:cNvPr>
          <p:cNvSpPr/>
          <p:nvPr>
            <p:custDataLst>
              <p:tags r:id="rId443"/>
            </p:custDataLst>
          </p:nvPr>
        </p:nvSpPr>
        <p:spPr bwMode="auto">
          <a:xfrm>
            <a:off x="103886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4" name="Rectangle 2403">
            <a:extLst>
              <a:ext uri="{FF2B5EF4-FFF2-40B4-BE49-F238E27FC236}">
                <a16:creationId xmlns:a16="http://schemas.microsoft.com/office/drawing/2014/main" id="{BE54740E-0498-4EE0-BC30-49CB0F0CC9FF}"/>
              </a:ext>
            </a:extLst>
          </p:cNvPr>
          <p:cNvSpPr/>
          <p:nvPr>
            <p:custDataLst>
              <p:tags r:id="rId444"/>
            </p:custDataLst>
          </p:nvPr>
        </p:nvSpPr>
        <p:spPr bwMode="auto">
          <a:xfrm>
            <a:off x="10655300" y="4521200"/>
            <a:ext cx="88900" cy="88900"/>
          </a:xfrm>
          <a:prstGeom prst="rect">
            <a:avLst/>
          </a:prstGeom>
          <a:solidFill>
            <a:srgbClr val="0000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05" name="Date Placeholder 6">
            <a:extLst>
              <a:ext uri="{FF2B5EF4-FFF2-40B4-BE49-F238E27FC236}">
                <a16:creationId xmlns:a16="http://schemas.microsoft.com/office/drawing/2014/main" id="{B0149150-C330-4E3C-ED3D-0C8781D85CE1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2408" name="Footer Placeholder 7">
            <a:extLst>
              <a:ext uri="{FF2B5EF4-FFF2-40B4-BE49-F238E27FC236}">
                <a16:creationId xmlns:a16="http://schemas.microsoft.com/office/drawing/2014/main" id="{A60E8561-51D5-30AB-4195-47B997DE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537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3D75F8-5C17-2682-779F-3D3878EBD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lærte jeg sidst?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C626254-F35A-51DB-B234-072E5D3D42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Magnetisk kraft på punktladning (Lorentz kraften)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⃗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Magnetisk kraft på strømførende ledning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da-D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i="1">
                          <a:latin typeface="Cambria Math" panose="02040503050406030204" pitchFamily="18" charset="0"/>
                        </a:rPr>
                        <m:t>𝐼</m:t>
                      </m:r>
                      <m:acc>
                        <m:accPr>
                          <m:chr m:val="⃗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da-DK" i="1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Magnetisk felt fra strømførende ledning (Biot-</a:t>
                </a:r>
                <a:r>
                  <a:rPr lang="da-DK" dirty="0" err="1"/>
                  <a:t>Savarts</a:t>
                </a:r>
                <a:r>
                  <a:rPr lang="da-DK" dirty="0"/>
                  <a:t> lov)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edning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̂"/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num>
                            <m:den>
                              <m:sSup>
                                <m:sSup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Styrken af magnetisk felt omkring lang, tynd strømførende ledning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0C626254-F35A-51DB-B234-072E5D3D42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5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53113-9A76-EB47-F1D3-A43A44976C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F86AED14-9DAD-EAE7-239E-CF8A9563D796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D60E9394-BC59-14BB-155C-BFCFAAFEB5B0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extLst>
      <p:ext uri="{BB962C8B-B14F-4D97-AF65-F5344CB8AC3E}">
        <p14:creationId xmlns:p14="http://schemas.microsoft.com/office/powerpoint/2010/main" val="189355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E0CF5-AE2F-41A6-3CD8-84E2A4FA0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0F9E614-16A2-915F-BD22-F8A836B30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jeg lære i dag?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B4F001-C483-5F46-7649-6DF4972A9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da-DK" dirty="0"/>
              <a:t>Beregne retningen og størrelsen af magnetfeltet fra en spole fra Biot-</a:t>
            </a:r>
            <a:r>
              <a:rPr lang="da-DK" dirty="0" err="1"/>
              <a:t>Savarts</a:t>
            </a:r>
            <a:r>
              <a:rPr lang="da-DK" dirty="0"/>
              <a:t> lov</a:t>
            </a:r>
          </a:p>
          <a:p>
            <a:pPr algn="just"/>
            <a:endParaRPr lang="da-DK" dirty="0"/>
          </a:p>
          <a:p>
            <a:pPr algn="just"/>
            <a:r>
              <a:rPr lang="da-DK" dirty="0"/>
              <a:t>Forstå betydningen af magnetisk </a:t>
            </a:r>
            <a:r>
              <a:rPr lang="da-DK" dirty="0" err="1"/>
              <a:t>susceptibilitet</a:t>
            </a:r>
            <a:r>
              <a:rPr lang="da-DK" dirty="0"/>
              <a:t> og karakterisere materialer som </a:t>
            </a:r>
            <a:r>
              <a:rPr lang="da-DK" dirty="0" err="1"/>
              <a:t>paramagnetiske</a:t>
            </a:r>
            <a:r>
              <a:rPr lang="da-DK" dirty="0"/>
              <a:t>, diamagnetiske og </a:t>
            </a:r>
            <a:r>
              <a:rPr lang="da-DK" dirty="0" err="1"/>
              <a:t>ferromagnetiske</a:t>
            </a:r>
            <a:endParaRPr lang="da-DK" dirty="0"/>
          </a:p>
          <a:p>
            <a:pPr algn="just"/>
            <a:endParaRPr lang="da-DK" dirty="0"/>
          </a:p>
          <a:p>
            <a:pPr algn="just"/>
            <a:r>
              <a:rPr lang="da-DK" dirty="0"/>
              <a:t>Anvende Faradays lov til at bestemme størrelsen af den elektromotoriske kraft fra induktion</a:t>
            </a:r>
          </a:p>
          <a:p>
            <a:pPr algn="just"/>
            <a:endParaRPr lang="da-DK" dirty="0"/>
          </a:p>
          <a:p>
            <a:pPr algn="just"/>
            <a:r>
              <a:rPr lang="da-DK" dirty="0"/>
              <a:t>Anvende </a:t>
            </a:r>
            <a:r>
              <a:rPr lang="da-DK" dirty="0" err="1"/>
              <a:t>Lenz’s</a:t>
            </a:r>
            <a:r>
              <a:rPr lang="da-DK" dirty="0"/>
              <a:t> lov til at bestemme retningen af strømmen fra den elektromotoriske kraft fra induktion</a:t>
            </a:r>
          </a:p>
          <a:p>
            <a:pPr algn="just"/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14A0F-4E45-1347-3874-7D7A3A9BF1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FC76EA43-6223-BFD1-8CA5-4048E2232440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76111428-8D7B-CB69-9A70-A2786BDD09F4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extLst>
      <p:ext uri="{BB962C8B-B14F-4D97-AF65-F5344CB8AC3E}">
        <p14:creationId xmlns:p14="http://schemas.microsoft.com/office/powerpoint/2010/main" val="178224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3A0E7-2521-AD9B-683E-E53BCF72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26C547-E7C4-2C19-1BF5-537A88F84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674" y="3261303"/>
            <a:ext cx="8545610" cy="317057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00DB36E-AAD0-A2FF-6350-2D2743D2C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Magnetfelt fra lang, tynd strømførende ledning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B569627-B5D9-738F-A6D9-95B1C7DE9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a-DK" dirty="0"/>
                  <a:t>Magnetisk felt fra strømførende ledning (Biot-</a:t>
                </a:r>
                <a:r>
                  <a:rPr lang="da-DK" dirty="0" err="1"/>
                  <a:t>Savarts</a:t>
                </a:r>
                <a:r>
                  <a:rPr lang="da-DK" dirty="0"/>
                  <a:t> lov)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edning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̂"/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num>
                            <m:den>
                              <m:sSup>
                                <m:sSup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Styrken af magnetisk felt omkring lang, tyng strømførende ledning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B569627-B5D9-738F-A6D9-95B1C7DE9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05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C4522-866C-4EF2-9A13-66CD671DED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FF87B425-33D3-0103-399C-2C9A7627D02A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D4BFEAB8-3259-0F7C-E832-0E30FA14BB92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extLst>
      <p:ext uri="{BB962C8B-B14F-4D97-AF65-F5344CB8AC3E}">
        <p14:creationId xmlns:p14="http://schemas.microsoft.com/office/powerpoint/2010/main" val="407881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I hvilken retning peger magnetfeltet i midten af et cirkulært loop?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1EF510-8E91-4B7D-9223-2E692AD860A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65BA01-476D-4BA3-80BF-C41E2C9441C3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49F54642-BCA1-43C0-BBA6-6B5A450A37B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8A9D47-413B-4910-89EF-E7E7AF362E4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6A9191-F763-4CBF-A33E-51A47E7701A3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CDB483-740C-4022-B325-5F12E56C1E7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F1DF9-3409-42B3-AB52-F831E824F87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BD30EE-C5C3-7C9B-0983-3751421A7DF0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060700" y="1790700"/>
            <a:ext cx="6045200" cy="4419600"/>
          </a:xfrm>
          <a:prstGeom prst="rect">
            <a:avLst/>
          </a:prstGeom>
        </p:spPr>
      </p:pic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872ACE49-228C-96C1-78F2-2EE77C3C77BA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6DD821A2-4952-B20B-FF48-082B3E2FF72C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37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I hvilken retning peger magnetfeltet i midten af et cirkulært loop?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77ACD3-5F4A-4CED-BA9B-0E12E73334ED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F3282B-FF71-48BE-B69B-A42BB65BB8F6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6D0E32A4-5A46-4CA6-A098-E46A30E42CE8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8DDF6A-4B9A-4567-AE58-C4265BCE57D0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B9E03-2E9F-41DC-8D64-A435914677E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DE9BD1-E70C-4C28-BB9B-BAC510FEE6A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E7EA9D-E753-2E09-4FC6-EF3A80FA5F49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060700" y="1790700"/>
            <a:ext cx="6045200" cy="4419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E1CAB89-73CF-4B9D-AC76-F138A1CC2E7D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3" name="Date Placeholder 6">
            <a:extLst>
              <a:ext uri="{FF2B5EF4-FFF2-40B4-BE49-F238E27FC236}">
                <a16:creationId xmlns:a16="http://schemas.microsoft.com/office/drawing/2014/main" id="{892487AB-9E28-FC0B-BECF-B6D6B680869D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74" name="Footer Placeholder 7">
            <a:extLst>
              <a:ext uri="{FF2B5EF4-FFF2-40B4-BE49-F238E27FC236}">
                <a16:creationId xmlns:a16="http://schemas.microsoft.com/office/drawing/2014/main" id="{AFA35A7E-57BA-73A0-3991-7F4E00FD7D09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816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99A0-2E80-5296-71F9-56C9934D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7155D3-0258-66C3-98F1-293BC6040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868" y="2650359"/>
            <a:ext cx="5259545" cy="387870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121B623-1F90-4BFD-8B40-3BF9FBA7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Magnetfelt fra et cirkulært loop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D5B5D0D-B083-CA2D-E1F0-42B3A0D9860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7488758" cy="454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Magnetfeltstyrken </a:t>
                </a:r>
                <a:r>
                  <a:rPr lang="en-US" dirty="0" err="1"/>
                  <a:t>langs</a:t>
                </a:r>
                <a:r>
                  <a:rPr lang="en-US" dirty="0"/>
                  <a:t> </a:t>
                </a:r>
                <a:r>
                  <a:rPr lang="en-US" dirty="0" err="1"/>
                  <a:t>aksen</a:t>
                </a:r>
                <a:r>
                  <a:rPr lang="en-US" dirty="0"/>
                  <a:t> </a:t>
                </a:r>
                <a:r>
                  <a:rPr lang="en-US" dirty="0" err="1"/>
                  <a:t>igennem</a:t>
                </a:r>
                <a:r>
                  <a:rPr lang="en-US" dirty="0"/>
                  <a:t> centrum </a:t>
                </a:r>
                <a:r>
                  <a:rPr lang="en-US" dirty="0" err="1"/>
                  <a:t>af</a:t>
                </a:r>
                <a:r>
                  <a:rPr lang="en-US" dirty="0"/>
                  <a:t> </a:t>
                </a:r>
                <a:r>
                  <a:rPr lang="en-US" dirty="0" err="1"/>
                  <a:t>loop’et</a:t>
                </a:r>
                <a:r>
                  <a:rPr lang="en-US" dirty="0"/>
                  <a:t> </a:t>
                </a:r>
                <a:r>
                  <a:rPr lang="en-US" dirty="0" err="1"/>
                  <a:t>kan</a:t>
                </a:r>
                <a:r>
                  <a:rPr lang="en-US" dirty="0"/>
                  <a:t> </a:t>
                </a:r>
                <a:r>
                  <a:rPr lang="en-US" dirty="0" err="1"/>
                  <a:t>regnes</a:t>
                </a:r>
                <a:r>
                  <a:rPr lang="en-US" dirty="0"/>
                  <a:t> </a:t>
                </a:r>
                <a:r>
                  <a:rPr lang="en-US" dirty="0" err="1"/>
                  <a:t>ved</a:t>
                </a:r>
                <a:r>
                  <a:rPr lang="en-US" dirty="0"/>
                  <a:t> </a:t>
                </a:r>
                <a:r>
                  <a:rPr lang="en-US" dirty="0" err="1"/>
                  <a:t>Biot</a:t>
                </a:r>
                <a:r>
                  <a:rPr lang="en-US" dirty="0"/>
                  <a:t>-Savarts </a:t>
                </a:r>
                <a:r>
                  <a:rPr lang="en-US" dirty="0" err="1"/>
                  <a:t>lov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𝐼</m:t>
                      </m:r>
                      <m:nary>
                        <m:naryPr>
                          <m:limLoc m:val="undOvr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da-DK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da-DK">
                              <a:latin typeface="Cambria Math" panose="02040503050406030204" pitchFamily="18" charset="0"/>
                            </a:rPr>
                            <m:t>edning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a-DK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r>
                  <a:rPr lang="en-US" dirty="0" err="1"/>
                  <a:t>hvor</a:t>
                </a:r>
                <a:r>
                  <a:rPr lang="en-US" dirty="0"/>
                  <a:t> vi </a:t>
                </a:r>
                <a:r>
                  <a:rPr lang="en-US" dirty="0" err="1"/>
                  <a:t>skriver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</a:rPr>
                      <m:t>𝑑𝑙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da-DK" b="0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a-DK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func>
                  </m:oMath>
                </a14:m>
                <a:r>
                  <a:rPr lang="en-US" dirty="0"/>
                  <a:t> 	og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så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𝐼</m:t>
                      </m:r>
                      <m:nary>
                        <m:naryPr>
                          <m:limLoc m:val="undOvr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f>
                            <m:f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da-DK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da-DK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3/2</m:t>
                                  </m:r>
                                </m:sup>
                              </m:sSup>
                            </m:den>
                          </m:f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nary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D5B5D0D-B083-CA2D-E1F0-42B3A0D986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7488758" cy="4546800"/>
              </a:xfrm>
              <a:blipFill>
                <a:blip r:embed="rId3"/>
                <a:stretch>
                  <a:fillRect l="-1871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3AD2-9F74-AC40-CB36-139DF0646E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DD2DBFE6-6BD7-CF0A-0FA2-718E2C4D31A7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4C06E8EA-5FBF-6BC7-9BD0-441995172D73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extLst>
      <p:ext uri="{BB962C8B-B14F-4D97-AF65-F5344CB8AC3E}">
        <p14:creationId xmlns:p14="http://schemas.microsoft.com/office/powerpoint/2010/main" val="3458311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F48C2-4AA5-E2F9-0621-908B235D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F6309E5-E173-669F-5645-BB679E9F6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868" y="2650359"/>
            <a:ext cx="5259545" cy="387870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352E0D0-06AA-A358-3390-611E9E70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Magnetfelt fra et cirkulært loop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6959897-64E3-7DFF-3497-DE3916E4EE3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7128718" cy="4546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Magnetfeltstyrken </a:t>
                </a:r>
                <a:r>
                  <a:rPr lang="en-US" dirty="0" err="1"/>
                  <a:t>langs</a:t>
                </a:r>
                <a:r>
                  <a:rPr lang="en-US" dirty="0"/>
                  <a:t> </a:t>
                </a:r>
                <a:r>
                  <a:rPr lang="en-US" dirty="0" err="1"/>
                  <a:t>aksen</a:t>
                </a:r>
                <a:r>
                  <a:rPr lang="en-US" dirty="0"/>
                  <a:t> </a:t>
                </a:r>
                <a:r>
                  <a:rPr lang="en-US" dirty="0" err="1"/>
                  <a:t>igennem</a:t>
                </a:r>
                <a:r>
                  <a:rPr lang="en-US" dirty="0"/>
                  <a:t> centrum </a:t>
                </a:r>
                <a:r>
                  <a:rPr lang="en-US" dirty="0" err="1"/>
                  <a:t>af</a:t>
                </a:r>
                <a:r>
                  <a:rPr lang="en-US" dirty="0"/>
                  <a:t> </a:t>
                </a:r>
                <a:r>
                  <a:rPr lang="en-US" dirty="0" err="1"/>
                  <a:t>loop’et</a:t>
                </a:r>
                <a:r>
                  <a:rPr lang="en-US" dirty="0"/>
                  <a:t> er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da-DK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og føres fingrene i strømmens retning, peger tommelfingeren i magnetfeltets retning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I centrum af </a:t>
                </a:r>
                <a:r>
                  <a:rPr lang="da-DK" dirty="0" err="1"/>
                  <a:t>loop’et</a:t>
                </a:r>
                <a:r>
                  <a:rPr lang="da-DK" dirty="0"/>
                  <a:t> (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a-DK" dirty="0"/>
                  <a:t>) er magnetfeltstyrken størst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6959897-64E3-7DFF-3497-DE3916E4E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7128718" cy="4546800"/>
              </a:xfrm>
              <a:blipFill>
                <a:blip r:embed="rId3"/>
                <a:stretch>
                  <a:fillRect l="-1966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CD575-176B-0E99-4813-443DA0A502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25E46F-C7D1-5039-F6A6-0FA940BC373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8F9"/>
              </a:clrFrom>
              <a:clrTo>
                <a:srgbClr val="F7F8F9">
                  <a:alpha val="0"/>
                </a:srgbClr>
              </a:clrTo>
            </a:clrChange>
          </a:blip>
          <a:stretch>
            <a:fillRect/>
          </a:stretch>
        </p:blipFill>
        <p:spPr>
          <a:xfrm rot="6476724" flipH="1">
            <a:off x="8544620" y="4204751"/>
            <a:ext cx="1759040" cy="1790792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3B2F901-D2D9-C379-8633-B17501CC503B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52A98C6A-A37E-9040-9AFC-B1ACCF7DBED2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extLst>
      <p:ext uri="{BB962C8B-B14F-4D97-AF65-F5344CB8AC3E}">
        <p14:creationId xmlns:p14="http://schemas.microsoft.com/office/powerpoint/2010/main" val="291398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8386-9E8E-FA5E-59EA-13B6ED0E71F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Hvordan kan vi øge magnetfeltet i en spole bestående af mange cirkulære loops?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8C2F1-63E3-CA0A-B211-2BD7F19B519C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16703-7E4F-08C0-A881-34ECD0347D90}"/>
              </a:ext>
            </a:extLst>
          </p:cNvPr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1FD1E-68D1-1E3F-DD84-A81CC5537C6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184900" y="2679700"/>
            <a:ext cx="5143500" cy="2667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845BA-BF5E-42BE-929D-18223F4E3686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B4F817-ACAF-438A-9D3D-CCDB05443203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EC80AF0F-EE6F-4691-8492-FADBD0D8BCB3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5C06B0-BCAC-42BE-B5D0-E75A4BB975E5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C6AC83-5B9E-4F1F-815C-042DDEBE7906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D4D11D-AFAA-4913-AD9F-5ADF2639116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5B7DF-B287-46D3-AECD-EB9AC7EEA8E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3AD786-8825-767A-1EB6-EA41F616264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25500" y="1828800"/>
            <a:ext cx="1574800" cy="317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B1E212-3CEF-4B8E-0398-D0C205EDBA34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25500" y="2463800"/>
            <a:ext cx="1485900" cy="317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AE9252-22E5-1B8C-7CE9-E1616959AE09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825500" y="3098800"/>
            <a:ext cx="1905000" cy="317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C52C5EB-94A0-421C-615C-1824928F8A66}"/>
              </a:ext>
            </a:extLst>
          </p:cNvPr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25500" y="3733800"/>
            <a:ext cx="1257300" cy="3175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509F5E-335E-4649-B185-5DBEA99122B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965700" y="19939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B5E6F1-3489-459D-8902-3063F78C89A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146300"/>
            <a:ext cx="41275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3CD3647-69FB-40DE-81D3-765C620256FD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25500" y="21463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9DB017-3BDD-445C-95FB-97E3D98CC0AA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965700" y="26289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68DC663-89DC-459F-96BC-276FE4D05C6D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2781300"/>
            <a:ext cx="41275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C161B2D-7958-4FF3-A317-2403DAE1AE64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25500" y="27813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7A7BF5-6939-45BE-8BC4-A7A9C390F74D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4965700" y="32639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537A147-CB13-4C56-B0FF-B221FF34AEB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" y="3416300"/>
            <a:ext cx="41275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C1B3BEB-EEFB-42AD-B05F-C1D5CE18DB4C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34163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29A1F6-00C5-4274-AF70-0AB7CD1AFFF3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965700" y="38989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A008184-FECD-4A13-A2CA-2B71586D1136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825500" y="4051300"/>
            <a:ext cx="41275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5A5508-24B7-4243-93A6-73311177E4BF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825500" y="40513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Date Placeholder 6">
            <a:extLst>
              <a:ext uri="{FF2B5EF4-FFF2-40B4-BE49-F238E27FC236}">
                <a16:creationId xmlns:a16="http://schemas.microsoft.com/office/drawing/2014/main" id="{5A98653F-E280-205D-5097-46D966204CD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8B31BF9B-023F-4675-D689-E4375531D34C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6449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8386-9E8E-FA5E-59EA-13B6ED0E71F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Hvordan kan vi øge magnetfeltet i en spole bestående af mange cirkulære loops?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8C2F1-63E3-CA0A-B211-2BD7F19B519C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16703-7E4F-08C0-A881-34ECD0347D90}"/>
              </a:ext>
            </a:extLst>
          </p:cNvPr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7C363-712B-8A77-12C4-82F744B0F94A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184900" y="2679700"/>
            <a:ext cx="5143500" cy="2667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634F29-DF1A-4B1F-BBE1-4A5CFF2D84E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F8EEBD-31FD-4D20-8D85-26E8DFBF0278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B0A2D38C-AE54-4352-A176-596FC262DB93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86D5E64-CE1C-4A01-85D4-7FF89D69C6F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396C4D-475C-4BED-A927-6919283AA82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E8CF8-D250-4D39-A9DE-FBFE09FC44B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00F614-3F4E-B13C-DF3E-90DE9D8FC891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25500" y="1828800"/>
            <a:ext cx="1574800" cy="317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6536EA-4B90-5C23-BAE7-314302A98A9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25500" y="2463800"/>
            <a:ext cx="1485900" cy="317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235497-F56B-F86A-A71A-4733694C63E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825500" y="3098800"/>
            <a:ext cx="1905000" cy="317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2B7D83-2145-9783-990C-988FDAD3F9EF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25500" y="3733800"/>
            <a:ext cx="1257300" cy="317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940883-DE50-4DE4-86D9-FD3EE3A51FB0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965700" y="19939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099D74-9E79-42EF-8A0F-0937EC64D9CB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146300"/>
            <a:ext cx="41275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E4894A-B91D-4E8E-8D00-36C89A0E977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1463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FEC951-6B4E-4513-9A6E-47B972B0CE2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965700" y="26289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8A8A7E2-F8E6-492F-B7E2-7085C9DF55EE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25500" y="2781300"/>
            <a:ext cx="41275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5E66EC3-DEFD-4E2A-87C1-F9ED2B565E32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27813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892BF5-A14F-4744-A9EB-EE55E3A54624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4965700" y="32639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9061FA1-D556-4C89-9628-8785BE813E92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25500" y="3416300"/>
            <a:ext cx="41275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8248A9B-8CAE-4997-9758-315FD07EEDFF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" y="34163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DE4FF6-8C2C-48A0-B338-FE25D223BFBF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4965700" y="38989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AF2744F-3FC4-417C-8C53-0415A507F07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25500" y="4051300"/>
            <a:ext cx="41275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18B2192-C208-46BB-895D-A942EFDCE8A5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825500" y="40513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CC5E35-A8FB-424C-A76E-060D928D86A8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C2E648D7-0A0B-652C-AA81-A0B22E6417DB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5E82DE39-3412-5297-F5C1-E93AD33DA996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5389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AA54-DD20-4BF3-919E-0C917FA0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61F6BC-0538-734B-AFC6-3594E3B4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66" y="860078"/>
            <a:ext cx="5480369" cy="5137843"/>
          </a:xfrm>
          <a:prstGeom prst="rect">
            <a:avLst/>
          </a:prstGeom>
          <a:noFill/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15AE90C-FF93-10D1-FEB7-0D7F815A5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Magnetfelt i spole (solenoide)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4D34FF3-3B8A-0246-EC40-AAD3C50A683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4752454" cy="4546800"/>
              </a:xfrm>
            </p:spPr>
            <p:txBody>
              <a:bodyPr wrap="square" anchor="t">
                <a:noAutofit/>
              </a:bodyPr>
              <a:lstStyle/>
              <a:p>
                <a:pPr marL="0" indent="0" algn="just">
                  <a:buNone/>
                </a:pPr>
                <a:r>
                  <a:rPr lang="da-DK" dirty="0"/>
                  <a:t>Magnetfeltstyrken i en spole med strømmen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da-DK" dirty="0"/>
                  <a:t>, længden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da-DK" dirty="0"/>
                  <a:t> og med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da-DK" dirty="0"/>
                  <a:t> vindinger er givet ved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𝐼𝑁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a-DK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For en uendelig lang, tyng spole,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a-DK" dirty="0"/>
                  <a:t>, fås magnetfeltet i spolen til 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hvor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a-DK" dirty="0"/>
                  <a:t> betegner vindingstætheden (vindinger pr. længde). Magnetfeltet er nul udenfor spolen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4D34FF3-3B8A-0246-EC40-AAD3C50A68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4752454" cy="4546800"/>
              </a:xfrm>
              <a:blipFill>
                <a:blip r:embed="rId3"/>
                <a:stretch>
                  <a:fillRect l="-2949" t="-1743" r="-294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74AA1-115A-9AC4-454C-1AB06154EF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1D2FC-1967-C15C-9896-0DB9BFFBB4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F89A22E2-1910-B7FE-D3B3-5319F6518E9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4976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0DD38-F978-F3D9-0EC5-B036DE2FD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B03909-C35D-AF16-C106-2F21692B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Magnetfelt i spole (solenoide)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129E1-52BB-9F26-FE02-5E506C6125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B8CA9-F2FB-90BD-F9E1-4B90D0E7D1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0FAB3F-F446-871A-C0A1-1438A9C08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814" y="1728313"/>
            <a:ext cx="7056784" cy="4483416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48F261D0-8A4F-8BBB-A284-639F2F9185ED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3219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2DB90-3808-7A5E-9324-DF3AAA94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20DF1-10B6-590A-10DA-F2A47412BC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A3B39-D06C-CF2A-D5D6-E9C722982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ED0692-3D01-4FC2-3072-0C1455EE39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290"/>
          <a:stretch/>
        </p:blipFill>
        <p:spPr>
          <a:xfrm>
            <a:off x="1630710" y="260648"/>
            <a:ext cx="8928992" cy="1656184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A91F9F83-97AA-0BBE-6938-077ECB4BC916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1770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DDE2-53C3-D476-B31A-CDD3FB7BA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BB7B5-DE4E-A1E4-693F-4AC64CA9CE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57C01-4C16-4F80-8AA4-A21D09D8CE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3E9AB7-2D58-AC20-2907-BD835F1E6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710" y="260648"/>
            <a:ext cx="8928992" cy="5976926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DE4AB390-D54F-7332-E6E9-577835C11101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2829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BFFE4-F86E-24DA-5798-08F0963C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8AE621-4B39-0B1A-AE37-616EBFA7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Magnetfelt i </a:t>
            </a:r>
            <a:r>
              <a:rPr lang="da-DK" dirty="0" err="1"/>
              <a:t>toroide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E694D0F-CB48-B2D2-24B7-5E066C0E57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3816000" cy="4546800"/>
              </a:xfrm>
            </p:spPr>
            <p:txBody>
              <a:bodyPr wrap="square" anchor="t">
                <a:noAutofit/>
              </a:bodyPr>
              <a:lstStyle/>
              <a:p>
                <a:pPr marL="0" indent="0" algn="just">
                  <a:buNone/>
                </a:pPr>
                <a:r>
                  <a:rPr lang="da-DK" dirty="0"/>
                  <a:t>Samles en spole i en torus-form (en </a:t>
                </a:r>
                <a:r>
                  <a:rPr lang="da-DK" dirty="0" err="1"/>
                  <a:t>donut</a:t>
                </a:r>
                <a:r>
                  <a:rPr lang="da-DK" dirty="0"/>
                  <a:t>), er omkredsen af spolens midte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da-DK" dirty="0"/>
                  <a:t> og derved magnetfeltet i spolen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sSub>
                        <m:sSub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da-DK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E694D0F-CB48-B2D2-24B7-5E066C0E5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3816000" cy="4546800"/>
              </a:xfrm>
              <a:blipFill>
                <a:blip r:embed="rId2"/>
                <a:stretch>
                  <a:fillRect l="-3674" t="-1743" r="-383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C7F14-13EE-2778-68F1-3FADCE7FD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D41962-8337-F9FB-2D38-1F64A2654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4F0485C-FCF0-4E64-A8CF-BBA70B178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230" y="44624"/>
            <a:ext cx="6496576" cy="649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8BDE73-D9F4-CFCF-A782-C620BAB25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932" y="3909249"/>
            <a:ext cx="2573093" cy="2484704"/>
          </a:xfrm>
          <a:prstGeom prst="rect">
            <a:avLst/>
          </a:prstGeom>
        </p:spPr>
      </p:pic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0579C891-AA91-4586-E124-CF7871A4CD5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0398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E210-B967-E36E-D092-09170677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9FCEDE3-6113-C22D-3E16-EBF196D8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Magnetfelt i spole med en materialekerne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6B3F417-AC1B-CDEB-80ED-D1CFCF1854E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</p:spPr>
            <p:txBody>
              <a:bodyPr wrap="square" anchor="t">
                <a:noAutofit/>
              </a:bodyPr>
              <a:lstStyle/>
              <a:p>
                <a:pPr marL="0" indent="0" algn="just">
                  <a:buNone/>
                </a:pPr>
                <a:r>
                  <a:rPr lang="da-DK" dirty="0"/>
                  <a:t>Magnetfeltet fra en spole med en kerne er givet ved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da-DK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da-DK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lim>
                      </m:limLow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𝑛𝐼</m:t>
                      </m:r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hvor </a:t>
                </a:r>
                <a14:m>
                  <m:oMath xmlns:m="http://schemas.openxmlformats.org/officeDocument/2006/math">
                    <m:r>
                      <a:rPr lang="da-DK" i="1" smtClean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da-DK" dirty="0"/>
                  <a:t> er materialets </a:t>
                </a:r>
                <a:r>
                  <a:rPr lang="da-DK" dirty="0" err="1"/>
                  <a:t>susceptibilitet</a:t>
                </a:r>
                <a:endParaRPr lang="da-DK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26B3F417-AC1B-CDEB-80ED-D1CFCF1854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  <a:blipFill>
                <a:blip r:embed="rId2"/>
                <a:stretch>
                  <a:fillRect l="-1505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0D425-BEBD-BCE6-C45C-BD1AA81A1F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17553-A659-63CC-7C05-22222D0E01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0D9B68-2AA7-2997-B221-CE0AF6EE2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934" y="3344795"/>
            <a:ext cx="4896544" cy="3087078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BB4F31E-07BF-3E09-85D5-A53183D2666A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9979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A1A4C-D096-2B98-E0E2-43F8E406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C5FB79-14C5-ADFB-4299-95C4451FC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Magnetisme i materialer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A65F011A-5F33-7225-FC0B-9D3A9856C8F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5184502" cy="4546800"/>
              </a:xfrm>
            </p:spPr>
            <p:txBody>
              <a:bodyPr wrap="square" anchor="t">
                <a:noAutofit/>
              </a:bodyPr>
              <a:lstStyle/>
              <a:p>
                <a:pPr marL="0" indent="0" algn="just">
                  <a:buNone/>
                </a:pPr>
                <a:r>
                  <a:rPr lang="da-DK" dirty="0"/>
                  <a:t>Materialer klassificeres i tre kategorier baseret på deres reaktion på et magnetfelt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algn="just"/>
                <a:r>
                  <a:rPr lang="da-DK" dirty="0" err="1"/>
                  <a:t>Paramagnetisme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endParaRPr lang="da-DK" dirty="0"/>
              </a:p>
              <a:p>
                <a:pPr marL="216000" lvl="1" indent="0" algn="just">
                  <a:buNone/>
                </a:pPr>
                <a:r>
                  <a:rPr lang="da-DK" dirty="0"/>
                  <a:t>midlertidig ensretning af magnetiske momenter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algn="just"/>
                <a:r>
                  <a:rPr lang="da-DK" dirty="0"/>
                  <a:t>Diamagnetisme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e>
                    </m:d>
                  </m:oMath>
                </a14:m>
                <a:endParaRPr lang="da-DK" dirty="0"/>
              </a:p>
              <a:p>
                <a:pPr marL="216000" lvl="1" indent="0" algn="just">
                  <a:buNone/>
                </a:pPr>
                <a:r>
                  <a:rPr lang="da-DK" dirty="0"/>
                  <a:t>midlertidig </a:t>
                </a:r>
                <a:r>
                  <a:rPr lang="da-DK" dirty="0" err="1"/>
                  <a:t>modretning</a:t>
                </a:r>
                <a:r>
                  <a:rPr lang="da-DK" dirty="0"/>
                  <a:t> af magnetiske momenter</a:t>
                </a:r>
              </a:p>
              <a:p>
                <a:pPr algn="just"/>
                <a:endParaRPr lang="da-DK" dirty="0"/>
              </a:p>
              <a:p>
                <a:pPr algn="just"/>
                <a:r>
                  <a:rPr lang="da-DK" dirty="0" err="1"/>
                  <a:t>Ferromagnetis</a:t>
                </a:r>
                <a:r>
                  <a:rPr lang="da-DK" dirty="0"/>
                  <a:t>me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≫0</m:t>
                        </m:r>
                      </m:e>
                    </m:d>
                  </m:oMath>
                </a14:m>
                <a:endParaRPr lang="da-DK" dirty="0"/>
              </a:p>
              <a:p>
                <a:pPr marL="216000" lvl="1" indent="0" algn="just">
                  <a:buNone/>
                </a:pPr>
                <a:r>
                  <a:rPr lang="da-DK" dirty="0"/>
                  <a:t>permanent ensretning af magnetiske momenter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A65F011A-5F33-7225-FC0B-9D3A9856C8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5184502" cy="4546800"/>
              </a:xfrm>
              <a:blipFill>
                <a:blip r:embed="rId2"/>
                <a:stretch>
                  <a:fillRect l="-2703" t="-1743" r="-270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308949-00EC-5D44-CD32-95223F2351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A631CE-A5D9-D8C8-18CF-55DE41D459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1026" name="Picture 2" descr="1 Table of elements indicating the magnetic properties of the elements... |  Download Scientific Diagram">
            <a:extLst>
              <a:ext uri="{FF2B5EF4-FFF2-40B4-BE49-F238E27FC236}">
                <a16:creationId xmlns:a16="http://schemas.microsoft.com/office/drawing/2014/main" id="{7B5F3810-D335-2FFF-492F-C1D1C5C63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302" y="1453120"/>
            <a:ext cx="5113666" cy="395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F1DEF317-72ED-9F0A-D7FF-1AC5431BA0AF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835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A3C31-2FE3-D9C2-13CB-5DE8CC64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6742E0-70E1-889E-DE35-8FF03313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skal jeg lære i dag?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758824-7BE3-63DD-6BEF-F8C5D31DD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da-DK" dirty="0"/>
              <a:t>Beregne retningen og størrelsen af magnetfeltet fra en spole fra Biot-</a:t>
            </a:r>
            <a:r>
              <a:rPr lang="da-DK" dirty="0" err="1"/>
              <a:t>Savarts</a:t>
            </a:r>
            <a:r>
              <a:rPr lang="da-DK" dirty="0"/>
              <a:t> lov</a:t>
            </a:r>
          </a:p>
          <a:p>
            <a:pPr algn="just"/>
            <a:endParaRPr lang="da-DK" dirty="0"/>
          </a:p>
          <a:p>
            <a:pPr algn="just"/>
            <a:r>
              <a:rPr lang="da-DK" dirty="0"/>
              <a:t>Forstå betydningen af magnetisk </a:t>
            </a:r>
            <a:r>
              <a:rPr lang="da-DK" dirty="0" err="1"/>
              <a:t>susceptibilitet</a:t>
            </a:r>
            <a:r>
              <a:rPr lang="da-DK" dirty="0"/>
              <a:t> og karakterisere materialer som </a:t>
            </a:r>
            <a:r>
              <a:rPr lang="da-DK" dirty="0" err="1"/>
              <a:t>paramagnetiske</a:t>
            </a:r>
            <a:r>
              <a:rPr lang="da-DK" dirty="0"/>
              <a:t>, diamagnetiske og </a:t>
            </a:r>
            <a:r>
              <a:rPr lang="da-DK" dirty="0" err="1"/>
              <a:t>ferromagnetiske</a:t>
            </a:r>
            <a:endParaRPr lang="da-DK" dirty="0"/>
          </a:p>
          <a:p>
            <a:pPr algn="just"/>
            <a:endParaRPr lang="da-DK" dirty="0"/>
          </a:p>
          <a:p>
            <a:pPr algn="just"/>
            <a:r>
              <a:rPr lang="da-DK" dirty="0"/>
              <a:t>Anvende Faradays lov til at bestemme størrelsen af den elektromotoriske kraft fra induktion</a:t>
            </a:r>
          </a:p>
          <a:p>
            <a:pPr algn="just"/>
            <a:endParaRPr lang="da-DK" dirty="0"/>
          </a:p>
          <a:p>
            <a:pPr algn="just"/>
            <a:r>
              <a:rPr lang="da-DK" dirty="0"/>
              <a:t>Anvende </a:t>
            </a:r>
            <a:r>
              <a:rPr lang="da-DK" dirty="0" err="1"/>
              <a:t>Lenz’s</a:t>
            </a:r>
            <a:r>
              <a:rPr lang="da-DK" dirty="0"/>
              <a:t> lov til at bestemme retningen af strømmen fra den elektromotoriske kraft fra induktion</a:t>
            </a:r>
          </a:p>
          <a:p>
            <a:pPr algn="just"/>
            <a:endParaRPr lang="da-DK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861C8-E869-4EA8-9590-F8791377BE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0EA90-D898-68BC-1BC2-8ADBEE1FA5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4533E7F-07E8-339D-CAE2-926E4E42E328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508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FE53-D6E6-0DB7-CB89-3A609D5C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DECCD5-6204-ED86-F9B2-8CFA2728E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Induktion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19F89D-62BC-390C-157A-71A64DB04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9312300" cy="4546800"/>
          </a:xfrm>
        </p:spPr>
        <p:txBody>
          <a:bodyPr wrap="square" anchor="t">
            <a:noAutofit/>
          </a:bodyPr>
          <a:lstStyle/>
          <a:p>
            <a:pPr marL="0" indent="0" algn="just">
              <a:buNone/>
            </a:pPr>
            <a:r>
              <a:rPr lang="da-DK" dirty="0"/>
              <a:t>Indtil nu:</a:t>
            </a:r>
          </a:p>
          <a:p>
            <a:pPr algn="just"/>
            <a:r>
              <a:rPr lang="da-DK" dirty="0"/>
              <a:t>Elektriske felter fra (stationære) elektriske ladningsfordelinger</a:t>
            </a:r>
          </a:p>
          <a:p>
            <a:pPr algn="just"/>
            <a:r>
              <a:rPr lang="da-DK" dirty="0"/>
              <a:t>Magnetfelter fra konstante elektriske strømme</a:t>
            </a:r>
          </a:p>
          <a:p>
            <a:pPr marL="0" indent="0" algn="just">
              <a:buNone/>
            </a:pPr>
            <a:endParaRPr lang="da-DK" dirty="0"/>
          </a:p>
          <a:p>
            <a:pPr marL="0" indent="0" algn="just">
              <a:buNone/>
            </a:pPr>
            <a:r>
              <a:rPr lang="da-DK" dirty="0"/>
              <a:t>Sidste emne (i dag og næste gang):</a:t>
            </a:r>
          </a:p>
          <a:p>
            <a:pPr algn="just"/>
            <a:r>
              <a:rPr lang="da-DK" dirty="0"/>
              <a:t>Elektriske felter fra tidsvarierende magnetfelter = induktion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3F78F3-9C2C-AF2E-A65B-BBAB127C82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AE2A2-FF9F-CDCB-0F28-9A9F9B712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C108C068-C964-7C5B-67A0-D2B229D9940C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8721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B196-42E8-A81F-D03F-D3C164D1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3189355-FE7B-E67C-8FE2-77DE09CD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Elektromotorisk kraft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D20D8545-2800-8571-2DA3-A786FD06C80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</p:spPr>
            <p:txBody>
              <a:bodyPr wrap="square" anchor="t">
                <a:noAutofit/>
              </a:bodyPr>
              <a:lstStyle/>
              <a:p>
                <a:pPr marL="0" indent="0" algn="just">
                  <a:buNone/>
                </a:pPr>
                <a:r>
                  <a:rPr lang="da-DK" dirty="0"/>
                  <a:t>Den elektromotoriske kraft (</a:t>
                </a:r>
                <a:r>
                  <a:rPr lang="da-DK" dirty="0" err="1"/>
                  <a:t>emf</a:t>
                </a:r>
                <a:r>
                  <a:rPr lang="da-DK" dirty="0"/>
                  <a:t>) er det arbejde der udføres pr. ladningsenhed af en kilde, såsom et batteri eller en generator, for at drive elektrisk strøm i en kredsløb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D20D8545-2800-8571-2DA3-A786FD06C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  <a:blipFill>
                <a:blip r:embed="rId2"/>
                <a:stretch>
                  <a:fillRect l="-1505" t="-1743" r="-15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3455A-40CF-FEB6-E6FC-DE5A21D6A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C0E49-0314-FD01-A976-3DFD5A7DE9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22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6A2555A9-7E22-DC6E-6D8E-CE0C333671C2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240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FI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81513-FEAF-03F2-421B-E8241B0F297B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765300" y="1003300"/>
            <a:ext cx="9309100" cy="508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16FCF1C-943E-4A4D-A6FC-C2F6514802E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5258C8-A75D-4C0A-AE75-47C491D5DCD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0F1773C8-CB81-44A7-BE8B-4C0CEB68FEB4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2073A77-E7A2-4798-90BC-9A06066754F4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99EF53-8D4B-4FE6-8555-C6C8C8594201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FF48C-3B05-4BE9-B9CA-0858E13C2217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0168E-0F6B-4504-8B01-6B1385AC160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B77DFE-50FC-4ABB-8667-B277A9F7D590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joule (J)</a:t>
            </a:r>
            <a:endParaRPr lang="da-DK" dirty="0" err="1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C52CF-2082-4E37-81D3-6EFB920D8595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E5A058-BE8B-44A1-BAAB-2158C09081E9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86F1F5A-B8A0-49C3-A332-2AB9EA58CB99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8A7BDD-BC7C-4AA2-98D9-5E5F321D4686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newton (N)</a:t>
            </a:r>
            <a:endParaRPr lang="da-DK" dirty="0" err="1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25F2DE-9643-43B9-A770-8E3D86F71E8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BCF575-DB47-4FA5-8355-6BDDD59D29E3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536534-470C-4324-8693-2FCC8E43821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76170E-6CBE-4EB7-B033-506B0A27970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volt (V)</a:t>
            </a:r>
            <a:endParaRPr lang="da-DK" dirty="0" err="1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821126-1720-496F-B67F-04E04A26AAF6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3FC2895-68EA-4579-A8F2-97267C928EE2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1BC87CF-93B7-4584-AF85-302B31576B7C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083126-A405-478C-96D5-117750A195FE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tesla (T)</a:t>
            </a:r>
            <a:endParaRPr lang="da-DK" dirty="0" err="1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D6D819-E423-47BF-8D92-46770AE0E3DD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43E62A3-F598-416A-80AE-8A51B1107490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01E51A-E60A-44FC-9188-96CBDD4679B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8" name="Date Placeholder 6">
            <a:extLst>
              <a:ext uri="{FF2B5EF4-FFF2-40B4-BE49-F238E27FC236}">
                <a16:creationId xmlns:a16="http://schemas.microsoft.com/office/drawing/2014/main" id="{821B033C-00B3-5AD2-8C71-9052361743D4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29" name="Footer Placeholder 7">
            <a:extLst>
              <a:ext uri="{FF2B5EF4-FFF2-40B4-BE49-F238E27FC236}">
                <a16:creationId xmlns:a16="http://schemas.microsoft.com/office/drawing/2014/main" id="{65353FD8-432C-F7F5-B71E-4ECADA6A513A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3841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FI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AB65D-B101-1928-B1FD-5351D357BFE5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765300" y="1003300"/>
            <a:ext cx="9309100" cy="508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7F0417-9AAC-4D6C-B6E7-B88A1F95948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8E70E9-597E-4564-AFCD-D8D8B15BE4E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Rectangle: Top Corners Snipped 6">
            <a:extLst>
              <a:ext uri="{FF2B5EF4-FFF2-40B4-BE49-F238E27FC236}">
                <a16:creationId xmlns:a16="http://schemas.microsoft.com/office/drawing/2014/main" id="{8B1FF867-C2A1-41BD-9CB7-D70904B159A4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A71076-5E6A-4FA6-82DC-D883B6362404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94662-9802-4D51-8F5A-3A4CA4BC339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2C6FE-7182-4DE8-B803-00A1D697D7C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4A06A-8BF2-43BC-97F2-011050CCEC7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joule (J)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D5E63F-0E35-42F8-BEA7-7CE914538DE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20653D-6155-4E3C-90F0-456D0C2EE9F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6A9122-D50D-41E4-A563-5868029A6839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06212A-2B9C-47D1-84A9-7257AFE70A42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newton (N)</a:t>
            </a:r>
            <a:endParaRPr lang="da-DK" dirty="0" err="1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2F7927-164B-447F-9F38-B2A4B05AEF08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0401D7-9D41-4B5F-96A1-78DE620DDCA3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CA80CF-1597-48A4-B438-4F8BDF63D36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30486D-451F-4043-8844-5CB27F7BD07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volt (V)</a:t>
            </a:r>
            <a:endParaRPr lang="da-DK" dirty="0" err="1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B5248-EB0E-4D84-A335-E41F308ED48A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CCCF11-B708-4941-A1BB-9FC0D289986A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2702435-6E83-4584-91A5-5C7D96126FC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7C49D2-8415-4359-8F96-C75E4CFC3AD6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tesla (T)</a:t>
            </a:r>
            <a:endParaRPr lang="da-DK" dirty="0" err="1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847163-78B0-4E24-BF14-104A6A9172D4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C0EC42-8221-40B9-95B7-326C9D5921A5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68CFF65-838A-4F36-8AFE-828E891B2AD3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E05726-1A77-4B2D-8DDD-769A22D60046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FAE63F7D-CD49-BCDF-3801-5B3B9556AD80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7E0041CC-835F-11AD-985D-F62F8C1AC423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9380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6E54-0270-028C-CAC0-CE53867AC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E37F5C-63C9-743F-C80C-2C6B7A95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Elektromotorisk kraft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51A417C-5EEC-4C3F-E8D8-9BEB576741B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</p:spPr>
            <p:txBody>
              <a:bodyPr wrap="square" anchor="t">
                <a:noAutofit/>
              </a:bodyPr>
              <a:lstStyle/>
              <a:p>
                <a:pPr marL="0" indent="0" algn="just">
                  <a:buNone/>
                </a:pPr>
                <a:r>
                  <a:rPr lang="da-DK" dirty="0"/>
                  <a:t>Den elektromotoriske kraft (</a:t>
                </a:r>
                <a:r>
                  <a:rPr lang="da-DK" dirty="0" err="1"/>
                  <a:t>emf</a:t>
                </a:r>
                <a:r>
                  <a:rPr lang="da-DK" dirty="0"/>
                  <a:t>) er det arbejde der udføres pr. ladningsenhed af en kilde, såsom et batteri eller en generator, for at drive elektrisk strøm i en kredsløb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</m:oMath>
                  </m:oMathPara>
                </a14:m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og har enheden volt (V).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På et batteri er den elektromotoriske kraft den spænding, som måles henover batteriet, når strømkredsen ikke er sluttet. 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51A417C-5EEC-4C3F-E8D8-9BEB576741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  <a:blipFill>
                <a:blip r:embed="rId2"/>
                <a:stretch>
                  <a:fillRect l="-1505" t="-1743" r="-15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94EB55-54A3-71ED-FA2F-74793DAEA1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DA4AA-095E-C657-A306-6326429E10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A332EB87-9726-C191-0E23-F0E9678489A4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3997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585D-59B2-E264-BC9F-59822395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8B1BF28-6A2C-D73E-2D87-F21C7D22E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Magnetisk flux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44756D9-B116-1490-E403-6F12B31511F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</p:spPr>
            <p:txBody>
              <a:bodyPr wrap="square" anchor="t">
                <a:noAutofit/>
              </a:bodyPr>
              <a:lstStyle/>
              <a:p>
                <a:pPr marL="0" indent="0" algn="just">
                  <a:buNone/>
                </a:pPr>
                <a:r>
                  <a:rPr lang="da-DK" dirty="0"/>
                  <a:t>Den magnetiske flux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da-DK" dirty="0"/>
                  <a:t> er et mål for mængden af magnetiske feltlinjer, der passerer gennem en give overflade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a-DK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da-DK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da-DK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a-DK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𝑑𝐴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44756D9-B116-1490-E403-6F12B31511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  <a:blipFill>
                <a:blip r:embed="rId2"/>
                <a:stretch>
                  <a:fillRect l="-1505" t="-1743" r="-15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3CC78-6EAA-7333-290D-3693CCD0AF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5916C-94F6-9D62-95A9-4A4A8F3470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26</a:t>
            </a:fld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38052CB-3FBA-E5D6-A9C2-F42BBD2DA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986" y="3429000"/>
            <a:ext cx="9425854" cy="2709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48C41526-CF43-76B4-68DA-9803289A5CE2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501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229D1-9DB9-B284-DF73-ED7ECC40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767DB7-E9B3-81FE-3E18-823E2A262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Faradays lov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8D01D19-0CDD-2BB4-39A2-16A32EB15E1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</p:spPr>
            <p:txBody>
              <a:bodyPr wrap="square" anchor="t">
                <a:noAutofit/>
              </a:bodyPr>
              <a:lstStyle/>
              <a:p>
                <a:pPr marL="0" indent="0" algn="just">
                  <a:buNone/>
                </a:pPr>
                <a:r>
                  <a:rPr lang="da-DK" dirty="0"/>
                  <a:t>Den inducerede elektromotoriske kraft er den negative ændring i det magnetiske flux pr. tidsenhed. Enhver ændring i det magnetiske felt eller ændring i orienteringen af spolen i forhold til det magnetiske felt inducerer en spænding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da-DK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98D01D19-0CDD-2BB4-39A2-16A32EB15E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774800" y="1706399"/>
                <a:ext cx="9312300" cy="4546800"/>
              </a:xfrm>
              <a:blipFill>
                <a:blip r:embed="rId2"/>
                <a:stretch>
                  <a:fillRect l="-1505" t="-1743" r="-15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856E9-3501-15EE-3BEC-8E4D7CB40C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F6B721-9545-3E58-AD0D-8933B586C2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B5C9414B-BDD3-C14E-6DB6-504CF9E219BE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4745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1A80-FB6B-D973-F85B-1A48D8C9B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90C9FB2-80A6-DB82-537F-D677D81EF3F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74725" y="3488467"/>
            <a:ext cx="6902805" cy="2305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32365E-764F-40FC-2C12-C8F9B531DDF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4428" y="1705749"/>
            <a:ext cx="3630100" cy="452854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E857B3E-DF4C-1BB2-9C84-2D05BCC43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 wrap="square" anchor="b">
            <a:normAutofit/>
          </a:bodyPr>
          <a:lstStyle/>
          <a:p>
            <a:r>
              <a:rPr lang="da-DK" dirty="0"/>
              <a:t>Faradays lov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4AC41-1C70-558D-F8E4-836BA631CD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573C6-8682-E3CB-E62C-C0DC22577C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28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629411-478F-59AD-EC38-77EA64F32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726" y="1705748"/>
            <a:ext cx="6902805" cy="1663786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00001CA-F686-13F5-DC91-EFF2C4C18766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550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80051-3F06-9818-8C8B-92F38B72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18CA34-C33F-F99F-69B1-6CFEA7904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da-DK" dirty="0" err="1"/>
              <a:t>Lenz’s</a:t>
            </a:r>
            <a:r>
              <a:rPr lang="da-DK" dirty="0"/>
              <a:t> lov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2B15DFA-CCFA-2EE7-4EEB-FF9417EBCD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just">
                  <a:buNone/>
                </a:pPr>
                <a:r>
                  <a:rPr lang="da-DK" dirty="0"/>
                  <a:t>Lenz’s lov fortæller om retningen på den inducerede elektromotoriske kraft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da-DK" dirty="0"/>
                  <a:t>:</a:t>
                </a:r>
              </a:p>
              <a:p>
                <a:pPr marL="0" indent="0" algn="just">
                  <a:buNone/>
                </a:pPr>
                <a:endParaRPr lang="da-DK" dirty="0"/>
              </a:p>
              <a:p>
                <a:pPr marL="0" indent="0" algn="just">
                  <a:buNone/>
                </a:pPr>
                <a:r>
                  <a:rPr lang="da-DK" dirty="0"/>
                  <a:t>Den inducerede elektromotoriske kraft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da-DK" dirty="0"/>
                  <a:t> driver strømmen rundt i en spole, så den altid modarbejder ændringen i den magnetiske flux, der forårsager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da-DK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2B15DFA-CCFA-2EE7-4EEB-FF9417EBC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5" t="-1743" r="-157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9223A-832A-3F3C-D326-4DFD39BF1A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CD11D-9854-18AD-776A-AD0545EB18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E28C59FA-56F8-B6F9-D746-1A3DCE7A6757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26893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sker der når magneter falder gennem et kobberrør?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5864FB-CA47-486C-978B-CE384212147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34E6D6-F1FB-439A-AACF-C614FFE55B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A8E1889C-D22C-455F-BA17-EED683AE135D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DD5150-CAE5-4C40-B8B1-F24F346F78D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4EA26CD-0F06-4E53-82D3-566EC2E90F93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C843C-DF94-4310-9466-E6B15361982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22A1E-49A3-4AB1-811C-89D838059BC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E005D-085B-48C4-9B2A-AB95B54D049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 bevæger lige så hurtigt nedad som uden kobberrør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182751-0A4E-44EB-A2C9-0711A11F3D2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098704-1059-424E-ABE9-7C02917F9FA4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7D02F5-427D-4139-86F4-344F36077A98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DE03DE-FBA3-4D20-8E6E-C4DFF2315094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 bevæger sig ud igen ad kobberrørets top</a:t>
            </a:r>
            <a:endParaRPr lang="da-DK" dirty="0" err="1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41A730-8478-4080-A35D-C8909E600C73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3DFDB4-2913-4A15-BD6C-9EC72DDBDD5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2F7C39-08E1-4DEF-AF8F-D1C61D596F24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B97943-7261-4E5E-A256-C6C330012685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 falder langsommere gennem kobberrøret end uden kobberrør</a:t>
            </a:r>
            <a:endParaRPr lang="da-DK" dirty="0" err="1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0BD7AF-5FAE-4635-AFDB-B2D32ABEC6FB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ADB4E26-7A6E-46BA-AB85-85736174507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F62CB7-9183-48B2-9675-2419F845E558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FE21FC-5F2F-4CF9-B0C8-491786B45452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 bliver hængende i kobberrøret</a:t>
            </a:r>
            <a:endParaRPr lang="da-DK" dirty="0" err="1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37FAFF-FB0D-4E3D-BFEE-30CB3D1FC25E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1294825-A6AA-4D52-B657-2FF500D8875F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9DD494D-A33C-44D8-B186-B78372220EEF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21168BFA-80FC-3443-E117-D48FB39375A8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28" name="Footer Placeholder 7">
            <a:extLst>
              <a:ext uri="{FF2B5EF4-FFF2-40B4-BE49-F238E27FC236}">
                <a16:creationId xmlns:a16="http://schemas.microsoft.com/office/drawing/2014/main" id="{B2AD9EE3-EB91-44F6-ED46-A6827D36A3A8}"/>
              </a:ext>
            </a:extLst>
          </p:cNvPr>
          <p:cNvSpPr txBox="1">
            <a:spLocks/>
          </p:cNvSpPr>
          <p:nvPr/>
        </p:nvSpPr>
        <p:spPr>
          <a:xfrm>
            <a:off x="5590800" y="6568584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4052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sker der når magneter falder gennem et kobberrør?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98B832-B88A-4B3E-B345-6E2A5BA123D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26DA57-BAA2-4010-B7F3-1B1824C4D36B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65E29EDE-051A-4742-92BB-56994C017C3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2014E2-2A63-48C3-9513-7AD8EB3240B6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9E8BD-F273-4646-B405-2A261F2E5D2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87C424-F2D9-4690-98D2-A250B2C448F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A282F2-3DEF-4486-8BBB-9F27F8D70D0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 bevæger lige så hurtigt nedad som uden kobberrør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D690ED-5906-418E-AD2F-636BD877992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287A70-AE0D-4956-BC19-24A25AE6E3BF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19FB2F-75BC-4064-981A-0E15BA832C59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76D415-733B-4E1A-AA4D-C370FF90788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 bevæger sig ud igen ad kobberrørets top</a:t>
            </a:r>
            <a:endParaRPr lang="da-DK" dirty="0" err="1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60237F-22C3-4386-977F-7B72E7A668EC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09A581-5CBA-4896-9F03-BB5C08EFC7F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EE6D80-C22B-4F1A-9399-A6F3AB5794AC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4D8B93-1E1B-46B2-83F6-A18668D67E4A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 falder langsommere gennem kobberrøret end uden kobberrør</a:t>
            </a:r>
            <a:endParaRPr lang="da-DK" dirty="0" err="1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B9809B-808C-4919-955C-ECCF9B83DE92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6D9EFA-4EDC-407F-B474-D96CC76BC3BF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76F854-F139-4279-AB44-2009D972E1D8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8DA544-4E03-48DF-BC63-07D9D52951FC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De bliver hængende i kobberrøret</a:t>
            </a:r>
            <a:endParaRPr lang="da-DK" dirty="0" err="1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759E73-C848-4E60-AB67-AC90CC195265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0475154-B2D8-42C7-936D-35B674BC0FE8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59FE3CC-19B6-42EC-ADA7-429D00E44C2F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7FA4BD-09D2-4036-85FE-46E6AF205326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E8379A64-691C-6A60-9574-EC9EE90FB1C3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28" name="Footer Placeholder 7">
            <a:extLst>
              <a:ext uri="{FF2B5EF4-FFF2-40B4-BE49-F238E27FC236}">
                <a16:creationId xmlns:a16="http://schemas.microsoft.com/office/drawing/2014/main" id="{A1832312-8261-7B24-06CC-BADBE9C9735D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0681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83A8-D1AD-B513-1F7F-D70B2519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A92C5-A74E-711A-4B24-7489ED796B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A9284-05E2-30B0-ACF2-397C0707E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32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E195A4-841A-2426-ECB2-490D094AF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30" y="589514"/>
            <a:ext cx="7870352" cy="5678972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DA8D4E0C-E388-7BD5-F76B-2383A7B74A7A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9366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C9764-4725-9EA3-C01E-6110156B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B6399-D720-65BE-D3B4-8D2CDAE77F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86DF6-4AC3-C870-D8CA-E3C6C3F57B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33</a:t>
            </a:fld>
            <a:endParaRPr lang="en-GB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E66F63-4416-CC66-2EEA-0222AFD5D2AB}"/>
              </a:ext>
            </a:extLst>
          </p:cNvPr>
          <p:cNvGrpSpPr/>
          <p:nvPr/>
        </p:nvGrpSpPr>
        <p:grpSpPr>
          <a:xfrm>
            <a:off x="252001" y="1412777"/>
            <a:ext cx="11686411" cy="4104455"/>
            <a:chOff x="252001" y="980729"/>
            <a:chExt cx="11686411" cy="410445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BBCDBB1-7C85-4DC0-E0B4-1AC9835F8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001" y="980729"/>
              <a:ext cx="5688267" cy="410445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B92FDE4-35AB-1962-4DAA-2F5E8BB83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7783" y="980729"/>
              <a:ext cx="5610629" cy="194094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EA5F4B-4E03-47A3-BDC2-53DE1F7EA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7784" y="3032957"/>
              <a:ext cx="5398954" cy="1620180"/>
            </a:xfrm>
            <a:prstGeom prst="rect">
              <a:avLst/>
            </a:prstGeom>
          </p:spPr>
        </p:pic>
      </p:grp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629195CB-5CF1-FA94-9778-96A6A1B1ADBA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9588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er lige nu mest uklart?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BD9503-076A-445C-A6AB-6CCF19A3F27A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E59CB2B-7B7C-4CE6-BF8B-27EEDEF4D7E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Question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80EAC5E3-4790-4AFB-8F14-D8CC4013011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5AEE7A-E2AF-4100-88A9-15DD7270FF5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CF29A0-2DE6-4713-8197-A825C8EF668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328400" y="6007100"/>
            <a:ext cx="762000" cy="762000"/>
          </a:xfrm>
          <a:prstGeom prst="ellipse">
            <a:avLst/>
          </a:prstGeom>
          <a:solidFill>
            <a:srgbClr val="79238E"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  <a:alpha val="100000"/>
            </a:srgbClr>
          </a:solidFill>
          <a:ln w="9525" cap="flat" cmpd="sng" algn="ctr">
            <a:solidFill>
              <a:srgbClr val="79238E"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  <a:alpha val="100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0" tIns="46800" rIns="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4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094DCC-3804-4705-A018-DA9F5233475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70CD5A-6B0E-4F9F-B067-ED0573783B3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FB3D0C-FD31-4AEA-84B9-0E51CBD2E54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Anvendelse af Biot-Savarts Lov</a:t>
            </a:r>
            <a:endParaRPr lang="da-DK" dirty="0" err="1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A373EF-731B-41E6-A413-EA9A0A95CD0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B48EC9-60E8-4BDC-861F-D25E42BEF7E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E1B36C-6FB9-4E41-814E-64363A136423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1CCDC-1269-4E11-BF2C-E91FB36BACD5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Materialers magnetiske egenskaber</a:t>
            </a:r>
            <a:endParaRPr lang="da-DK" dirty="0" err="1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3B28EE-34BB-4BA4-B97D-85104296AF57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BE54E0-4F66-4187-8C31-52B439EA25DD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9227F95-ADA2-407F-8002-414891537242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43185A-7DF0-4D22-BD0F-DAE3E04F0B5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Faradays lov (størrelsen af induceret strøm)</a:t>
            </a:r>
            <a:endParaRPr lang="da-DK" dirty="0" err="1"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FED609-9151-44B8-B426-8D4AA5191B0A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269D0B-7F1B-4B0C-AED8-D2DFD9D88A56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5B44F06-70EB-41E7-B809-BDEEDB6BE0EC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529D3-0083-4CD1-964D-6122EF4346BD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Lenz's lov (retningen af induceret strøm)</a:t>
            </a:r>
            <a:endParaRPr lang="da-DK" dirty="0" err="1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E0896-D483-467A-A9A5-8FA8A2D02E03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6EAB09-1229-4C95-A62A-534247740A9F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92C1B3-99A6-40EF-A3D5-AAACABF9AA4F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112CFCC4-A0BB-6CF6-CCF3-88DB69AB7999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28" name="Footer Placeholder 7">
            <a:extLst>
              <a:ext uri="{FF2B5EF4-FFF2-40B4-BE49-F238E27FC236}">
                <a16:creationId xmlns:a16="http://schemas.microsoft.com/office/drawing/2014/main" id="{3A8A5134-A294-9665-0A59-820201C318A0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7731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432C-6EE4-3A48-B260-083AF2E7E36A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da-DK"/>
              <a:t>Hvad er lige nu mest uklart?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B87DD-025D-AE43-4A03-910135B61E5D}"/>
              </a:ext>
            </a:extLst>
          </p:cNvPr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en-FI"/>
              <a:t> </a:t>
            </a:r>
            <a:endParaRPr lang="en-FI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A98591-B8CC-41F1-B1EE-F5470B418B2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35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##/##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4D1D7A-73E5-44AC-B1A8-907DA57B7EDD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0083800" y="63500"/>
            <a:ext cx="2032000" cy="3810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rPr>
              <a:t>Results slide</a:t>
            </a: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Rectangle: Top Corners Snipped 5">
            <a:extLst>
              <a:ext uri="{FF2B5EF4-FFF2-40B4-BE49-F238E27FC236}">
                <a16:creationId xmlns:a16="http://schemas.microsoft.com/office/drawing/2014/main" id="{005C5702-CD0E-4E6B-9925-1A38D68492C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5100" y="254000"/>
            <a:ext cx="177800" cy="127000"/>
          </a:xfrm>
          <a:prstGeom prst="snip2SameRect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C2CAD-B39E-4823-8575-A55E8A6290B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90500" y="127000"/>
            <a:ext cx="127000" cy="127000"/>
          </a:xfrm>
          <a:prstGeom prst="ellipse">
            <a:avLst/>
          </a:prstGeom>
          <a:solidFill>
            <a:srgbClr val="FFFFFF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046804-E4DB-4C9D-82A8-CDE85520F11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781300" y="889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Join at: </a:t>
            </a:r>
            <a:r>
              <a:rPr lang="da-DK" b="1">
                <a:latin typeface="+mn-lt"/>
              </a:rPr>
              <a:t>vevox.app</a:t>
            </a:r>
            <a:endParaRPr lang="da-DK" dirty="0" err="1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7BFC1-7134-4D39-B5B2-D2778D78C45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918200" y="101600"/>
            <a:ext cx="2413000" cy="381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ID: </a:t>
            </a:r>
            <a:r>
              <a:rPr lang="da-DK" b="1">
                <a:latin typeface="+mn-lt"/>
              </a:rPr>
              <a:t>158-738-026</a:t>
            </a:r>
            <a:endParaRPr lang="da-DK" dirty="0" err="1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12877-3DD1-492B-8AF0-C5887106C1A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25500" y="179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Anvendelse af Biot-Savarts Lov</a:t>
            </a:r>
            <a:endParaRPr lang="da-DK" dirty="0" err="1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47D32-E4D2-4E8D-AD07-B1FDC3B38BE6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325100" y="195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374CC9-1788-4BF3-891D-3C07B749C341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825500" y="210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A02F48-AA1C-46BF-B85F-F2AE02BF8B09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25500" y="210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4A6DC-30F0-4FC1-8C8C-2759AC4A7FF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25500" y="242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Materialers magnetiske egenskaber</a:t>
            </a:r>
            <a:endParaRPr lang="da-DK" dirty="0" err="1"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39D9CA-F6B5-4F2E-B818-95E56E295C8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325100" y="259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98CC40A-1AE5-4768-9314-40EDE805A1F7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25500" y="274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C5CD56-88AB-4330-A8B7-F98DB1FE4296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25500" y="274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BE610F-9172-4D9F-95B7-F9B448333E5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5500" y="3060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Faradays lov (størrelsen af induceret strøm)</a:t>
            </a:r>
            <a:endParaRPr lang="da-DK" dirty="0" err="1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773559-5BC8-4D60-AAF4-2353A9CFB4D5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0325100" y="3225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1C2676-F177-43A7-AFAB-6A01D87A8A6E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25500" y="3378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4815686-D204-4EBD-ADEB-04F49BEA4104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5500" y="3378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25301B-FA24-453D-AD24-F7C1EAD2F74D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25500" y="3695700"/>
            <a:ext cx="10502900" cy="3175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>
                <a:latin typeface="+mn-lt"/>
              </a:rPr>
              <a:t>Lenz's lov (retningen af induceret strøm)</a:t>
            </a:r>
            <a:endParaRPr lang="da-DK" dirty="0" err="1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E2210F-EFC5-4BCD-A003-02F8304177F3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325100" y="3860800"/>
            <a:ext cx="1016000" cy="635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spAutoFit/>
          </a:bodyPr>
          <a:lstStyle/>
          <a:p>
            <a:pPr algn="r">
              <a:spcBef>
                <a:spcPts val="432"/>
              </a:spcBef>
            </a:pPr>
            <a:r>
              <a:rPr lang="da-DK">
                <a:latin typeface="+mn-lt"/>
              </a:rPr>
              <a:t>0%</a:t>
            </a:r>
            <a:endParaRPr lang="da-DK" dirty="0" err="1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461C831-C73A-45E3-8E12-67317432FADF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25500" y="4013200"/>
            <a:ext cx="9486900" cy="317500"/>
          </a:xfrm>
          <a:prstGeom prst="roundRect">
            <a:avLst/>
          </a:prstGeom>
          <a:solidFill>
            <a:srgbClr val="79238E">
              <a:alpha val="0"/>
            </a:srgbClr>
          </a:solidFill>
          <a:ln w="12700" cap="flat" cmpd="sng" algn="ctr">
            <a:solidFill>
              <a:srgbClr val="80808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B39A8E9-8EDF-4196-B5E0-BDD08D6CEE3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25500" y="4013200"/>
            <a:ext cx="0" cy="3175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none" lIns="90000" tIns="46800" rIns="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75A2BD-0F7D-4CF0-A4AE-D00BB71A20C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0" y="5486400"/>
            <a:ext cx="12179300" cy="1219200"/>
          </a:xfrm>
          <a:prstGeom prst="rect">
            <a:avLst/>
          </a:prstGeom>
          <a:solidFill>
            <a:srgbClr val="666666">
              <a:alpha val="40000"/>
              <a:alpha val="0"/>
              <a:alpha val="0"/>
              <a:alpha val="0"/>
              <a:alpha val="4000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  <a:alpha val="0"/>
            </a:srgbClr>
          </a:solidFill>
          <a:ln w="12700" cap="flat" cmpd="sng" algn="ctr">
            <a:solidFill>
              <a:srgbClr val="808080">
                <a:alpha val="40000"/>
                <a:alpha val="0"/>
                <a:alpha val="0"/>
                <a:alpha val="0"/>
                <a:alpha val="4000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  <a:alpha val="0"/>
              </a:srgb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rot="0" spcFirstLastPara="0" vertOverflow="clip" horzOverflow="clip" vert="horz" wrap="square" lIns="90000" tIns="46800" rIns="90000" bIns="4680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80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7" name="Date Placeholder 6">
            <a:extLst>
              <a:ext uri="{FF2B5EF4-FFF2-40B4-BE49-F238E27FC236}">
                <a16:creationId xmlns:a16="http://schemas.microsoft.com/office/drawing/2014/main" id="{3299D450-AE6D-300C-E82B-A975731B0D98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  <p:sp>
        <p:nvSpPr>
          <p:cNvPr id="28" name="Footer Placeholder 7">
            <a:extLst>
              <a:ext uri="{FF2B5EF4-FFF2-40B4-BE49-F238E27FC236}">
                <a16:creationId xmlns:a16="http://schemas.microsoft.com/office/drawing/2014/main" id="{F2899C82-2F8D-EF8B-141A-974E3A19A2E0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dirty="0"/>
              <a:t>10060 Fysik (PG) | elektromagneter og induktion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1727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2EC70-BF5C-0769-C0DB-13A266EE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7D37A4-2AE7-4B8C-5852-CCE40EAC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da-DK" dirty="0"/>
              <a:t>Ligninger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DD86D-9EB4-42E4-D1E4-5233B62334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10060 </a:t>
            </a:r>
            <a:r>
              <a:rPr lang="en-GB" dirty="0" err="1"/>
              <a:t>Fysik</a:t>
            </a:r>
            <a:r>
              <a:rPr lang="en-GB" dirty="0"/>
              <a:t> (PG) | </a:t>
            </a:r>
            <a:r>
              <a:rPr lang="en-GB" dirty="0" err="1"/>
              <a:t>elektromagneter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induktion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0EC47-DA3A-DC4C-BC17-4ED4B3C60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fld id="{103EA872-A674-449B-A120-B97244F8E91D}" type="slidenum">
              <a:rPr lang="en-GB" smtClean="0"/>
              <a:pPr/>
              <a:t>36</a:t>
            </a:fld>
            <a:endParaRPr lang="en-GB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786BA09-2C4E-3EE7-0CBB-1E3594805734}"/>
              </a:ext>
            </a:extLst>
          </p:cNvPr>
          <p:cNvGrpSpPr/>
          <p:nvPr/>
        </p:nvGrpSpPr>
        <p:grpSpPr>
          <a:xfrm>
            <a:off x="4083965" y="912485"/>
            <a:ext cx="7003135" cy="5184576"/>
            <a:chOff x="3865414" y="1556792"/>
            <a:chExt cx="4459583" cy="330152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11F59A3-900B-D145-D299-2E618720501D}"/>
                </a:ext>
              </a:extLst>
            </p:cNvPr>
            <p:cNvGrpSpPr/>
            <p:nvPr/>
          </p:nvGrpSpPr>
          <p:grpSpPr>
            <a:xfrm>
              <a:off x="3865414" y="1556792"/>
              <a:ext cx="4459583" cy="2203814"/>
              <a:chOff x="4053030" y="4149080"/>
              <a:chExt cx="4459583" cy="22038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6E262D4-124F-B956-9C86-00BE01F708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92786" y="4149080"/>
                <a:ext cx="4419827" cy="46357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768C23A-DCCB-1E69-6087-1EE0607901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3030" y="4612654"/>
                <a:ext cx="3454578" cy="958899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C75A702-31D5-9268-7ED2-20D7312C53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9534" y="5495600"/>
                <a:ext cx="3562533" cy="857294"/>
              </a:xfrm>
              <a:prstGeom prst="rect">
                <a:avLst/>
              </a:prstGeom>
            </p:spPr>
          </p:pic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B181E7E-5091-BAD1-3B42-B66673ACE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87098" y="3880370"/>
              <a:ext cx="4254719" cy="977950"/>
            </a:xfrm>
            <a:prstGeom prst="rect">
              <a:avLst/>
            </a:prstGeom>
          </p:spPr>
        </p:pic>
      </p:grp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35089B33-F194-AD3D-0861-15C9B96512F4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7211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22DF-A8BF-A706-5535-BC4C36B1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5009AC-D094-78E5-C356-F153A25BA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Ligninger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1F329-0356-9D7B-EC62-C1E72638BE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a-DK" dirty="0"/>
              <a:t>10060 Fysik (PG) | magnetfelter fra elektriske strømme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A9A22-8C98-71FC-4F17-D89329D4FC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37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55AC5-6847-612E-358B-ED0324FC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134" y="2877126"/>
            <a:ext cx="5112918" cy="35594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C80B95-CA79-2214-1D0B-EE920F839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965" y="94111"/>
            <a:ext cx="6357606" cy="2783015"/>
          </a:xfrm>
          <a:prstGeom prst="rect">
            <a:avLst/>
          </a:prstGeom>
        </p:spPr>
      </p:pic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0FC6D87-C0D4-2584-19B9-D757470E029A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8601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8B06B-9119-E82E-F102-2371EFF4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6DDAD0C2-04F6-5868-1A02-DD6A56B3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Ligninger</a:t>
            </a:r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2A9801-4557-867C-DB4E-218FD4FF6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7253" y="1484782"/>
            <a:ext cx="7895908" cy="5040562"/>
          </a:xfrm>
          <a:prstGeom prst="rect">
            <a:avLst/>
          </a:prstGeom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104FE141-408E-B0BE-11BB-8B11E45FC943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09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62347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Ligninger</a:t>
            </a:r>
            <a:endParaRPr lang="uk-UA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53EF8-C81F-6E60-C765-68EF71FC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dirty="0"/>
              <a:t>E25 08</a:t>
            </a:r>
            <a:endParaRPr lang="en-GB" dirty="0"/>
          </a:p>
        </p:txBody>
      </p:sp>
      <p:sp>
        <p:nvSpPr>
          <p:cNvPr id="10" name="FLD_Presentation Tit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 dirty="0"/>
              <a:t>10060 Fysik (PG) | elektrisk potential, strøm og modstand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351522-925A-5BAF-4D30-7BABF7736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91" y="1619157"/>
            <a:ext cx="4826248" cy="3619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6D5590-63DA-DC85-0A91-4050ADFC68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974" y="1619157"/>
            <a:ext cx="5397777" cy="3714941"/>
          </a:xfrm>
          <a:prstGeom prst="rect">
            <a:avLst/>
          </a:prstGeom>
        </p:spPr>
      </p:pic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DA6005A5-36A8-0A64-4A09-D12EC3047A5D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08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475728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AA1A2F8-5ACA-4C54-BB52-D443EC00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Ligninger</a:t>
            </a:r>
            <a:endParaRPr lang="uk-UA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892D6E3B-9D2C-3371-5BA0-DE0BDE11E337}"/>
              </a:ext>
            </a:extLst>
          </p:cNvPr>
          <p:cNvSpPr txBox="1">
            <a:spLocks/>
          </p:cNvSpPr>
          <p:nvPr/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a-DK"/>
            </a:defPPr>
            <a:lvl1pPr algn="r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fld id="{24C8C45C-947F-4981-8B3F-4F32E973C901}" type="slidenum">
              <a:rPr lang="en-GB" smtClean="0"/>
              <a:pPr/>
              <a:t>40</a:t>
            </a:fld>
            <a:endParaRPr lang="en-GB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5BA12AB-E5A8-9AC0-1AFD-887383FAFC0E}"/>
              </a:ext>
            </a:extLst>
          </p:cNvPr>
          <p:cNvSpPr txBox="1">
            <a:spLocks/>
          </p:cNvSpPr>
          <p:nvPr/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sz="700" b="1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pPr algn="r"/>
            <a:r>
              <a:rPr lang="da-DK" b="0" dirty="0"/>
              <a:t>10060 Fysik (PG) | elektriske ladninger og felter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3E515E8-48A5-77CF-923C-6B456156F6A5}"/>
              </a:ext>
            </a:extLst>
          </p:cNvPr>
          <p:cNvGrpSpPr/>
          <p:nvPr/>
        </p:nvGrpSpPr>
        <p:grpSpPr>
          <a:xfrm>
            <a:off x="3746123" y="606280"/>
            <a:ext cx="7340977" cy="5645440"/>
            <a:chOff x="3751075" y="260648"/>
            <a:chExt cx="7340977" cy="56454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0DEF49-DB3C-B1F7-2CA0-FD32AF31A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51075" y="260648"/>
              <a:ext cx="5359675" cy="427377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D7D606E-9A62-D00D-4583-E9CFAEBBC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51075" y="4534418"/>
              <a:ext cx="7340977" cy="1371670"/>
            </a:xfrm>
            <a:prstGeom prst="rect">
              <a:avLst/>
            </a:prstGeom>
          </p:spPr>
        </p:pic>
      </p:grp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C58344EA-BE75-1FD3-5308-29AE4BFDA5FB}"/>
              </a:ext>
            </a:extLst>
          </p:cNvPr>
          <p:cNvSpPr txBox="1">
            <a:spLocks/>
          </p:cNvSpPr>
          <p:nvPr/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a-DK"/>
            </a:defPPr>
            <a:lvl1pPr algn="r" rtl="0" fontAlgn="base">
              <a:spcBef>
                <a:spcPts val="0"/>
              </a:spcBef>
              <a:spcAft>
                <a:spcPct val="0"/>
              </a:spcAft>
              <a:defRPr sz="700" b="0" kern="1200">
                <a:solidFill>
                  <a:schemeClr val="bg1"/>
                </a:solidFill>
                <a:latin typeface="+mj-lt"/>
                <a:ea typeface="ＭＳ Ｐゴシック" pitchFamily="-80" charset="-128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Verdana" pitchFamily="34" charset="0"/>
                <a:ea typeface="ＭＳ Ｐゴシック" pitchFamily="-80" charset="-128"/>
                <a:cs typeface="+mn-cs"/>
              </a:defRPr>
            </a:lvl9pPr>
          </a:lstStyle>
          <a:p>
            <a:r>
              <a:rPr lang="da-DK" dirty="0"/>
              <a:t>E25 07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753693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S" val="15873802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SLIDE" val="join_instructions_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NSTRUCTION.TEXT" val="join_instructions_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.CHECKERBOARD" val="x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0)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0)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0)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0)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0)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0)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0)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0)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0)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0)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0)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0)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0)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0)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0)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0)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0)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0)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0)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0)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)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)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)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)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)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)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)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)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)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)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)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)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)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)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)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)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)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)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)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)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)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)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)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)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)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)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)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)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3)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3)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3)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3)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3)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3)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3)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3)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3)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3)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3)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3)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3)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3)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3)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3)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3)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3)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4)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4)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4)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4)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4)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4)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4)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4)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4)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4)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4)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4)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4)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4)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4)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4)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4)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5)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5)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5)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5)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5)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5)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5)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5)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5)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6)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6)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6)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6)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6)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6)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6)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6)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6)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6)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6)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6)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6)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6)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6)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6)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6)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6)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6)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6)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6)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7)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7)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7)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7)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7)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7)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7)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8)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8)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8)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8)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8)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8)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8)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8)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8)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8)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8)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8)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8)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8)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8)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8)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8)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8)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9)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9)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9)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9)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9)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9)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9)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9)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9)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9)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9)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9)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9)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0)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0)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0)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0)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0)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0)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0)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0)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0)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0)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0)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0)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0)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0)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0)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0)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1)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1)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1)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1)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1)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1)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1)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1)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1)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1)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1)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1)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1)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1)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1)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1)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1)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1)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2)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2)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2)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2)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2)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2)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2)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2)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2)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2)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2)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2)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2)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2)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3)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3)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3)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3)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3)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3)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3)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3)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3)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3)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3)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3)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3)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3)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3)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3)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3)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3)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3)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4)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4)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4)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4)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4)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4)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4)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4)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4)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4)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4)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4)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4)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4)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4)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4)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5)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5)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5)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5)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15)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5)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5)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5)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5)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5)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16)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6)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6)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6)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6)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6)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6)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6)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6)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6)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6)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6)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6)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6)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6)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6)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6)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17)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7)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7)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7)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7)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17)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7)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7)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7)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17)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17)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17)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7)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7)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8)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8)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18)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18)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18)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8)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18)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8)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18)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8)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18)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8)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18)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8)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18)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8)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19)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19)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19)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19)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19)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19)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19)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19)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19)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19)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19)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19)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19)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19)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0)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0)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0)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0)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0)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0)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8,20)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0)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0)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0)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0)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0)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0)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0)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0)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0)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0)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0)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0)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1)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1)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1)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1)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1)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1)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1)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1)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1)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1)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2)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2)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2)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2)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2)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2)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2)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2)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2)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2)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2)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2)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2)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2)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2)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2)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2)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3)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3)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3)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3)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3)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3)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3)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3)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3)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4)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4)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4)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4)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4)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4)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4)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4)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4)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4,24)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4)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4)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4)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4)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4)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4)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4)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4)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4)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4)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4)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4)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5)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5)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5)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5)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5)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5)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2,25)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5)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8,25)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5)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5)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5)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5)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5)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6)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6)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6)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6)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6)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6)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1,26)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6)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6)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9,26)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6)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7,26)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6)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6)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7)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7)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0,27)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7)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6,27)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7,27)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0,27)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7)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2,27)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3,27)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7)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7)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6,27)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7)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9,27)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,28)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,28)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3,28)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4,28)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5,28)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6,28)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7,28)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9,28)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3,28)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15,28)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1,28)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4,28)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5,28)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RDOT" val="(28,28)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418185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@type&quot;:&quot;ClickMapQuestion&quot;,&quot;text&quot;:&quot;I hvilken retning peger magnetfeltet i midten af et cirkulært loop?&quot;,&quot;correctAnswers&quot;:[],&quot;image&quot;:&quot;8a5c04f4-9747-4cac-97ec-2c68c8c3fc9b&quot;,&quot;maxNumberSelections&quot;:1,&quot;options&quot;:[]}"/>
  <p:tag name="VEVOX.ORIGIN.SESSION.ID" val="675122"/>
  <p:tag name="VEVOX.ORIGIN.QUESTION.ID" val="4418185"/>
  <p:tag name="VEVOX.QUESTIONSLIDEID" val="292#406374882/709054919"/>
  <p:tag name="VEVOX.SLIDEFORMAT.VERSION" val="1.012"/>
  <p:tag name="VEVOX.DEBUG.GIFTCARDINSERT" val=" Load attempt 1: image fetched. Load succesfull. load seems succesful. trying to insert. starting insert attempt 1: Insert seems succesful.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I hvilken retning peger magnetfeltet i midten af et cirkulært loop?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I-IMAGE" val="POI-IMAG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418185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@type&quot;:&quot;ClickMapQuestion&quot;,&quot;text&quot;:&quot;I hvilken retning peger magnetfeltet i midten af et cirkulært loop?&quot;,&quot;correctAnswers&quot;:[],&quot;image&quot;:&quot;8a5c04f4-9747-4cac-97ec-2c68c8c3fc9b&quot;,&quot;maxNumberSelections&quot;:1,&quot;options&quot;:[]}"/>
  <p:tag name="VEVOX.QUESTIONSLIDEID" val="292#406374882/709054919"/>
  <p:tag name="VEVOX.SLIDEFORMAT.VERSION" val="1.012"/>
  <p:tag name="VEVOX.HASRESULTS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I hvilken retning peger magnetfeltet i midten af et cirkulært loop?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I-IMAGE" val="POI-IMAG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418186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text&quot;:&quot;Hvordan kan vi øge magnetfeltet i en spole bestående af mange cirkulære loops?&quot;,&quot;@type&quot;:&quot;MultipleChoiceQuestion&quot;,&quot;choices&quot;:[{&quot;id&quot;:&quot;16496017&quot;,&quot;alias&quot;:null,&quot;text&quot;:&quot;Øge antallet af vindinger $$N$$&quot;,&quot;excludeFromResults&quot;:false,&quot;image&quot;:null,&quot;imageAltText&quot;:null,&quot;isCorrectAnswer&quot;:true},{&quot;id&quot;:&quot;16496018&quot;,&quot;alias&quot;:null,&quot;text&quot;:&quot;Øge længden af spolen $$L$$&quot;,&quot;excludeFromResults&quot;:false,&quot;image&quot;:null,&quot;imageAltText&quot;:null,&quot;isCorrectAnswer&quot;:false},{&quot;id&quot;:&quot;16496019&quot;,&quot;alias&quot;:null,&quot;text&quot;:&quot;Øge strømmen igennem spolen $$I$$&quot;,&quot;excludeFromResults&quot;:false,&quot;image&quot;:null,&quot;imageAltText&quot;:null,&quot;isCorrectAnswer&quot;:true},{&quot;id&quot;:&quot;16496216&quot;,&quot;alias&quot;:null,&quot;text&quot;:&quot;Øge radius i spolen $$R$$&quot;,&quot;excludeFromResults&quot;:false,&quot;image&quot;:null,&quot;imageAltText&quot;:null,&quot;isCorrectAnswer&quot;:false}],&quot;resultFormat&quot;:&quot;%&quot;,&quot;minNumberSelections&quot;:1,&quot;maxNumberSelections&quot;:4,&quot;image&quot;:&quot;334506c9-1c41-4ffc-a2b5-5fb08f308d73&quot;}"/>
  <p:tag name="VEVOX.ORIGIN.SESSION.ID" val="675122"/>
  <p:tag name="VEVOX.ORIGIN.QUESTION.ID" val="4418186"/>
  <p:tag name="VEVOX.QUESTIONSLIDEID" val="257#1496449752/169992291"/>
  <p:tag name="VEVOX.SLIDEFORMAT.VERSION" val="1.012"/>
  <p:tag name="VEVOX.DEBUG.GIFTCARDINSERT" val=" Load attempt 1: image fetched. Load succesfull. load seems succesful. trying to insert. starting insert attempt 1: Insert seems succesful.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ordan kan vi øge magnetfeltet i en spole bestående af mange cirkulære loops?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MAGE.PLACEHOLDER" val="3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.IMAGE" val="X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418186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text&quot;:&quot;Hvordan kan vi øge magnetfeltet i en spole bestående af mange cirkulære loops?&quot;,&quot;@type&quot;:&quot;MultipleChoiceQuestion&quot;,&quot;choices&quot;:[{&quot;id&quot;:&quot;16496017&quot;,&quot;alias&quot;:null,&quot;text&quot;:&quot;Øge antallet af vindinger $$N$$&quot;,&quot;excludeFromResults&quot;:false,&quot;image&quot;:null,&quot;imageAltText&quot;:null,&quot;isCorrectAnswer&quot;:true},{&quot;id&quot;:&quot;16496018&quot;,&quot;alias&quot;:null,&quot;text&quot;:&quot;Øge længden af spolen $$L$$&quot;,&quot;excludeFromResults&quot;:false,&quot;image&quot;:null,&quot;imageAltText&quot;:null,&quot;isCorrectAnswer&quot;:false},{&quot;id&quot;:&quot;16496019&quot;,&quot;alias&quot;:null,&quot;text&quot;:&quot;Øge strømmen igennem spolen $$I$$&quot;,&quot;excludeFromResults&quot;:false,&quot;image&quot;:null,&quot;imageAltText&quot;:null,&quot;isCorrectAnswer&quot;:true},{&quot;id&quot;:&quot;16496216&quot;,&quot;alias&quot;:null,&quot;text&quot;:&quot;Øge radius i spolen $$R$$&quot;,&quot;excludeFromResults&quot;:false,&quot;image&quot;:null,&quot;imageAltText&quot;:null,&quot;isCorrectAnswer&quot;:false}],&quot;resultFormat&quot;:&quot;%&quot;,&quot;minNumberSelections&quot;:1,&quot;maxNumberSelections&quot;:4,&quot;image&quot;:&quot;334506c9-1c41-4ffc-a2b5-5fb08f308d73&quot;}"/>
  <p:tag name="VEVOX.QUESTIONSLIDEID" val="257#1496449752/169992291"/>
  <p:tag name="VEVOX.SLIDEFORMAT.VERSION" val="1.012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ordan kan vi øge magnetfeltet i en spole bestående af mange cirkulære loops?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IMAGE.PLACEHOLDER" val="3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.IMAGE" val="X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418187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text&quot;:&quot;Hvad er enheden for den elektromotoriske kraft $$\\varepsilon = \\frac{W}{q}$$&quot;,&quot;@type&quot;:&quot;MultipleChoiceQuestion&quot;,&quot;choices&quot;:[{&quot;id&quot;:&quot;16496021&quot;,&quot;alias&quot;:null,&quot;text&quot;:&quot;joule (J)&quot;,&quot;excludeFromResults&quot;:false,&quot;image&quot;:null,&quot;imageAltText&quot;:null,&quot;isCorrectAnswer&quot;:false},{&quot;id&quot;:&quot;16496022&quot;,&quot;alias&quot;:null,&quot;text&quot;:&quot;newton (N)&quot;,&quot;excludeFromResults&quot;:false,&quot;image&quot;:null,&quot;imageAltText&quot;:null,&quot;isCorrectAnswer&quot;:false},{&quot;id&quot;:&quot;16496023&quot;,&quot;alias&quot;:null,&quot;text&quot;:&quot;volt (V)&quot;,&quot;excludeFromResults&quot;:false,&quot;image&quot;:null,&quot;imageAltText&quot;:null,&quot;isCorrectAnswer&quot;:true},{&quot;id&quot;:&quot;16496024&quot;,&quot;alias&quot;:null,&quot;text&quot;:&quot;tesla (T)&quot;,&quot;excludeFromResults&quot;:false,&quot;image&quot;:null,&quot;imageAltText&quot;:null,&quot;isCorrectAnswer&quot;:false}],&quot;resultFormat&quot;:&quot;%&quot;,&quot;minNumberSelections&quot;:1,&quot;maxNumberSelections&quot;:1,&quot;image&quot;:null}"/>
  <p:tag name="VEVOX.ORIGIN.SESSION.ID" val="675122"/>
  <p:tag name="VEVOX.ORIGIN.QUESTION.ID" val="4418187"/>
  <p:tag name="VEVOX.QUESTIONSLIDEID" val="295#3093841814/798627746"/>
  <p:tag name="VEVOX.SLIDEFORMAT.VERSION" val="1.012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.PLACEHOLDER" val="1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.WITH.LATEX" val="Hvad er enheden for den elektromotoriske kraft $$\varepsilon = \frac{W}{q}$$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418187&quot;,&quot;questionSettings&quot;:{&quot;automaticpolltimer.enabled&quot;:&quot;true&quot;,&quot;automaticpolltimer.seconds&quot;:&quot;60&quot;,&quot;polltimerMusic.src&quot;:&quot;/static/audios/vevox/chill.mp3&quot;,&quot;resultsonpollopen.enabled&quot;:&quot;0&quot;,&quot;polltimerMusic.enabled&quot;:&quot;true&quot;,&quot;voting.choiceResultFormat&quot;:&quot;%&quot;,&quot;resultsonpollclose.enabled&quot;:&quot;1&quot;},&quot;alias&quot;:null,&quot;text&quot;:&quot;Hvad er enheden for den elektromotoriske kraft $$\\varepsilon = \\frac{W}{q}$$&quot;,&quot;@type&quot;:&quot;MultipleChoiceQuestion&quot;,&quot;choices&quot;:[{&quot;id&quot;:&quot;16496021&quot;,&quot;alias&quot;:null,&quot;text&quot;:&quot;joule (J)&quot;,&quot;excludeFromResults&quot;:false,&quot;image&quot;:null,&quot;imageAltText&quot;:null,&quot;isCorrectAnswer&quot;:false},{&quot;id&quot;:&quot;16496022&quot;,&quot;alias&quot;:null,&quot;text&quot;:&quot;newton (N)&quot;,&quot;excludeFromResults&quot;:false,&quot;image&quot;:null,&quot;imageAltText&quot;:null,&quot;isCorrectAnswer&quot;:false},{&quot;id&quot;:&quot;16496023&quot;,&quot;alias&quot;:null,&quot;text&quot;:&quot;volt (V)&quot;,&quot;excludeFromResults&quot;:false,&quot;image&quot;:null,&quot;imageAltText&quot;:null,&quot;isCorrectAnswer&quot;:true},{&quot;id&quot;:&quot;16496024&quot;,&quot;alias&quot;:null,&quot;text&quot;:&quot;tesla (T)&quot;,&quot;excludeFromResults&quot;:false,&quot;image&quot;:null,&quot;imageAltText&quot;:null,&quot;isCorrectAnswer&quot;:false}],&quot;resultFormat&quot;:&quot;%&quot;,&quot;minNumberSelections&quot;:1,&quot;maxNumberSelections&quot;:1,&quot;image&quot;:null}"/>
  <p:tag name="VEVOX.QUESTIONSLIDEID" val="295#3093841814/798627746"/>
  <p:tag name="VEVOX.SLIDEFORMAT.VERSION" val="1.012"/>
  <p:tag name="VEVOX.HASRESULTS" val="true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.PLACEHOLDER" val="1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.WITH.LATEX" val="Hvad er enheden for den elektromotoriske kraft $$\varepsilon = \frac{W}{q}$$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418188&quot;,&quot;questionSettings&quot;:{&quot;automaticpolltimer.enabled&quot;:&quot;true&quot;,&quot;automaticpolltimer.seconds&quot;:&quot;60&quot;,&quot;polltimerMusic.src&quot;:&quot;/static/audios/vevox/chill.mp3&quot;,&quot;resultsonpollopen.enabled&quot;:&quot;1&quot;,&quot;polltimerMusic.enabled&quot;:&quot;true&quot;,&quot;voting.choiceResultFormat&quot;:&quot;%&quot;,&quot;resultsonpollclose.enabled&quot;:&quot;1&quot;},&quot;alias&quot;:&quot;&quot;,&quot;text&quot;:&quot;Hvad sker der når magneter falder gennem et kobberrør?&quot;,&quot;@type&quot;:&quot;MultipleChoiceQuestion&quot;,&quot;choices&quot;:[{&quot;id&quot;:&quot;16496335&quot;,&quot;alias&quot;:null,&quot;text&quot;:&quot;De bevæger lige så hurtigt nedad som uden kobberrør&quot;,&quot;excludeFromResults&quot;:false,&quot;image&quot;:null,&quot;imageAltText&quot;:null,&quot;isCorrectAnswer&quot;:false},{&quot;id&quot;:&quot;16496336&quot;,&quot;alias&quot;:null,&quot;text&quot;:&quot;De bevæger sig ud igen ad kobberrørets top&quot;,&quot;excludeFromResults&quot;:false,&quot;image&quot;:null,&quot;imageAltText&quot;:null,&quot;isCorrectAnswer&quot;:false},{&quot;id&quot;:&quot;16496337&quot;,&quot;alias&quot;:null,&quot;text&quot;:&quot;De falder langsommere gennem kobberrøret end uden kobberrør&quot;,&quot;excludeFromResults&quot;:false,&quot;image&quot;:null,&quot;imageAltText&quot;:null,&quot;isCorrectAnswer&quot;:false},{&quot;id&quot;:&quot;16496338&quot;,&quot;alias&quot;:null,&quot;text&quot;:&quot;De bliver hængende i kobberrøret&quot;,&quot;excludeFromResults&quot;:false,&quot;image&quot;:null,&quot;imageAltText&quot;:null,&quot;isCorrectAnswer&quot;:false}],&quot;resultFormat&quot;:&quot;%&quot;,&quot;minNumberSelections&quot;:1,&quot;maxNumberSelections&quot;:1,&quot;image&quot;:null}"/>
  <p:tag name="VEVOX.ORIGIN.SESSION.ID" val="675122"/>
  <p:tag name="VEVOX.ORIGIN.QUESTION.ID" val="4418188"/>
  <p:tag name="VEVOX.QUESTIONSLIDEID" val="297#984052090/1045188662"/>
  <p:tag name="VEVOX.SLIDEFORMAT.VERSION" val="1.012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sker der når magneter falder gennem et kobberrør?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418188&quot;,&quot;questionSettings&quot;:{&quot;automaticpolltimer.enabled&quot;:&quot;true&quot;,&quot;automaticpolltimer.seconds&quot;:&quot;60&quot;,&quot;polltimerMusic.src&quot;:&quot;/static/audios/vevox/chill.mp3&quot;,&quot;resultsonpollopen.enabled&quot;:&quot;1&quot;,&quot;polltimerMusic.enabled&quot;:&quot;true&quot;,&quot;voting.choiceResultFormat&quot;:&quot;%&quot;,&quot;resultsonpollclose.enabled&quot;:&quot;1&quot;},&quot;alias&quot;:&quot;&quot;,&quot;text&quot;:&quot;Hvad sker der når magneter falder gennem et kobberrør?&quot;,&quot;@type&quot;:&quot;MultipleChoiceQuestion&quot;,&quot;choices&quot;:[{&quot;id&quot;:&quot;16496335&quot;,&quot;alias&quot;:null,&quot;text&quot;:&quot;De bevæger lige så hurtigt nedad som uden kobberrør&quot;,&quot;excludeFromResults&quot;:false,&quot;image&quot;:null,&quot;imageAltText&quot;:null,&quot;isCorrectAnswer&quot;:false},{&quot;id&quot;:&quot;16496336&quot;,&quot;alias&quot;:null,&quot;text&quot;:&quot;De bevæger sig ud igen ad kobberrørets top&quot;,&quot;excludeFromResults&quot;:false,&quot;image&quot;:null,&quot;imageAltText&quot;:null,&quot;isCorrectAnswer&quot;:false},{&quot;id&quot;:&quot;16496337&quot;,&quot;alias&quot;:null,&quot;text&quot;:&quot;De falder langsommere gennem kobberrøret end uden kobberrør&quot;,&quot;excludeFromResults&quot;:false,&quot;image&quot;:null,&quot;imageAltText&quot;:null,&quot;isCorrectAnswer&quot;:false},{&quot;id&quot;:&quot;16496338&quot;,&quot;alias&quot;:null,&quot;text&quot;:&quot;De bliver hængende i kobberrøret&quot;,&quot;excludeFromResults&quot;:false,&quot;image&quot;:null,&quot;imageAltText&quot;:null,&quot;isCorrectAnswer&quot;:false}],&quot;resultFormat&quot;:&quot;%&quot;,&quot;minNumberSelections&quot;:1,&quot;maxNumberSelections&quot;:1,&quot;image&quot;:null}"/>
  <p:tag name="VEVOX.QUESTIONSLIDEID" val="297#984052090/1045188662"/>
  <p:tag name="VEVOX.SLIDEFORMAT.VERSION" val="1.012"/>
  <p:tag name="VEVOX.HASRESULTS" val="true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sker der når magneter falder gennem et kobberrør?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" val="{&quot;id&quot;:&quot;4418190&quot;,&quot;questionSettings&quot;:{&quot;automaticpolltimer.enabled&quot;:&quot;true&quot;,&quot;automaticpolltimer.seconds&quot;:&quot;90&quot;,&quot;polltimerMusic.src&quot;:&quot;/static/audios/vevox/chill.mp3&quot;,&quot;resultsonpollopen.enabled&quot;:&quot;1&quot;,&quot;polltimerMusic.enabled&quot;:&quot;true&quot;,&quot;voting.choiceResultFormat&quot;:&quot;%&quot;,&quot;resultsonpollclose.enabled&quot;:&quot;1&quot;},&quot;alias&quot;:&quot;&quot;,&quot;text&quot;:&quot;Hvad er lige nu mest uklart?&quot;,&quot;@type&quot;:&quot;MultipleChoiceQuestion&quot;,&quot;choices&quot;:[{&quot;id&quot;:&quot;16496030&quot;,&quot;alias&quot;:null,&quot;text&quot;:&quot;Anvendelse af Biot-Savarts Lov&quot;,&quot;excludeFromResults&quot;:false,&quot;image&quot;:null,&quot;imageAltText&quot;:null,&quot;isCorrectAnswer&quot;:false},{&quot;id&quot;:&quot;16496032&quot;,&quot;alias&quot;:null,&quot;text&quot;:&quot;Materialers magnetiske egenskaber&quot;,&quot;excludeFromResults&quot;:false,&quot;image&quot;:null,&quot;imageAltText&quot;:null,&quot;isCorrectAnswer&quot;:false},{&quot;id&quot;:&quot;16496343&quot;,&quot;alias&quot;:null,&quot;text&quot;:&quot;Faradays lov (størrelsen af induceret strøm)&quot;,&quot;excludeFromResults&quot;:false,&quot;image&quot;:null,&quot;imageAltText&quot;:null,&quot;isCorrectAnswer&quot;:false},{&quot;id&quot;:&quot;16496344&quot;,&quot;alias&quot;:null,&quot;text&quot;:&quot;Lenz's lov (retningen af induceret strøm)&quot;,&quot;excludeFromResults&quot;:false,&quot;image&quot;:null,&quot;imageAltText&quot;:null,&quot;isCorrectAnswer&quot;:false}],&quot;resultFormat&quot;:&quot;%&quot;,&quot;minNumberSelections&quot;:1,&quot;maxNumberSelections&quot;:1,&quot;image&quot;:null}"/>
  <p:tag name="VEVOX.ORIGIN.SESSION.ID" val="675122"/>
  <p:tag name="VEVOX.ORIGIN.QUESTION.ID" val="4418190"/>
  <p:tag name="VEVOX.QUESTIONSLIDEID" val="299#1807731575/958984902"/>
  <p:tag name="VEVOX.SLIDEFORMAT.VERSION" val="1.012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er lige nu mest uklart?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UNTDOWNTIMER.DISPLAY" val="{&quot;left&quot;:892.8750393700788,&quot;top&quot;:473,&quot;width&quot;:60,&quot;height&quot;:60}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" val="{&quot;id&quot;:&quot;4418190&quot;,&quot;questionSettings&quot;:{&quot;automaticpolltimer.enabled&quot;:&quot;true&quot;,&quot;automaticpolltimer.seconds&quot;:&quot;90&quot;,&quot;polltimerMusic.src&quot;:&quot;/static/audios/vevox/chill.mp3&quot;,&quot;resultsonpollopen.enabled&quot;:&quot;1&quot;,&quot;polltimerMusic.enabled&quot;:&quot;true&quot;,&quot;voting.choiceResultFormat&quot;:&quot;%&quot;,&quot;resultsonpollclose.enabled&quot;:&quot;1&quot;},&quot;alias&quot;:&quot;&quot;,&quot;text&quot;:&quot;Hvad er lige nu mest uklart?&quot;,&quot;@type&quot;:&quot;MultipleChoiceQuestion&quot;,&quot;choices&quot;:[{&quot;id&quot;:&quot;16496030&quot;,&quot;alias&quot;:null,&quot;text&quot;:&quot;Anvendelse af Biot-Savarts Lov&quot;,&quot;excludeFromResults&quot;:false,&quot;image&quot;:null,&quot;imageAltText&quot;:null,&quot;isCorrectAnswer&quot;:false},{&quot;id&quot;:&quot;16496032&quot;,&quot;alias&quot;:null,&quot;text&quot;:&quot;Materialers magnetiske egenskaber&quot;,&quot;excludeFromResults&quot;:false,&quot;image&quot;:null,&quot;imageAltText&quot;:null,&quot;isCorrectAnswer&quot;:false},{&quot;id&quot;:&quot;16496343&quot;,&quot;alias&quot;:null,&quot;text&quot;:&quot;Faradays lov (størrelsen af induceret strøm)&quot;,&quot;excludeFromResults&quot;:false,&quot;image&quot;:null,&quot;imageAltText&quot;:null,&quot;isCorrectAnswer&quot;:false},{&quot;id&quot;:&quot;16496344&quot;,&quot;alias&quot;:null,&quot;text&quot;:&quot;Lenz's lov (retningen af induceret strøm)&quot;,&quot;excludeFromResults&quot;:false,&quot;image&quot;:null,&quot;imageAltText&quot;:null,&quot;isCorrectAnswer&quot;:false}],&quot;resultFormat&quot;:&quot;%&quot;,&quot;minNumberSelections&quot;:1,&quot;maxNumberSelections&quot;:1,&quot;image&quot;:null}"/>
  <p:tag name="VEVOX.QUESTIONSLIDEID" val="299#1807731575/958984902"/>
  <p:tag name="VEVOX.SLIDEFORMAT.VERSION" val="1.012"/>
  <p:tag name="VEVOX.HASRESULTS" val="true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QUESTION" val="Hvad er lige nu mest uklart?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CONTENT.PLACEHOLDER" val="2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" val="{&quot;left&quot;:5,&quot;top&quot;:5,&quot;width&quot;:160,&quot;height&quot;:30}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OLLSTATUSTEXT" val="{&quot;left&quot;:794.8750393700788,&quot;top&quot;:5,&quot;width&quot;:160,&quot;height&quot;:30}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SHOULDERS" val="{&quot;left&quot;:13,&quot;top&quot;:20,&quot;width&quot;:14,&quot;height&quot;:10}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PARTICIPANTSDOODLE.HEAD" val="{&quot;left&quot;:15,&quot;top&quot;:10,&quot;width&quot;:10,&quot;height&quot;:10}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JOIN.URL" val="{&quot;left&quot;:219.9713631889764,&quot;top&quot;:7,&quot;width&quot;:190,&quot;height&quot;:30}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ACCESSCODE.DISPLAY" val="{&quot;left&quot;:466.6059219160105,&quot;top&quot;:8,&quot;width&quot;:190,&quot;height&quot;:30}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1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1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1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2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2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2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2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3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3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3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3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TITLE" val="TITLE4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DATALABEL" val="DATALABEL4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ORDER" val="BORDER4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BAR" val="BAR4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VOX.RESULT.PLACEHOLDER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9525" cap="flat" cmpd="sng" algn="ctr">
          <a:solidFill>
            <a:schemeClr val="bg2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Purple.potx" id="{88716A68-633E-4D70-A4D2-2D3AA1AE5AE0}" vid="{02BDD6D5-4002-448F-B391-F9FF711AEBB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6A8696-BED7-4849-91E3-4A79F26EAD7F}">
  <we:reference id="wa200004709" version="1.1.0.2" store="da-DK" storeType="OMEX"/>
  <we:alternateReferences>
    <we:reference id="wa200004709" version="1.1.0.2" store="wa200004709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item1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6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TemplateConfiguration><![CDATA[{"elementsMetadata":[],"transformationConfigurations":[{"language":"{{DocumentLanguage}}","disableUpdates":false,"type":"proofingLanguage"}],"templateName":"DTU Template 16_9 - Purple","templateDescription":"","enableDocumentContentUpdater":true,"version":"1.2"}]]></TemplafyTemplateConfiguration>
</file>

<file path=customXml/item1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FormConfiguration><![CDATA[{"formFields":[],"formDataEntries":[]}]]></TemplafySlideFormConfiguration>
</file>

<file path=customXml/item1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2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8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29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0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5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FormConfiguration><![CDATA[{"formFields":[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FormConfiguration><![CDATA[{"formFields":[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TemplateConfiguration><![CDATA[{"elementsMetadata":[],"documentContentValidatorConfiguration":{"enableDocumentContentValidator":false,"documentContentValidatorVersion":0},"slideId":"636957682264057965","enableDocumentContentUpdater":true,"version":"1.2"}]]></TemplafySlideTemplateConfiguration>
</file>

<file path=customXml/item46.xml><?xml version="1.0" encoding="utf-8"?>
<TemplafySlideTemplateConfiguration><![CDATA[{"elementsMetadata":[],"documentContentValidatorConfiguration":{"enableDocumentContentValidator":false,"documentContentValidatorVersion":0},"slideId":"636957682264213454","enableDocumentContentUpdater":true,"version":"1.2"}]]></TemplafySlideTemplateConfiguration>
</file>

<file path=customXml/item47.xml><?xml version="1.0" encoding="utf-8"?>
<TemplafySlideFormConfiguration><![CDATA[{"formFields":[],"formDataEntries":[]}]]></TemplafySlideFormConfiguration>
</file>

<file path=customXml/item48.xml><?xml version="1.0" encoding="utf-8"?>
<TemplafySlideFormConfiguration><![CDATA[{"formFields":[],"formDataEntries":[]}]]></TemplafySlideFormConfiguration>
</file>

<file path=customXml/item49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50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FormConfiguration><![CDATA[{"formFields":[],"formDataEntries":[]}]]></TemplafySlideFormConfiguration>
</file>

<file path=customXml/item53.xml><?xml version="1.0" encoding="utf-8"?>
<TemplafySlideTemplateConfiguration><![CDATA[{"elementsMetadata":[],"documentContentValidatorConfiguration":{"enableDocumentContentValidator":false,"documentContentValidatorVersion":0},"slideId":"636957682264370159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648B1B10-BD88-4E51-8809-3A609FAD2C3F}">
  <ds:schemaRefs/>
</ds:datastoreItem>
</file>

<file path=customXml/itemProps2.xml><?xml version="1.0" encoding="utf-8"?>
<ds:datastoreItem xmlns:ds="http://schemas.openxmlformats.org/officeDocument/2006/customXml" ds:itemID="{F201ADEB-5876-46F4-8F9C-B52295BA222D}">
  <ds:schemaRefs/>
</ds:datastoreItem>
</file>

<file path=customXml/itemProps3.xml><?xml version="1.0" encoding="utf-8"?>
<ds:datastoreItem xmlns:ds="http://schemas.openxmlformats.org/officeDocument/2006/customXml" ds:itemID="{FF333DEF-B675-4080-B390-BB4F75647196}">
  <ds:schemaRefs/>
</ds:datastoreItem>
</file>

<file path=customXml/itemProps4.xml><?xml version="1.0" encoding="utf-8"?>
<ds:datastoreItem xmlns:ds="http://schemas.openxmlformats.org/officeDocument/2006/customXml" ds:itemID="{5EBDF20A-AD96-445F-B322-DF049628B0C1}">
  <ds:schemaRefs/>
</ds:datastoreItem>
</file>

<file path=customXml/itemProps5.xml><?xml version="1.0" encoding="utf-8"?>
<ds:datastoreItem xmlns:ds="http://schemas.openxmlformats.org/officeDocument/2006/customXml" ds:itemID="{0B1DC4B1-4B48-4C47-8B20-A309E80CA9F8}">
  <ds:schemaRefs/>
</ds:datastoreItem>
</file>

<file path=customXml/itemProps6.xml><?xml version="1.0" encoding="utf-8"?>
<ds:datastoreItem xmlns:ds="http://schemas.openxmlformats.org/officeDocument/2006/customXml" ds:itemID="{F1CAE928-6F6A-4095-A1C4-76F481A3F24D}">
  <ds:schemaRefs/>
</ds:datastoreItem>
</file>

<file path=customXml/itemProps7.xml><?xml version="1.0" encoding="utf-8"?>
<ds:datastoreItem xmlns:ds="http://schemas.openxmlformats.org/officeDocument/2006/customXml" ds:itemID="{7F5750AA-C6B9-4663-B6E6-4EC48824AB72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46195A23-70CA-44E4-9880-318A00F024DD}">
  <ds:schemaRefs/>
</ds:datastoreItem>
</file>

<file path=customXml/itemProps9.xml><?xml version="1.0" encoding="utf-8"?>
<ds:datastoreItem xmlns:ds="http://schemas.openxmlformats.org/officeDocument/2006/customXml" ds:itemID="{E7C79710-9273-47B7-A38C-789BDCC78A6B}">
  <ds:schemaRefs/>
</ds:datastoreItem>
</file>

<file path=customXml/itemProps10.xml><?xml version="1.0" encoding="utf-8"?>
<ds:datastoreItem xmlns:ds="http://schemas.openxmlformats.org/officeDocument/2006/customXml" ds:itemID="{197CCF9E-A11D-4B48-B8C6-8A584AC654FE}">
  <ds:schemaRefs/>
</ds:datastoreItem>
</file>

<file path=customXml/itemProps11.xml><?xml version="1.0" encoding="utf-8"?>
<ds:datastoreItem xmlns:ds="http://schemas.openxmlformats.org/officeDocument/2006/customXml" ds:itemID="{3DDA3FCE-722B-427B-BDA5-3BF57CCC492F}">
  <ds:schemaRefs>
    <ds:schemaRef ds:uri="683dcda1-f8c3-442f-ae64-e236c052732d"/>
    <ds:schemaRef ds:uri="http://www.w3.org/XML/1998/namespace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715bde23-c48d-41ea-a697-dffaa8fbae8d"/>
    <ds:schemaRef ds:uri="http://schemas.microsoft.com/office/2006/metadata/properties"/>
  </ds:schemaRefs>
</ds:datastoreItem>
</file>

<file path=customXml/itemProps12.xml><?xml version="1.0" encoding="utf-8"?>
<ds:datastoreItem xmlns:ds="http://schemas.openxmlformats.org/officeDocument/2006/customXml" ds:itemID="{A2C413EE-7756-4501-BFFE-2349F92EBEC6}">
  <ds:schemaRefs/>
</ds:datastoreItem>
</file>

<file path=customXml/itemProps13.xml><?xml version="1.0" encoding="utf-8"?>
<ds:datastoreItem xmlns:ds="http://schemas.openxmlformats.org/officeDocument/2006/customXml" ds:itemID="{5CCEA911-CECA-4085-8D50-9B90C51DF398}">
  <ds:schemaRefs/>
</ds:datastoreItem>
</file>

<file path=customXml/itemProps14.xml><?xml version="1.0" encoding="utf-8"?>
<ds:datastoreItem xmlns:ds="http://schemas.openxmlformats.org/officeDocument/2006/customXml" ds:itemID="{1334258C-C3E7-4029-A615-C886A240FB15}">
  <ds:schemaRefs/>
</ds:datastoreItem>
</file>

<file path=customXml/itemProps15.xml><?xml version="1.0" encoding="utf-8"?>
<ds:datastoreItem xmlns:ds="http://schemas.openxmlformats.org/officeDocument/2006/customXml" ds:itemID="{1AE25297-ADCA-450A-B328-FA131AB2B676}">
  <ds:schemaRefs/>
</ds:datastoreItem>
</file>

<file path=customXml/itemProps16.xml><?xml version="1.0" encoding="utf-8"?>
<ds:datastoreItem xmlns:ds="http://schemas.openxmlformats.org/officeDocument/2006/customXml" ds:itemID="{50E59BA0-712C-4A2C-82F8-199A23A2AB6B}">
  <ds:schemaRefs/>
</ds:datastoreItem>
</file>

<file path=customXml/itemProps17.xml><?xml version="1.0" encoding="utf-8"?>
<ds:datastoreItem xmlns:ds="http://schemas.openxmlformats.org/officeDocument/2006/customXml" ds:itemID="{A7531436-84C4-410F-9B5A-CF15E06FCD84}">
  <ds:schemaRefs/>
</ds:datastoreItem>
</file>

<file path=customXml/itemProps18.xml><?xml version="1.0" encoding="utf-8"?>
<ds:datastoreItem xmlns:ds="http://schemas.openxmlformats.org/officeDocument/2006/customXml" ds:itemID="{B5483110-4746-407F-A75B-5A22B2B637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9.xml><?xml version="1.0" encoding="utf-8"?>
<ds:datastoreItem xmlns:ds="http://schemas.openxmlformats.org/officeDocument/2006/customXml" ds:itemID="{88B9CFC3-E3F0-47E1-A26F-AC504C2346D9}">
  <ds:schemaRefs/>
</ds:datastoreItem>
</file>

<file path=customXml/itemProps20.xml><?xml version="1.0" encoding="utf-8"?>
<ds:datastoreItem xmlns:ds="http://schemas.openxmlformats.org/officeDocument/2006/customXml" ds:itemID="{D879609E-FF86-4D36-BA1E-D420CB616FBA}">
  <ds:schemaRefs/>
</ds:datastoreItem>
</file>

<file path=customXml/itemProps21.xml><?xml version="1.0" encoding="utf-8"?>
<ds:datastoreItem xmlns:ds="http://schemas.openxmlformats.org/officeDocument/2006/customXml" ds:itemID="{974B2E85-2264-4621-A75A-13408D830165}">
  <ds:schemaRefs/>
</ds:datastoreItem>
</file>

<file path=customXml/itemProps22.xml><?xml version="1.0" encoding="utf-8"?>
<ds:datastoreItem xmlns:ds="http://schemas.openxmlformats.org/officeDocument/2006/customXml" ds:itemID="{83560085-1259-4BCE-AD17-CFD621465BB5}">
  <ds:schemaRefs/>
</ds:datastoreItem>
</file>

<file path=customXml/itemProps23.xml><?xml version="1.0" encoding="utf-8"?>
<ds:datastoreItem xmlns:ds="http://schemas.openxmlformats.org/officeDocument/2006/customXml" ds:itemID="{539ED4DB-7432-4E4F-9AC5-AF909DCC9B6A}">
  <ds:schemaRefs/>
</ds:datastoreItem>
</file>

<file path=customXml/itemProps24.xml><?xml version="1.0" encoding="utf-8"?>
<ds:datastoreItem xmlns:ds="http://schemas.openxmlformats.org/officeDocument/2006/customXml" ds:itemID="{69ED2CA6-29BB-4407-9012-18ED2ECCD16E}">
  <ds:schemaRefs/>
</ds:datastoreItem>
</file>

<file path=customXml/itemProps25.xml><?xml version="1.0" encoding="utf-8"?>
<ds:datastoreItem xmlns:ds="http://schemas.openxmlformats.org/officeDocument/2006/customXml" ds:itemID="{8F54EED7-E1F0-4A9C-970A-6572374C367A}">
  <ds:schemaRefs/>
</ds:datastoreItem>
</file>

<file path=customXml/itemProps26.xml><?xml version="1.0" encoding="utf-8"?>
<ds:datastoreItem xmlns:ds="http://schemas.openxmlformats.org/officeDocument/2006/customXml" ds:itemID="{3208051C-C169-4E40-AB8A-34A22F3DA928}">
  <ds:schemaRefs/>
</ds:datastoreItem>
</file>

<file path=customXml/itemProps27.xml><?xml version="1.0" encoding="utf-8"?>
<ds:datastoreItem xmlns:ds="http://schemas.openxmlformats.org/officeDocument/2006/customXml" ds:itemID="{16EB704C-FCC8-44AB-BDEE-321DC2081D18}">
  <ds:schemaRefs/>
</ds:datastoreItem>
</file>

<file path=customXml/itemProps28.xml><?xml version="1.0" encoding="utf-8"?>
<ds:datastoreItem xmlns:ds="http://schemas.openxmlformats.org/officeDocument/2006/customXml" ds:itemID="{7DF1C973-1C88-4B1D-92EC-B45723F480F3}">
  <ds:schemaRefs/>
</ds:datastoreItem>
</file>

<file path=customXml/itemProps29.xml><?xml version="1.0" encoding="utf-8"?>
<ds:datastoreItem xmlns:ds="http://schemas.openxmlformats.org/officeDocument/2006/customXml" ds:itemID="{CA0E24DD-6EDB-42D8-94F0-1F760AB61AD7}">
  <ds:schemaRefs/>
</ds:datastoreItem>
</file>

<file path=customXml/itemProps30.xml><?xml version="1.0" encoding="utf-8"?>
<ds:datastoreItem xmlns:ds="http://schemas.openxmlformats.org/officeDocument/2006/customXml" ds:itemID="{B0D49C88-1E15-4140-85BC-E0C9200B07E6}">
  <ds:schemaRefs/>
</ds:datastoreItem>
</file>

<file path=customXml/itemProps31.xml><?xml version="1.0" encoding="utf-8"?>
<ds:datastoreItem xmlns:ds="http://schemas.openxmlformats.org/officeDocument/2006/customXml" ds:itemID="{741A2756-D75B-48D1-A372-02C9F9B05DA2}">
  <ds:schemaRefs/>
</ds:datastoreItem>
</file>

<file path=customXml/itemProps32.xml><?xml version="1.0" encoding="utf-8"?>
<ds:datastoreItem xmlns:ds="http://schemas.openxmlformats.org/officeDocument/2006/customXml" ds:itemID="{65D771AA-394E-4128-8359-8C567784029E}">
  <ds:schemaRefs/>
</ds:datastoreItem>
</file>

<file path=customXml/itemProps33.xml><?xml version="1.0" encoding="utf-8"?>
<ds:datastoreItem xmlns:ds="http://schemas.openxmlformats.org/officeDocument/2006/customXml" ds:itemID="{8885DE26-8BCE-42B4-8549-9A1982C95C9F}">
  <ds:schemaRefs/>
</ds:datastoreItem>
</file>

<file path=customXml/itemProps34.xml><?xml version="1.0" encoding="utf-8"?>
<ds:datastoreItem xmlns:ds="http://schemas.openxmlformats.org/officeDocument/2006/customXml" ds:itemID="{4A1CCB07-67DE-4772-8A92-8A9CF96864F1}">
  <ds:schemaRefs/>
</ds:datastoreItem>
</file>

<file path=customXml/itemProps35.xml><?xml version="1.0" encoding="utf-8"?>
<ds:datastoreItem xmlns:ds="http://schemas.openxmlformats.org/officeDocument/2006/customXml" ds:itemID="{36058246-CA9B-4517-B4A2-18D5AD2B7BA7}">
  <ds:schemaRefs/>
</ds:datastoreItem>
</file>

<file path=customXml/itemProps36.xml><?xml version="1.0" encoding="utf-8"?>
<ds:datastoreItem xmlns:ds="http://schemas.openxmlformats.org/officeDocument/2006/customXml" ds:itemID="{31E35458-8A9E-46D3-980C-052AB3FC1664}">
  <ds:schemaRefs/>
</ds:datastoreItem>
</file>

<file path=customXml/itemProps37.xml><?xml version="1.0" encoding="utf-8"?>
<ds:datastoreItem xmlns:ds="http://schemas.openxmlformats.org/officeDocument/2006/customXml" ds:itemID="{00D4FF82-702E-49CC-A82B-CE358EE0C540}">
  <ds:schemaRefs/>
</ds:datastoreItem>
</file>

<file path=customXml/itemProps38.xml><?xml version="1.0" encoding="utf-8"?>
<ds:datastoreItem xmlns:ds="http://schemas.openxmlformats.org/officeDocument/2006/customXml" ds:itemID="{5D034885-78CC-450B-A364-B1FFE1F9E65F}">
  <ds:schemaRefs/>
</ds:datastoreItem>
</file>

<file path=customXml/itemProps39.xml><?xml version="1.0" encoding="utf-8"?>
<ds:datastoreItem xmlns:ds="http://schemas.openxmlformats.org/officeDocument/2006/customXml" ds:itemID="{41B771D3-8594-4252-AE7C-04BDAD183089}">
  <ds:schemaRefs/>
</ds:datastoreItem>
</file>

<file path=customXml/itemProps40.xml><?xml version="1.0" encoding="utf-8"?>
<ds:datastoreItem xmlns:ds="http://schemas.openxmlformats.org/officeDocument/2006/customXml" ds:itemID="{55508D15-AAFF-40FB-9D25-4097BB8EBB32}">
  <ds:schemaRefs/>
</ds:datastoreItem>
</file>

<file path=customXml/itemProps41.xml><?xml version="1.0" encoding="utf-8"?>
<ds:datastoreItem xmlns:ds="http://schemas.openxmlformats.org/officeDocument/2006/customXml" ds:itemID="{3634CA00-0061-457C-81A5-901002CDEA13}">
  <ds:schemaRefs/>
</ds:datastoreItem>
</file>

<file path=customXml/itemProps42.xml><?xml version="1.0" encoding="utf-8"?>
<ds:datastoreItem xmlns:ds="http://schemas.openxmlformats.org/officeDocument/2006/customXml" ds:itemID="{2E27A5F4-8C3C-4C59-BA5D-4D58DBAF5371}">
  <ds:schemaRefs/>
</ds:datastoreItem>
</file>

<file path=customXml/itemProps43.xml><?xml version="1.0" encoding="utf-8"?>
<ds:datastoreItem xmlns:ds="http://schemas.openxmlformats.org/officeDocument/2006/customXml" ds:itemID="{759FA964-09E8-4F40-9EA0-BA8C44E4686B}">
  <ds:schemaRefs/>
</ds:datastoreItem>
</file>

<file path=customXml/itemProps44.xml><?xml version="1.0" encoding="utf-8"?>
<ds:datastoreItem xmlns:ds="http://schemas.openxmlformats.org/officeDocument/2006/customXml" ds:itemID="{A24B75EB-8202-4907-9D1E-5F9CF0C29483}">
  <ds:schemaRefs/>
</ds:datastoreItem>
</file>

<file path=customXml/itemProps45.xml><?xml version="1.0" encoding="utf-8"?>
<ds:datastoreItem xmlns:ds="http://schemas.openxmlformats.org/officeDocument/2006/customXml" ds:itemID="{ECA1DA60-FB17-4EB5-97F4-62F99A1A733D}">
  <ds:schemaRefs/>
</ds:datastoreItem>
</file>

<file path=customXml/itemProps46.xml><?xml version="1.0" encoding="utf-8"?>
<ds:datastoreItem xmlns:ds="http://schemas.openxmlformats.org/officeDocument/2006/customXml" ds:itemID="{B30A78E7-315B-4170-8116-72928D1FEAD9}">
  <ds:schemaRefs/>
</ds:datastoreItem>
</file>

<file path=customXml/itemProps47.xml><?xml version="1.0" encoding="utf-8"?>
<ds:datastoreItem xmlns:ds="http://schemas.openxmlformats.org/officeDocument/2006/customXml" ds:itemID="{E618FA3B-8A67-40AE-8AE5-229504AB69D3}">
  <ds:schemaRefs/>
</ds:datastoreItem>
</file>

<file path=customXml/itemProps48.xml><?xml version="1.0" encoding="utf-8"?>
<ds:datastoreItem xmlns:ds="http://schemas.openxmlformats.org/officeDocument/2006/customXml" ds:itemID="{028F98F0-8E4F-4F34-A725-47E1817D5E1F}">
  <ds:schemaRefs/>
</ds:datastoreItem>
</file>

<file path=customXml/itemProps49.xml><?xml version="1.0" encoding="utf-8"?>
<ds:datastoreItem xmlns:ds="http://schemas.openxmlformats.org/officeDocument/2006/customXml" ds:itemID="{B1CAA921-1887-4684-AC4D-F78337A8DACA}">
  <ds:schemaRefs/>
</ds:datastoreItem>
</file>

<file path=customXml/itemProps50.xml><?xml version="1.0" encoding="utf-8"?>
<ds:datastoreItem xmlns:ds="http://schemas.openxmlformats.org/officeDocument/2006/customXml" ds:itemID="{F74168F3-EBD7-4FC4-8686-24ACE92571D8}">
  <ds:schemaRefs/>
</ds:datastoreItem>
</file>

<file path=customXml/itemProps51.xml><?xml version="1.0" encoding="utf-8"?>
<ds:datastoreItem xmlns:ds="http://schemas.openxmlformats.org/officeDocument/2006/customXml" ds:itemID="{0549026C-9F63-41B0-B1CF-DAFA1549CA31}">
  <ds:schemaRefs/>
</ds:datastoreItem>
</file>

<file path=customXml/itemProps52.xml><?xml version="1.0" encoding="utf-8"?>
<ds:datastoreItem xmlns:ds="http://schemas.openxmlformats.org/officeDocument/2006/customXml" ds:itemID="{C20822F7-1E7E-4293-964D-1D1BD155542A}">
  <ds:schemaRefs/>
</ds:datastoreItem>
</file>

<file path=customXml/itemProps53.xml><?xml version="1.0" encoding="utf-8"?>
<ds:datastoreItem xmlns:ds="http://schemas.openxmlformats.org/officeDocument/2006/customXml" ds:itemID="{D5DC0CC7-1D61-4C7B-BADF-EBD3A1B97BD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01__temperatur_varme__10060_2024__alec</Template>
  <TotalTime>4899</TotalTime>
  <Words>1646</Words>
  <Application>Microsoft Office PowerPoint</Application>
  <PresentationFormat>Custom</PresentationFormat>
  <Paragraphs>351</Paragraphs>
  <Slides>40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Cambria Math</vt:lpstr>
      <vt:lpstr>Verdana</vt:lpstr>
      <vt:lpstr>Blank</vt:lpstr>
      <vt:lpstr>PowerPoint Presentation</vt:lpstr>
      <vt:lpstr>Elektromagneter og Induktion</vt:lpstr>
      <vt:lpstr>Join the Vevox session</vt:lpstr>
      <vt:lpstr>Hvad lærte jeg sidst?</vt:lpstr>
      <vt:lpstr>Hvad skal jeg lære i dag?</vt:lpstr>
      <vt:lpstr>Magnetfelt fra lang, tynd strømførende ledning</vt:lpstr>
      <vt:lpstr>I hvilken retning peger magnetfeltet i midten af et cirkulært loop?</vt:lpstr>
      <vt:lpstr>I hvilken retning peger magnetfeltet i midten af et cirkulært loop?</vt:lpstr>
      <vt:lpstr>Magnetfelt fra et cirkulært loop</vt:lpstr>
      <vt:lpstr>Magnetfelt fra et cirkulært loop</vt:lpstr>
      <vt:lpstr>Hvordan kan vi øge magnetfeltet i en spole bestående af mange cirkulære loops?</vt:lpstr>
      <vt:lpstr>Hvordan kan vi øge magnetfeltet i en spole bestående af mange cirkulære loops?</vt:lpstr>
      <vt:lpstr>Magnetfelt i spole (solenoide)</vt:lpstr>
      <vt:lpstr>Magnetfelt i spole (solenoide)</vt:lpstr>
      <vt:lpstr>PowerPoint Presentation</vt:lpstr>
      <vt:lpstr>PowerPoint Presentation</vt:lpstr>
      <vt:lpstr>Magnetfelt i toroide</vt:lpstr>
      <vt:lpstr>Magnetfelt i spole med en materialekerne</vt:lpstr>
      <vt:lpstr>Magnetisme i materialer</vt:lpstr>
      <vt:lpstr>Hvad skal jeg lære i dag?</vt:lpstr>
      <vt:lpstr>Induktion</vt:lpstr>
      <vt:lpstr>Elektromotorisk kraft</vt:lpstr>
      <vt:lpstr> </vt:lpstr>
      <vt:lpstr> </vt:lpstr>
      <vt:lpstr>Elektromotorisk kraft</vt:lpstr>
      <vt:lpstr>Magnetisk flux</vt:lpstr>
      <vt:lpstr>Faradays lov</vt:lpstr>
      <vt:lpstr>Faradays lov</vt:lpstr>
      <vt:lpstr>Lenz’s lov</vt:lpstr>
      <vt:lpstr>Hvad sker der når magneter falder gennem et kobberrør?</vt:lpstr>
      <vt:lpstr>Hvad sker der når magneter falder gennem et kobberrør?</vt:lpstr>
      <vt:lpstr>PowerPoint Presentation</vt:lpstr>
      <vt:lpstr>PowerPoint Presentation</vt:lpstr>
      <vt:lpstr>Hvad er lige nu mest uklart?</vt:lpstr>
      <vt:lpstr>Hvad er lige nu mest uklart?</vt:lpstr>
      <vt:lpstr>Ligninger</vt:lpstr>
      <vt:lpstr>Ligninger</vt:lpstr>
      <vt:lpstr>Ligninger</vt:lpstr>
      <vt:lpstr>Ligninger</vt:lpstr>
      <vt:lpstr>Ligninger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Simon Thrysøe</dc:creator>
  <cp:lastModifiedBy>Alexander Simon Thrysøe</cp:lastModifiedBy>
  <cp:revision>50</cp:revision>
  <dcterms:created xsi:type="dcterms:W3CDTF">2024-08-12T09:15:35Z</dcterms:created>
  <dcterms:modified xsi:type="dcterms:W3CDTF">2025-11-17T02:56:52Z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2019-06-10T12:57:05.6036816Z</vt:lpwstr>
  </property>
  <property fmtid="{D5CDD505-2E9C-101B-9397-08002B2CF9AE}" pid="4" name="ContentTypeId">
    <vt:lpwstr>0x0101009ADA1FD2B40FDA458284BB6FCA763489</vt:lpwstr>
  </property>
</Properties>
</file>